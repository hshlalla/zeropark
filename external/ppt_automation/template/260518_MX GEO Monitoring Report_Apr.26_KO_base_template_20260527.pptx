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4"/>
    <p:sldMasterId id="2147483719" r:id="rId5"/>
    <p:sldMasterId id="2147483731" r:id="rId6"/>
    <p:sldMasterId id="2147483799" r:id="rId7"/>
    <p:sldMasterId id="2147483812" r:id="rId8"/>
  </p:sldMasterIdLst>
  <p:notesMasterIdLst>
    <p:notesMasterId r:id="rId15"/>
  </p:notesMasterIdLst>
  <p:sldIdLst>
    <p:sldId id="1164" r:id="rId9"/>
    <p:sldId id="1167" r:id="rId10"/>
    <p:sldId id="1170" r:id="rId11"/>
    <p:sldId id="1171" r:id="rId12"/>
    <p:sldId id="1172" r:id="rId13"/>
    <p:sldId id="97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  <p15:guide id="3" pos="3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7B1"/>
    <a:srgbClr val="AFC0E0"/>
    <a:srgbClr val="7FA0D4"/>
    <a:srgbClr val="0075C8"/>
    <a:srgbClr val="00B2E3"/>
    <a:srgbClr val="FFFFCC"/>
    <a:srgbClr val="0B7BCA"/>
    <a:srgbClr val="0C6EB5"/>
    <a:srgbClr val="0359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76" autoAdjust="0"/>
    <p:restoredTop sz="95429" autoAdjust="0"/>
  </p:normalViewPr>
  <p:slideViewPr>
    <p:cSldViewPr snapToGrid="0" showGuides="1">
      <p:cViewPr varScale="1">
        <p:scale>
          <a:sx n="110" d="100"/>
          <a:sy n="110" d="100"/>
        </p:scale>
        <p:origin x="1056" y="114"/>
      </p:cViewPr>
      <p:guideLst>
        <p:guide orient="horz" pos="2115"/>
        <p:guide pos="3817"/>
        <p:guide pos="3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790871138707703E-2"/>
          <c:y val="8.2639613863759218E-2"/>
          <c:w val="0.94436597550726142"/>
          <c:h val="0.671502395300257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1428A0">
                <a:alpha val="77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7E0-4471-88CD-F82067E4F2C5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7E0-4471-88CD-F82067E4F2C5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7E0-4471-88CD-F82067E4F2C5}"/>
              </c:ext>
            </c:extLst>
          </c:dPt>
          <c:dPt>
            <c:idx val="3"/>
            <c:invertIfNegative val="0"/>
            <c:bubble3D val="0"/>
            <c:spPr>
              <a:solidFill>
                <a:srgbClr val="D3D8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7E0-4471-88CD-F82067E4F2C5}"/>
              </c:ext>
            </c:extLst>
          </c:dPt>
          <c:dPt>
            <c:idx val="4"/>
            <c:invertIfNegative val="0"/>
            <c:bubble3D val="0"/>
            <c:spPr>
              <a:solidFill>
                <a:srgbClr val="8C9AF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7E0-4471-88CD-F82067E4F2C5}"/>
              </c:ext>
            </c:extLst>
          </c:dPt>
          <c:dPt>
            <c:idx val="5"/>
            <c:invertIfNegative val="0"/>
            <c:bubble3D val="0"/>
            <c:spPr>
              <a:solidFill>
                <a:srgbClr val="02138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7E0-4471-88CD-F82067E4F2C5}"/>
              </c:ext>
            </c:extLst>
          </c:dPt>
          <c:dLbls>
            <c:dLbl>
              <c:idx val="4"/>
              <c:tx>
                <c:rich>
                  <a:bodyPr/>
                  <a:lstStyle/>
                  <a:p>
                    <a:fld id="{39076C82-59E8-4374-B229-2F9AC933F732}" type="VALUE">
                      <a:rPr lang="en-US" altLang="ko-KR" sz="9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a:pPr/>
                      <a:t>[값]</a:t>
                    </a:fld>
                    <a:endParaRPr lang="ko-KR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87E0-4471-88CD-F82067E4F2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 w="1270">
                      <a:solidFill>
                        <a:srgbClr val="000000">
                          <a:alpha val="10000"/>
                        </a:srgb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Samsung SS Head KR Regular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02138B"/>
                </a:solidFill>
                <a:prstDash val="sysDot"/>
                <a:tailEnd type="arrow" w="sm" len="sm"/>
              </a:ln>
              <a:effectLst/>
            </c:spPr>
            <c:trendlineType val="linear"/>
            <c:dispRSqr val="0"/>
            <c:dispEq val="0"/>
          </c:trendline>
          <c:cat>
            <c:strRef>
              <c:f>Sheet1!$A$2:$A$8</c:f>
              <c:strCache>
                <c:ptCount val="7"/>
                <c:pt idx="0">
                  <c:v>25.Oct</c:v>
                </c:pt>
                <c:pt idx="1">
                  <c:v>Nov</c:v>
                </c:pt>
                <c:pt idx="2">
                  <c:v>Dec</c:v>
                </c:pt>
                <c:pt idx="3">
                  <c:v>26.Jan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</c:strCache>
            </c:strRef>
          </c:cat>
          <c:val>
            <c:numRef>
              <c:f>Sheet1!$B$2:$B$8</c:f>
              <c:numCache>
                <c:formatCode>0.0%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7E0-4471-88CD-F82067E4F2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1278097600"/>
        <c:axId val="1278098688"/>
      </c:barChart>
      <c:catAx>
        <c:axId val="1278097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 w="1270">
                  <a:solidFill>
                    <a:srgbClr val="000000">
                      <a:alpha val="9804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Samsung SS Body KR Regular" pitchFamily="2" charset="-127"/>
                <a:ea typeface="Samsung SS Body KR Regular" pitchFamily="2" charset="-127"/>
                <a:cs typeface="+mn-cs"/>
              </a:defRPr>
            </a:pPr>
            <a:endParaRPr lang="ko-KR"/>
          </a:p>
        </c:txPr>
        <c:crossAx val="1278098688"/>
        <c:crosses val="autoZero"/>
        <c:auto val="0"/>
        <c:lblAlgn val="ctr"/>
        <c:lblOffset val="10"/>
        <c:noMultiLvlLbl val="0"/>
      </c:catAx>
      <c:valAx>
        <c:axId val="1278098688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1278097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790871138707703E-2"/>
          <c:y val="8.2639613863759218E-2"/>
          <c:w val="0.94436597550726142"/>
          <c:h val="0.671502395300257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1428A0">
                <a:alpha val="77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033-4010-891D-791B967D082A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033-4010-891D-791B967D082A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033-4010-891D-791B967D082A}"/>
              </c:ext>
            </c:extLst>
          </c:dPt>
          <c:dPt>
            <c:idx val="3"/>
            <c:invertIfNegative val="0"/>
            <c:bubble3D val="0"/>
            <c:spPr>
              <a:solidFill>
                <a:srgbClr val="D3D8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033-4010-891D-791B967D082A}"/>
              </c:ext>
            </c:extLst>
          </c:dPt>
          <c:dPt>
            <c:idx val="4"/>
            <c:invertIfNegative val="0"/>
            <c:bubble3D val="0"/>
            <c:spPr>
              <a:solidFill>
                <a:srgbClr val="8C9AF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033-4010-891D-791B967D082A}"/>
              </c:ext>
            </c:extLst>
          </c:dPt>
          <c:dPt>
            <c:idx val="5"/>
            <c:invertIfNegative val="0"/>
            <c:bubble3D val="0"/>
            <c:spPr>
              <a:solidFill>
                <a:srgbClr val="02138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033-4010-891D-791B967D082A}"/>
              </c:ext>
            </c:extLst>
          </c:dPt>
          <c:dLbls>
            <c:dLbl>
              <c:idx val="4"/>
              <c:tx>
                <c:rich>
                  <a:bodyPr/>
                  <a:lstStyle/>
                  <a:p>
                    <a:fld id="{39076C82-59E8-4374-B229-2F9AC933F732}" type="VALUE">
                      <a:rPr lang="en-US" altLang="ko-KR" sz="9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a:pPr/>
                      <a:t>[값]</a:t>
                    </a:fld>
                    <a:endParaRPr lang="ko-KR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8033-4010-891D-791B967D08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 w="1270">
                      <a:solidFill>
                        <a:srgbClr val="000000">
                          <a:alpha val="10000"/>
                        </a:srgb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amsung SS Body KR Regular" pitchFamily="2" charset="-127"/>
                    <a:ea typeface="Samsung SS Body KR Regular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02138B"/>
                </a:solidFill>
                <a:prstDash val="sysDot"/>
                <a:tailEnd type="arrow" w="sm" len="sm"/>
              </a:ln>
              <a:effectLst/>
            </c:spPr>
            <c:trendlineType val="linear"/>
            <c:dispRSqr val="0"/>
            <c:dispEq val="0"/>
          </c:trendline>
          <c:cat>
            <c:strRef>
              <c:f>Sheet1!$A$2:$A$8</c:f>
              <c:strCache>
                <c:ptCount val="7"/>
                <c:pt idx="0">
                  <c:v>25.Oct</c:v>
                </c:pt>
                <c:pt idx="1">
                  <c:v>Nov</c:v>
                </c:pt>
                <c:pt idx="2">
                  <c:v>Dec</c:v>
                </c:pt>
                <c:pt idx="3">
                  <c:v>26.Jan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</c:strCache>
            </c:strRef>
          </c:cat>
          <c:val>
            <c:numRef>
              <c:f>Sheet1!$B$2:$B$8</c:f>
              <c:numCache>
                <c:formatCode>0.0%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033-4010-891D-791B967D08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1278099232"/>
        <c:axId val="1278099776"/>
      </c:barChart>
      <c:catAx>
        <c:axId val="1278099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 w="1270">
                  <a:solidFill>
                    <a:srgbClr val="000000">
                      <a:alpha val="9804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Samsung SS Body KR Regular" pitchFamily="2" charset="-127"/>
                <a:ea typeface="Samsung SS Body KR Regular" pitchFamily="2" charset="-127"/>
                <a:cs typeface="+mn-cs"/>
              </a:defRPr>
            </a:pPr>
            <a:endParaRPr lang="ko-KR"/>
          </a:p>
        </c:txPr>
        <c:crossAx val="1278099776"/>
        <c:crosses val="autoZero"/>
        <c:auto val="0"/>
        <c:lblAlgn val="ctr"/>
        <c:lblOffset val="10"/>
        <c:noMultiLvlLbl val="0"/>
      </c:catAx>
      <c:valAx>
        <c:axId val="1278099776"/>
        <c:scaling>
          <c:orientation val="minMax"/>
          <c:max val="1"/>
          <c:min val="0.30000000000000004"/>
        </c:scaling>
        <c:delete val="1"/>
        <c:axPos val="l"/>
        <c:numFmt formatCode="0.0%" sourceLinked="1"/>
        <c:majorTickMark val="out"/>
        <c:minorTickMark val="none"/>
        <c:tickLblPos val="nextTo"/>
        <c:crossAx val="1278099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790871138707703E-2"/>
          <c:y val="8.2639613863759218E-2"/>
          <c:w val="0.94436597550726142"/>
          <c:h val="0.6715023953002573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External</c:v>
                </c:pt>
              </c:strCache>
            </c:strRef>
          </c:tx>
          <c:spPr>
            <a:solidFill>
              <a:srgbClr val="D3D8FD">
                <a:alpha val="77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9B3-47D3-A707-9F70CBDA6A59}"/>
              </c:ext>
            </c:extLst>
          </c:dPt>
          <c:dPt>
            <c:idx val="1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9B3-47D3-A707-9F70CBDA6A59}"/>
              </c:ext>
            </c:extLst>
          </c:dPt>
          <c:dPt>
            <c:idx val="2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9B3-47D3-A707-9F70CBDA6A59}"/>
              </c:ext>
            </c:extLst>
          </c:dPt>
          <c:dPt>
            <c:idx val="3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C489-4907-8578-630246183161}"/>
              </c:ext>
            </c:extLst>
          </c:dPt>
          <c:dPt>
            <c:idx val="4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3F5-4B76-B781-BE377834B003}"/>
              </c:ext>
            </c:extLst>
          </c:dPt>
          <c:dPt>
            <c:idx val="5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489-4907-8578-630246183161}"/>
              </c:ext>
            </c:extLst>
          </c:dPt>
          <c:dPt>
            <c:idx val="6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C489-4907-8578-630246183161}"/>
              </c:ext>
            </c:extLst>
          </c:dPt>
          <c:dPt>
            <c:idx val="7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3A5B-4FE4-AA1E-9CE95F706684}"/>
              </c:ext>
            </c:extLst>
          </c:dPt>
          <c:dPt>
            <c:idx val="8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1764-4842-8F21-C9F7B18F23DC}"/>
              </c:ext>
            </c:extLst>
          </c:dPt>
          <c:dPt>
            <c:idx val="9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A482-472E-B1D7-3B5EB84565B1}"/>
              </c:ext>
            </c:extLst>
          </c:dPt>
          <c:dPt>
            <c:idx val="10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C2DD-4669-8E50-A0BB67DB377B}"/>
              </c:ext>
            </c:extLst>
          </c:dPt>
          <c:dPt>
            <c:idx val="11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0757-4FD2-B1D6-79282E040841}"/>
              </c:ext>
            </c:extLst>
          </c:dPt>
          <c:dPt>
            <c:idx val="12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DF59-4E3C-8BA5-03F6C657444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Samsung SS Body KR Regular" pitchFamily="2" charset="-127"/>
                    <a:ea typeface="Samsung SS Body KR Regular" pitchFamily="2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25.Apr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26.Jan</c:v>
                </c:pt>
                <c:pt idx="10">
                  <c:v>Feb</c:v>
                </c:pt>
                <c:pt idx="11">
                  <c:v>Mar</c:v>
                </c:pt>
                <c:pt idx="12">
                  <c:v>Apr</c:v>
                </c:pt>
              </c:strCache>
            </c:strRef>
          </c:cat>
          <c:val>
            <c:numRef>
              <c:f>Sheet1!$B$2:$B$14</c:f>
              <c:numCache>
                <c:formatCode>0.0%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9B3-47D3-A707-9F70CBDA6A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MX Owned</c:v>
                </c:pt>
              </c:strCache>
            </c:strRef>
          </c:tx>
          <c:spPr>
            <a:solidFill>
              <a:srgbClr val="D3D8FD">
                <a:alpha val="77000"/>
              </a:srgbClr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rgbClr val="DDE1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3A5B-4FE4-AA1E-9CE95F706684}"/>
              </c:ext>
            </c:extLst>
          </c:dPt>
          <c:dPt>
            <c:idx val="7"/>
            <c:invertIfNegative val="0"/>
            <c:bubble3D val="0"/>
            <c:spPr>
              <a:solidFill>
                <a:srgbClr val="DDE1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2-3A5B-4FE4-AA1E-9CE95F706684}"/>
              </c:ext>
            </c:extLst>
          </c:dPt>
          <c:dPt>
            <c:idx val="8"/>
            <c:invertIfNegative val="0"/>
            <c:bubble3D val="0"/>
            <c:spPr>
              <a:solidFill>
                <a:srgbClr val="DDE1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764-4842-8F21-C9F7B18F23DC}"/>
              </c:ext>
            </c:extLst>
          </c:dPt>
          <c:dPt>
            <c:idx val="9"/>
            <c:invertIfNegative val="0"/>
            <c:bubble3D val="0"/>
            <c:spPr>
              <a:solidFill>
                <a:srgbClr val="DDE1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A482-472E-B1D7-3B5EB84565B1}"/>
              </c:ext>
            </c:extLst>
          </c:dPt>
          <c:dPt>
            <c:idx val="10"/>
            <c:invertIfNegative val="0"/>
            <c:bubble3D val="0"/>
            <c:spPr>
              <a:solidFill>
                <a:srgbClr val="DDE1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C2DD-4669-8E50-A0BB67DB377B}"/>
              </c:ext>
            </c:extLst>
          </c:dPt>
          <c:dPt>
            <c:idx val="11"/>
            <c:invertIfNegative val="0"/>
            <c:bubble3D val="0"/>
            <c:spPr>
              <a:solidFill>
                <a:srgbClr val="A5B0F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0757-4FD2-B1D6-79282E040841}"/>
              </c:ext>
            </c:extLst>
          </c:dPt>
          <c:dPt>
            <c:idx val="12"/>
            <c:invertIfNegative val="0"/>
            <c:bubble3D val="0"/>
            <c:spPr>
              <a:solidFill>
                <a:srgbClr val="4A5AB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DF59-4E3C-8BA5-03F6C6574446}"/>
              </c:ext>
            </c:extLst>
          </c:dPt>
          <c:dLbls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Samsung SS Body KR Regular" pitchFamily="2" charset="-127"/>
                      <a:ea typeface="Samsung SS Body KR Regular" pitchFamily="2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2-3A5B-4FE4-AA1E-9CE95F706684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Samsung SS Body KR Regular" pitchFamily="2" charset="-127"/>
                      <a:ea typeface="Samsung SS Body KR Regular" pitchFamily="2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1764-4842-8F21-C9F7B18F23DC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Samsung SS Body KR Regular" pitchFamily="2" charset="-127"/>
                      <a:ea typeface="Samsung SS Body KR Regular" pitchFamily="2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A482-472E-B1D7-3B5EB84565B1}"/>
                </c:ext>
              </c:extLst>
            </c:dLbl>
            <c:dLbl>
              <c:idx val="10"/>
              <c:layout>
                <c:manualLayout>
                  <c:x val="-1.6166829979264299E-16"/>
                  <c:y val="-8.7520053807604789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Samsung SS Body KR Regular" pitchFamily="2" charset="-127"/>
                      <a:ea typeface="Samsung SS Body KR Regular" pitchFamily="2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C2DD-4669-8E50-A0BB67DB377B}"/>
                </c:ext>
              </c:extLst>
            </c:dLbl>
            <c:dLbl>
              <c:idx val="11"/>
              <c:layout>
                <c:manualLayout>
                  <c:x val="0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Samsung SS Body KR Regular" pitchFamily="2" charset="-127"/>
                      <a:ea typeface="Samsung SS Body KR Regular" pitchFamily="2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0757-4FD2-B1D6-79282E040841}"/>
                </c:ext>
              </c:extLst>
            </c:dLbl>
            <c:dLbl>
              <c:idx val="12"/>
              <c:layout>
                <c:manualLayout>
                  <c:x val="2.204593191799446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1"/>
                      </a:solidFill>
                      <a:latin typeface="Samsung SS Body KR Regular" pitchFamily="2" charset="-127"/>
                      <a:ea typeface="Samsung SS Body KR Regular" pitchFamily="2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5-DF59-4E3C-8BA5-03F6C65744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msung SS Body KR Regular" pitchFamily="2" charset="-127"/>
                    <a:ea typeface="Samsung SS Body KR Regular" pitchFamily="2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25.Apr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26.Jan</c:v>
                </c:pt>
                <c:pt idx="10">
                  <c:v>Feb</c:v>
                </c:pt>
                <c:pt idx="11">
                  <c:v>Mar</c:v>
                </c:pt>
                <c:pt idx="12">
                  <c:v>Apr</c:v>
                </c:pt>
              </c:strCache>
            </c:strRef>
          </c:cat>
          <c:val>
            <c:numRef>
              <c:f>Sheet1!$C$2:$C$14</c:f>
              <c:numCache>
                <c:formatCode>0.0%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3A5B-4FE4-AA1E-9CE95F7066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278101952"/>
        <c:axId val="964781232"/>
      </c:barChart>
      <c:catAx>
        <c:axId val="1278101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 w="1270">
                  <a:solidFill>
                    <a:srgbClr val="000000">
                      <a:alpha val="9804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Samsung SS Body KR Regular" pitchFamily="2" charset="-127"/>
                <a:ea typeface="Samsung SS Body KR Regular" pitchFamily="2" charset="-127"/>
                <a:cs typeface="+mn-cs"/>
              </a:defRPr>
            </a:pPr>
            <a:endParaRPr lang="ko-KR"/>
          </a:p>
        </c:txPr>
        <c:crossAx val="964781232"/>
        <c:crosses val="autoZero"/>
        <c:auto val="0"/>
        <c:lblAlgn val="ctr"/>
        <c:lblOffset val="10"/>
        <c:noMultiLvlLbl val="0"/>
      </c:catAx>
      <c:valAx>
        <c:axId val="964781232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1278101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61B6E-20CA-462C-8244-978EA712384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73298-567B-4862-99E2-DC5A66188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088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F73298-567B-4862-99E2-DC5A6618880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180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F73298-567B-4862-99E2-DC5A6618880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39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F73298-567B-4862-99E2-DC5A6618880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751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9230FD-AC72-4705-A28B-801611862631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879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9230FD-AC72-4705-A28B-801611862631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025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A960-066C-1E6D-DBF8-1544A28C3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F27E94-90DB-6393-A916-37687F0BD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329473-6F6C-F654-D6AA-CBA49D41F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F36AC1-760E-D388-FE06-C92409F86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EF826D-166D-44D6-81B5-4663E4EDBE5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328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Relationship Id="rId4" Type="http://schemas.openxmlformats.org/officeDocument/2006/relationships/image" Target="../media/image2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8.xml"/><Relationship Id="rId4" Type="http://schemas.openxmlformats.org/officeDocument/2006/relationships/image" Target="../media/image2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9.xml"/><Relationship Id="rId4" Type="http://schemas.openxmlformats.org/officeDocument/2006/relationships/image" Target="../media/image2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0.xml"/><Relationship Id="rId4" Type="http://schemas.openxmlformats.org/officeDocument/2006/relationships/image" Target="../media/image2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1.xml"/><Relationship Id="rId4" Type="http://schemas.openxmlformats.org/officeDocument/2006/relationships/image" Target="../media/image2.emf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2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3.xml"/><Relationship Id="rId4" Type="http://schemas.openxmlformats.org/officeDocument/2006/relationships/image" Target="../media/image2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4.xml"/><Relationship Id="rId4" Type="http://schemas.openxmlformats.org/officeDocument/2006/relationships/image" Target="../media/image2.emf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5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6.xml"/><Relationship Id="rId4" Type="http://schemas.openxmlformats.org/officeDocument/2006/relationships/image" Target="../media/image2.emf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v1">
    <p:bg>
      <p:bgPr>
        <a:solidFill>
          <a:srgbClr val="0000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3278" y="2270272"/>
            <a:ext cx="11282119" cy="88024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 sz="4400" b="0" baseline="0">
                <a:solidFill>
                  <a:schemeClr val="bg1"/>
                </a:solidFill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defRPr>
            </a:lvl1pPr>
            <a:lvl2pPr>
              <a:defRPr sz="4800">
                <a:solidFill>
                  <a:schemeClr val="bg1"/>
                </a:solidFill>
                <a:latin typeface="+mj-lt"/>
                <a:ea typeface="+mn-ea"/>
              </a:defRPr>
            </a:lvl2pPr>
            <a:lvl3pPr>
              <a:defRPr sz="4800">
                <a:solidFill>
                  <a:schemeClr val="bg1"/>
                </a:solidFill>
                <a:latin typeface="+mj-lt"/>
                <a:ea typeface="+mn-ea"/>
              </a:defRPr>
            </a:lvl3pPr>
            <a:lvl4pPr>
              <a:defRPr sz="4800">
                <a:solidFill>
                  <a:schemeClr val="bg1"/>
                </a:solidFill>
                <a:latin typeface="+mj-lt"/>
                <a:ea typeface="+mn-ea"/>
              </a:defRPr>
            </a:lvl4pPr>
            <a:lvl5pPr>
              <a:defRPr sz="4800">
                <a:solidFill>
                  <a:schemeClr val="bg1"/>
                </a:solidFill>
                <a:latin typeface="+mj-lt"/>
                <a:ea typeface="+mn-ea"/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/>
            </a:pPr>
            <a:r>
              <a:rPr lang="en-US" altLang="ko-KR" dirty="0"/>
              <a:t>Project name or document title</a:t>
            </a:r>
          </a:p>
        </p:txBody>
      </p:sp>
      <p:pic>
        <p:nvPicPr>
          <p:cNvPr id="8" name="Shape 230" descr="Samsung logo white.png"/>
          <p:cNvPicPr preferRelativeResize="0"/>
          <p:nvPr userDrawn="1"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6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78" y="5005162"/>
            <a:ext cx="1269578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6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Head KR Medium" pitchFamily="2" charset="-127"/>
                <a:ea typeface="Samsung SS Head KR Medium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Month, year</a:t>
            </a:r>
          </a:p>
        </p:txBody>
      </p:sp>
      <p:sp>
        <p:nvSpPr>
          <p:cNvPr id="288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278" y="5334424"/>
            <a:ext cx="2776401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defRPr>
            </a:lvl1pPr>
          </a:lstStyle>
          <a:p>
            <a:pPr lvl="0"/>
            <a:r>
              <a:rPr kumimoji="1" lang="en-US" altLang="ja-JP" dirty="0"/>
              <a:t>Digital Marketing Group</a:t>
            </a:r>
          </a:p>
        </p:txBody>
      </p:sp>
      <p:sp>
        <p:nvSpPr>
          <p:cNvPr id="291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278" y="3392996"/>
            <a:ext cx="1128571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Samsung SS Head KR Medium" pitchFamily="2" charset="-127"/>
                <a:ea typeface="Samsung SS Head KR Medium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Type of document (Max. two lines)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3A4CF73-1121-4EA1-9F75-1DBBB537070E}"/>
              </a:ext>
            </a:extLst>
          </p:cNvPr>
          <p:cNvSpPr txBox="1"/>
          <p:nvPr userDrawn="1"/>
        </p:nvSpPr>
        <p:spPr>
          <a:xfrm>
            <a:off x="444969" y="6375074"/>
            <a:ext cx="11304119" cy="103237"/>
          </a:xfrm>
          <a:custGeom>
            <a:avLst/>
            <a:gdLst/>
            <a:ahLst/>
            <a:cxnLst/>
            <a:rect l="l" t="t" r="r" b="b"/>
            <a:pathLst>
              <a:path w="11248345" h="102728">
                <a:moveTo>
                  <a:pt x="9431377" y="73298"/>
                </a:moveTo>
                <a:lnTo>
                  <a:pt x="9437330" y="73298"/>
                </a:lnTo>
                <a:cubicBezTo>
                  <a:pt x="9437528" y="74885"/>
                  <a:pt x="9437627" y="76324"/>
                  <a:pt x="9437627" y="77614"/>
                </a:cubicBezTo>
                <a:cubicBezTo>
                  <a:pt x="9437627" y="80739"/>
                  <a:pt x="9436920" y="83579"/>
                  <a:pt x="9435507" y="86134"/>
                </a:cubicBezTo>
                <a:cubicBezTo>
                  <a:pt x="9434093" y="88689"/>
                  <a:pt x="9431897" y="91132"/>
                  <a:pt x="9428921" y="93464"/>
                </a:cubicBezTo>
                <a:lnTo>
                  <a:pt x="9426242" y="90636"/>
                </a:lnTo>
                <a:cubicBezTo>
                  <a:pt x="9428177" y="88553"/>
                  <a:pt x="9429566" y="86506"/>
                  <a:pt x="9430409" y="84497"/>
                </a:cubicBezTo>
                <a:cubicBezTo>
                  <a:pt x="9431252" y="82488"/>
                  <a:pt x="9431674" y="80218"/>
                  <a:pt x="9431674" y="77688"/>
                </a:cubicBezTo>
                <a:cubicBezTo>
                  <a:pt x="9431674" y="76349"/>
                  <a:pt x="9431575" y="74885"/>
                  <a:pt x="9431377" y="73298"/>
                </a:cubicBezTo>
                <a:close/>
                <a:moveTo>
                  <a:pt x="8364577" y="73298"/>
                </a:moveTo>
                <a:lnTo>
                  <a:pt x="8370529" y="73298"/>
                </a:lnTo>
                <a:cubicBezTo>
                  <a:pt x="8370729" y="74885"/>
                  <a:pt x="8370827" y="76324"/>
                  <a:pt x="8370827" y="77614"/>
                </a:cubicBezTo>
                <a:cubicBezTo>
                  <a:pt x="8370827" y="80739"/>
                  <a:pt x="8370121" y="83579"/>
                  <a:pt x="8368707" y="86134"/>
                </a:cubicBezTo>
                <a:cubicBezTo>
                  <a:pt x="8367293" y="88689"/>
                  <a:pt x="8365097" y="91132"/>
                  <a:pt x="8362121" y="93464"/>
                </a:cubicBezTo>
                <a:lnTo>
                  <a:pt x="8359442" y="90636"/>
                </a:lnTo>
                <a:cubicBezTo>
                  <a:pt x="8361377" y="88553"/>
                  <a:pt x="8362766" y="86506"/>
                  <a:pt x="8363609" y="84497"/>
                </a:cubicBezTo>
                <a:cubicBezTo>
                  <a:pt x="8364452" y="82488"/>
                  <a:pt x="8364874" y="80218"/>
                  <a:pt x="8364874" y="77688"/>
                </a:cubicBezTo>
                <a:cubicBezTo>
                  <a:pt x="8364874" y="76349"/>
                  <a:pt x="8364775" y="74885"/>
                  <a:pt x="8364577" y="73298"/>
                </a:cubicBezTo>
                <a:close/>
                <a:moveTo>
                  <a:pt x="8012151" y="73298"/>
                </a:moveTo>
                <a:lnTo>
                  <a:pt x="8018105" y="73298"/>
                </a:lnTo>
                <a:cubicBezTo>
                  <a:pt x="8018303" y="74885"/>
                  <a:pt x="8018403" y="76324"/>
                  <a:pt x="8018403" y="77614"/>
                </a:cubicBezTo>
                <a:cubicBezTo>
                  <a:pt x="8018403" y="80739"/>
                  <a:pt x="8017695" y="83579"/>
                  <a:pt x="8016281" y="86134"/>
                </a:cubicBezTo>
                <a:cubicBezTo>
                  <a:pt x="8014867" y="88689"/>
                  <a:pt x="8012673" y="91132"/>
                  <a:pt x="8009696" y="93464"/>
                </a:cubicBezTo>
                <a:lnTo>
                  <a:pt x="8007017" y="90636"/>
                </a:lnTo>
                <a:cubicBezTo>
                  <a:pt x="8008951" y="88553"/>
                  <a:pt x="8010341" y="86506"/>
                  <a:pt x="8011184" y="84497"/>
                </a:cubicBezTo>
                <a:cubicBezTo>
                  <a:pt x="8012027" y="82488"/>
                  <a:pt x="8012449" y="80218"/>
                  <a:pt x="8012449" y="77688"/>
                </a:cubicBezTo>
                <a:cubicBezTo>
                  <a:pt x="8012449" y="76349"/>
                  <a:pt x="8012351" y="74885"/>
                  <a:pt x="8012151" y="73298"/>
                </a:cubicBezTo>
                <a:close/>
                <a:moveTo>
                  <a:pt x="7754977" y="73298"/>
                </a:moveTo>
                <a:lnTo>
                  <a:pt x="7760930" y="73298"/>
                </a:lnTo>
                <a:cubicBezTo>
                  <a:pt x="7761128" y="74885"/>
                  <a:pt x="7761228" y="76324"/>
                  <a:pt x="7761228" y="77614"/>
                </a:cubicBezTo>
                <a:cubicBezTo>
                  <a:pt x="7761228" y="80739"/>
                  <a:pt x="7760521" y="83579"/>
                  <a:pt x="7759107" y="86134"/>
                </a:cubicBezTo>
                <a:cubicBezTo>
                  <a:pt x="7757693" y="88689"/>
                  <a:pt x="7755498" y="91132"/>
                  <a:pt x="7752521" y="93464"/>
                </a:cubicBezTo>
                <a:lnTo>
                  <a:pt x="7749842" y="90636"/>
                </a:lnTo>
                <a:cubicBezTo>
                  <a:pt x="7751777" y="88553"/>
                  <a:pt x="7753166" y="86506"/>
                  <a:pt x="7754009" y="84497"/>
                </a:cubicBezTo>
                <a:cubicBezTo>
                  <a:pt x="7754853" y="82488"/>
                  <a:pt x="7755274" y="80218"/>
                  <a:pt x="7755274" y="77688"/>
                </a:cubicBezTo>
                <a:cubicBezTo>
                  <a:pt x="7755274" y="76349"/>
                  <a:pt x="7755175" y="74885"/>
                  <a:pt x="7754977" y="73298"/>
                </a:cubicBezTo>
                <a:close/>
                <a:moveTo>
                  <a:pt x="7354927" y="73298"/>
                </a:moveTo>
                <a:lnTo>
                  <a:pt x="7360880" y="73298"/>
                </a:lnTo>
                <a:cubicBezTo>
                  <a:pt x="7361078" y="74885"/>
                  <a:pt x="7361178" y="76324"/>
                  <a:pt x="7361178" y="77614"/>
                </a:cubicBezTo>
                <a:cubicBezTo>
                  <a:pt x="7361178" y="80739"/>
                  <a:pt x="7360471" y="83579"/>
                  <a:pt x="7359057" y="86134"/>
                </a:cubicBezTo>
                <a:cubicBezTo>
                  <a:pt x="7357643" y="88689"/>
                  <a:pt x="7355448" y="91132"/>
                  <a:pt x="7352471" y="93464"/>
                </a:cubicBezTo>
                <a:lnTo>
                  <a:pt x="7349792" y="90636"/>
                </a:lnTo>
                <a:cubicBezTo>
                  <a:pt x="7351727" y="88553"/>
                  <a:pt x="7353116" y="86506"/>
                  <a:pt x="7353959" y="84497"/>
                </a:cubicBezTo>
                <a:cubicBezTo>
                  <a:pt x="7354803" y="82488"/>
                  <a:pt x="7355224" y="80218"/>
                  <a:pt x="7355224" y="77688"/>
                </a:cubicBezTo>
                <a:cubicBezTo>
                  <a:pt x="7355224" y="76349"/>
                  <a:pt x="7355125" y="74885"/>
                  <a:pt x="7354927" y="73298"/>
                </a:cubicBezTo>
                <a:close/>
                <a:moveTo>
                  <a:pt x="11244252" y="72851"/>
                </a:moveTo>
                <a:cubicBezTo>
                  <a:pt x="11245541" y="72851"/>
                  <a:pt x="11246546" y="73211"/>
                  <a:pt x="11247266" y="73930"/>
                </a:cubicBezTo>
                <a:cubicBezTo>
                  <a:pt x="11247985" y="74650"/>
                  <a:pt x="11248345" y="75654"/>
                  <a:pt x="11248345" y="76944"/>
                </a:cubicBezTo>
                <a:cubicBezTo>
                  <a:pt x="11248345" y="78283"/>
                  <a:pt x="11247985" y="79325"/>
                  <a:pt x="11247266" y="80069"/>
                </a:cubicBezTo>
                <a:cubicBezTo>
                  <a:pt x="11246546" y="80814"/>
                  <a:pt x="11245541" y="81186"/>
                  <a:pt x="11244252" y="81186"/>
                </a:cubicBezTo>
                <a:cubicBezTo>
                  <a:pt x="11242962" y="81186"/>
                  <a:pt x="11241958" y="80814"/>
                  <a:pt x="11241238" y="80069"/>
                </a:cubicBezTo>
                <a:cubicBezTo>
                  <a:pt x="11240518" y="79325"/>
                  <a:pt x="11240159" y="78308"/>
                  <a:pt x="11240159" y="77018"/>
                </a:cubicBezTo>
                <a:cubicBezTo>
                  <a:pt x="11240159" y="75729"/>
                  <a:pt x="11240518" y="74712"/>
                  <a:pt x="11241238" y="73967"/>
                </a:cubicBezTo>
                <a:cubicBezTo>
                  <a:pt x="11241958" y="73223"/>
                  <a:pt x="11242962" y="72851"/>
                  <a:pt x="11244252" y="72851"/>
                </a:cubicBezTo>
                <a:close/>
                <a:moveTo>
                  <a:pt x="6310302" y="72851"/>
                </a:moveTo>
                <a:cubicBezTo>
                  <a:pt x="6311592" y="72851"/>
                  <a:pt x="6312597" y="73211"/>
                  <a:pt x="6313316" y="73930"/>
                </a:cubicBezTo>
                <a:cubicBezTo>
                  <a:pt x="6314036" y="74650"/>
                  <a:pt x="6314395" y="75654"/>
                  <a:pt x="6314395" y="76944"/>
                </a:cubicBezTo>
                <a:cubicBezTo>
                  <a:pt x="6314395" y="78283"/>
                  <a:pt x="6314036" y="79325"/>
                  <a:pt x="6313316" y="80069"/>
                </a:cubicBezTo>
                <a:cubicBezTo>
                  <a:pt x="6312597" y="80814"/>
                  <a:pt x="6311592" y="81186"/>
                  <a:pt x="6310302" y="81186"/>
                </a:cubicBezTo>
                <a:cubicBezTo>
                  <a:pt x="6309013" y="81186"/>
                  <a:pt x="6308008" y="80814"/>
                  <a:pt x="6307288" y="80069"/>
                </a:cubicBezTo>
                <a:cubicBezTo>
                  <a:pt x="6306569" y="79325"/>
                  <a:pt x="6306209" y="78308"/>
                  <a:pt x="6306209" y="77018"/>
                </a:cubicBezTo>
                <a:cubicBezTo>
                  <a:pt x="6306209" y="75729"/>
                  <a:pt x="6306569" y="74712"/>
                  <a:pt x="6307288" y="73967"/>
                </a:cubicBezTo>
                <a:cubicBezTo>
                  <a:pt x="6308008" y="73223"/>
                  <a:pt x="6309013" y="72851"/>
                  <a:pt x="6310302" y="72851"/>
                </a:cubicBezTo>
                <a:close/>
                <a:moveTo>
                  <a:pt x="2947978" y="72851"/>
                </a:moveTo>
                <a:cubicBezTo>
                  <a:pt x="2949268" y="72851"/>
                  <a:pt x="2950272" y="73211"/>
                  <a:pt x="2950992" y="73930"/>
                </a:cubicBezTo>
                <a:cubicBezTo>
                  <a:pt x="2951711" y="74650"/>
                  <a:pt x="2952071" y="75654"/>
                  <a:pt x="2952071" y="76944"/>
                </a:cubicBezTo>
                <a:cubicBezTo>
                  <a:pt x="2952071" y="78283"/>
                  <a:pt x="2951711" y="79325"/>
                  <a:pt x="2950992" y="80069"/>
                </a:cubicBezTo>
                <a:cubicBezTo>
                  <a:pt x="2950272" y="80814"/>
                  <a:pt x="2949268" y="81186"/>
                  <a:pt x="2947978" y="81186"/>
                </a:cubicBezTo>
                <a:cubicBezTo>
                  <a:pt x="2946688" y="81186"/>
                  <a:pt x="2945683" y="80814"/>
                  <a:pt x="2944964" y="80069"/>
                </a:cubicBezTo>
                <a:cubicBezTo>
                  <a:pt x="2944244" y="79325"/>
                  <a:pt x="2943885" y="78308"/>
                  <a:pt x="2943885" y="77018"/>
                </a:cubicBezTo>
                <a:cubicBezTo>
                  <a:pt x="2943885" y="75729"/>
                  <a:pt x="2944244" y="74712"/>
                  <a:pt x="2944964" y="73967"/>
                </a:cubicBezTo>
                <a:cubicBezTo>
                  <a:pt x="2945683" y="73223"/>
                  <a:pt x="2946688" y="72851"/>
                  <a:pt x="2947978" y="72851"/>
                </a:cubicBezTo>
                <a:close/>
                <a:moveTo>
                  <a:pt x="10595808" y="59754"/>
                </a:moveTo>
                <a:cubicBezTo>
                  <a:pt x="10589408" y="59804"/>
                  <a:pt x="10584696" y="60561"/>
                  <a:pt x="10581669" y="62024"/>
                </a:cubicBezTo>
                <a:cubicBezTo>
                  <a:pt x="10578643" y="63487"/>
                  <a:pt x="10577130" y="65757"/>
                  <a:pt x="10577130" y="68833"/>
                </a:cubicBezTo>
                <a:cubicBezTo>
                  <a:pt x="10577130" y="71214"/>
                  <a:pt x="10577824" y="73025"/>
                  <a:pt x="10579213" y="74265"/>
                </a:cubicBezTo>
                <a:cubicBezTo>
                  <a:pt x="10580603" y="75505"/>
                  <a:pt x="10582661" y="76125"/>
                  <a:pt x="10585390" y="76125"/>
                </a:cubicBezTo>
                <a:cubicBezTo>
                  <a:pt x="10587523" y="76125"/>
                  <a:pt x="10589433" y="75729"/>
                  <a:pt x="10591120" y="74935"/>
                </a:cubicBezTo>
                <a:cubicBezTo>
                  <a:pt x="10592807" y="74141"/>
                  <a:pt x="10594370" y="72926"/>
                  <a:pt x="10595808" y="71289"/>
                </a:cubicBezTo>
                <a:close/>
                <a:moveTo>
                  <a:pt x="9357558" y="59754"/>
                </a:moveTo>
                <a:cubicBezTo>
                  <a:pt x="9351158" y="59804"/>
                  <a:pt x="9346446" y="60561"/>
                  <a:pt x="9343419" y="62024"/>
                </a:cubicBezTo>
                <a:cubicBezTo>
                  <a:pt x="9340393" y="63487"/>
                  <a:pt x="9338880" y="65757"/>
                  <a:pt x="9338880" y="68833"/>
                </a:cubicBezTo>
                <a:cubicBezTo>
                  <a:pt x="9338880" y="71214"/>
                  <a:pt x="9339574" y="73025"/>
                  <a:pt x="9340963" y="74265"/>
                </a:cubicBezTo>
                <a:cubicBezTo>
                  <a:pt x="9342353" y="75505"/>
                  <a:pt x="9344411" y="76125"/>
                  <a:pt x="9347140" y="76125"/>
                </a:cubicBezTo>
                <a:cubicBezTo>
                  <a:pt x="9349273" y="76125"/>
                  <a:pt x="9351183" y="75729"/>
                  <a:pt x="9352870" y="74935"/>
                </a:cubicBezTo>
                <a:cubicBezTo>
                  <a:pt x="9354557" y="74141"/>
                  <a:pt x="9356120" y="72926"/>
                  <a:pt x="9357558" y="71289"/>
                </a:cubicBezTo>
                <a:close/>
                <a:moveTo>
                  <a:pt x="8481258" y="59754"/>
                </a:moveTo>
                <a:cubicBezTo>
                  <a:pt x="8474858" y="59804"/>
                  <a:pt x="8470146" y="60561"/>
                  <a:pt x="8467119" y="62024"/>
                </a:cubicBezTo>
                <a:cubicBezTo>
                  <a:pt x="8464093" y="63487"/>
                  <a:pt x="8462580" y="65757"/>
                  <a:pt x="8462580" y="68833"/>
                </a:cubicBezTo>
                <a:cubicBezTo>
                  <a:pt x="8462580" y="71214"/>
                  <a:pt x="8463274" y="73025"/>
                  <a:pt x="8464663" y="74265"/>
                </a:cubicBezTo>
                <a:cubicBezTo>
                  <a:pt x="8466053" y="75505"/>
                  <a:pt x="8468111" y="76125"/>
                  <a:pt x="8470840" y="76125"/>
                </a:cubicBezTo>
                <a:cubicBezTo>
                  <a:pt x="8472973" y="76125"/>
                  <a:pt x="8474883" y="75729"/>
                  <a:pt x="8476570" y="74935"/>
                </a:cubicBezTo>
                <a:cubicBezTo>
                  <a:pt x="8478257" y="74141"/>
                  <a:pt x="8479820" y="72926"/>
                  <a:pt x="8481258" y="71289"/>
                </a:cubicBezTo>
                <a:close/>
                <a:moveTo>
                  <a:pt x="6900108" y="59754"/>
                </a:moveTo>
                <a:cubicBezTo>
                  <a:pt x="6893708" y="59804"/>
                  <a:pt x="6888995" y="60561"/>
                  <a:pt x="6885969" y="62024"/>
                </a:cubicBezTo>
                <a:cubicBezTo>
                  <a:pt x="6882943" y="63487"/>
                  <a:pt x="6881430" y="65757"/>
                  <a:pt x="6881430" y="68833"/>
                </a:cubicBezTo>
                <a:cubicBezTo>
                  <a:pt x="6881430" y="71214"/>
                  <a:pt x="6882125" y="73025"/>
                  <a:pt x="6883514" y="74265"/>
                </a:cubicBezTo>
                <a:cubicBezTo>
                  <a:pt x="6884903" y="75505"/>
                  <a:pt x="6886962" y="76125"/>
                  <a:pt x="6889690" y="76125"/>
                </a:cubicBezTo>
                <a:cubicBezTo>
                  <a:pt x="6891823" y="76125"/>
                  <a:pt x="6893733" y="75729"/>
                  <a:pt x="6895420" y="74935"/>
                </a:cubicBezTo>
                <a:cubicBezTo>
                  <a:pt x="6897106" y="74141"/>
                  <a:pt x="6898669" y="72926"/>
                  <a:pt x="6900108" y="71289"/>
                </a:cubicBezTo>
                <a:close/>
                <a:moveTo>
                  <a:pt x="6738183" y="59754"/>
                </a:moveTo>
                <a:cubicBezTo>
                  <a:pt x="6731783" y="59804"/>
                  <a:pt x="6727070" y="60561"/>
                  <a:pt x="6724044" y="62024"/>
                </a:cubicBezTo>
                <a:cubicBezTo>
                  <a:pt x="6721018" y="63487"/>
                  <a:pt x="6719505" y="65757"/>
                  <a:pt x="6719505" y="68833"/>
                </a:cubicBezTo>
                <a:cubicBezTo>
                  <a:pt x="6719505" y="71214"/>
                  <a:pt x="6720200" y="73025"/>
                  <a:pt x="6721589" y="74265"/>
                </a:cubicBezTo>
                <a:cubicBezTo>
                  <a:pt x="6722978" y="75505"/>
                  <a:pt x="6725037" y="76125"/>
                  <a:pt x="6727765" y="76125"/>
                </a:cubicBezTo>
                <a:cubicBezTo>
                  <a:pt x="6729899" y="76125"/>
                  <a:pt x="6731808" y="75729"/>
                  <a:pt x="6733495" y="74935"/>
                </a:cubicBezTo>
                <a:cubicBezTo>
                  <a:pt x="6735182" y="74141"/>
                  <a:pt x="6736745" y="72926"/>
                  <a:pt x="6738183" y="71289"/>
                </a:cubicBezTo>
                <a:close/>
                <a:moveTo>
                  <a:pt x="6585783" y="59754"/>
                </a:moveTo>
                <a:cubicBezTo>
                  <a:pt x="6579383" y="59804"/>
                  <a:pt x="6574671" y="60561"/>
                  <a:pt x="6571644" y="62024"/>
                </a:cubicBezTo>
                <a:cubicBezTo>
                  <a:pt x="6568618" y="63487"/>
                  <a:pt x="6567105" y="65757"/>
                  <a:pt x="6567105" y="68833"/>
                </a:cubicBezTo>
                <a:cubicBezTo>
                  <a:pt x="6567105" y="71214"/>
                  <a:pt x="6567800" y="73025"/>
                  <a:pt x="6569189" y="74265"/>
                </a:cubicBezTo>
                <a:cubicBezTo>
                  <a:pt x="6570578" y="75505"/>
                  <a:pt x="6572637" y="76125"/>
                  <a:pt x="6575365" y="76125"/>
                </a:cubicBezTo>
                <a:cubicBezTo>
                  <a:pt x="6577499" y="76125"/>
                  <a:pt x="6579408" y="75729"/>
                  <a:pt x="6581095" y="74935"/>
                </a:cubicBezTo>
                <a:cubicBezTo>
                  <a:pt x="6582782" y="74141"/>
                  <a:pt x="6584345" y="72926"/>
                  <a:pt x="6585783" y="71289"/>
                </a:cubicBezTo>
                <a:close/>
                <a:moveTo>
                  <a:pt x="5661858" y="59754"/>
                </a:moveTo>
                <a:cubicBezTo>
                  <a:pt x="5655459" y="59804"/>
                  <a:pt x="5650745" y="60561"/>
                  <a:pt x="5647719" y="62024"/>
                </a:cubicBezTo>
                <a:cubicBezTo>
                  <a:pt x="5644693" y="63487"/>
                  <a:pt x="5643180" y="65757"/>
                  <a:pt x="5643180" y="68833"/>
                </a:cubicBezTo>
                <a:cubicBezTo>
                  <a:pt x="5643180" y="71214"/>
                  <a:pt x="5643875" y="73025"/>
                  <a:pt x="5645264" y="74265"/>
                </a:cubicBezTo>
                <a:cubicBezTo>
                  <a:pt x="5646653" y="75505"/>
                  <a:pt x="5648712" y="76125"/>
                  <a:pt x="5651440" y="76125"/>
                </a:cubicBezTo>
                <a:cubicBezTo>
                  <a:pt x="5653574" y="76125"/>
                  <a:pt x="5655483" y="75729"/>
                  <a:pt x="5657170" y="74935"/>
                </a:cubicBezTo>
                <a:cubicBezTo>
                  <a:pt x="5658857" y="74141"/>
                  <a:pt x="5660419" y="72926"/>
                  <a:pt x="5661858" y="71289"/>
                </a:cubicBezTo>
                <a:close/>
                <a:moveTo>
                  <a:pt x="4633159" y="59754"/>
                </a:moveTo>
                <a:cubicBezTo>
                  <a:pt x="4626758" y="59804"/>
                  <a:pt x="4622046" y="60561"/>
                  <a:pt x="4619019" y="62024"/>
                </a:cubicBezTo>
                <a:cubicBezTo>
                  <a:pt x="4615993" y="63487"/>
                  <a:pt x="4614480" y="65757"/>
                  <a:pt x="4614480" y="68833"/>
                </a:cubicBezTo>
                <a:cubicBezTo>
                  <a:pt x="4614480" y="71214"/>
                  <a:pt x="4615175" y="73025"/>
                  <a:pt x="4616564" y="74265"/>
                </a:cubicBezTo>
                <a:cubicBezTo>
                  <a:pt x="4617953" y="75505"/>
                  <a:pt x="4620011" y="76125"/>
                  <a:pt x="4622741" y="76125"/>
                </a:cubicBezTo>
                <a:cubicBezTo>
                  <a:pt x="4624873" y="76125"/>
                  <a:pt x="4626783" y="75729"/>
                  <a:pt x="4628470" y="74935"/>
                </a:cubicBezTo>
                <a:cubicBezTo>
                  <a:pt x="4630157" y="74141"/>
                  <a:pt x="4631719" y="72926"/>
                  <a:pt x="4633159" y="71289"/>
                </a:cubicBezTo>
                <a:close/>
                <a:moveTo>
                  <a:pt x="4328358" y="59754"/>
                </a:moveTo>
                <a:cubicBezTo>
                  <a:pt x="4321958" y="59804"/>
                  <a:pt x="4317246" y="60561"/>
                  <a:pt x="4314219" y="62024"/>
                </a:cubicBezTo>
                <a:cubicBezTo>
                  <a:pt x="4311194" y="63487"/>
                  <a:pt x="4309680" y="65757"/>
                  <a:pt x="4309680" y="68833"/>
                </a:cubicBezTo>
                <a:cubicBezTo>
                  <a:pt x="4309680" y="71214"/>
                  <a:pt x="4310375" y="73025"/>
                  <a:pt x="4311764" y="74265"/>
                </a:cubicBezTo>
                <a:cubicBezTo>
                  <a:pt x="4313153" y="75505"/>
                  <a:pt x="4315211" y="76125"/>
                  <a:pt x="4317940" y="76125"/>
                </a:cubicBezTo>
                <a:cubicBezTo>
                  <a:pt x="4320073" y="76125"/>
                  <a:pt x="4321983" y="75729"/>
                  <a:pt x="4323670" y="74935"/>
                </a:cubicBezTo>
                <a:cubicBezTo>
                  <a:pt x="4325357" y="74141"/>
                  <a:pt x="4326919" y="72926"/>
                  <a:pt x="4328358" y="71289"/>
                </a:cubicBezTo>
                <a:close/>
                <a:moveTo>
                  <a:pt x="3842583" y="59754"/>
                </a:moveTo>
                <a:cubicBezTo>
                  <a:pt x="3836183" y="59804"/>
                  <a:pt x="3831471" y="60561"/>
                  <a:pt x="3828444" y="62024"/>
                </a:cubicBezTo>
                <a:cubicBezTo>
                  <a:pt x="3825418" y="63487"/>
                  <a:pt x="3823905" y="65757"/>
                  <a:pt x="3823905" y="68833"/>
                </a:cubicBezTo>
                <a:cubicBezTo>
                  <a:pt x="3823905" y="71214"/>
                  <a:pt x="3824599" y="73025"/>
                  <a:pt x="3825989" y="74265"/>
                </a:cubicBezTo>
                <a:cubicBezTo>
                  <a:pt x="3827378" y="75505"/>
                  <a:pt x="3829437" y="76125"/>
                  <a:pt x="3832165" y="76125"/>
                </a:cubicBezTo>
                <a:cubicBezTo>
                  <a:pt x="3834299" y="76125"/>
                  <a:pt x="3836208" y="75729"/>
                  <a:pt x="3837895" y="74935"/>
                </a:cubicBezTo>
                <a:cubicBezTo>
                  <a:pt x="3839582" y="74141"/>
                  <a:pt x="3841144" y="72926"/>
                  <a:pt x="3842583" y="71289"/>
                </a:cubicBezTo>
                <a:close/>
                <a:moveTo>
                  <a:pt x="3442533" y="59754"/>
                </a:moveTo>
                <a:cubicBezTo>
                  <a:pt x="3436134" y="59804"/>
                  <a:pt x="3431421" y="60561"/>
                  <a:pt x="3428395" y="62024"/>
                </a:cubicBezTo>
                <a:cubicBezTo>
                  <a:pt x="3425369" y="63487"/>
                  <a:pt x="3423856" y="65757"/>
                  <a:pt x="3423856" y="68833"/>
                </a:cubicBezTo>
                <a:cubicBezTo>
                  <a:pt x="3423856" y="71214"/>
                  <a:pt x="3424550" y="73025"/>
                  <a:pt x="3425939" y="74265"/>
                </a:cubicBezTo>
                <a:cubicBezTo>
                  <a:pt x="3427328" y="75505"/>
                  <a:pt x="3429388" y="76125"/>
                  <a:pt x="3432115" y="76125"/>
                </a:cubicBezTo>
                <a:cubicBezTo>
                  <a:pt x="3434249" y="76125"/>
                  <a:pt x="3436159" y="75729"/>
                  <a:pt x="3437846" y="74935"/>
                </a:cubicBezTo>
                <a:cubicBezTo>
                  <a:pt x="3439532" y="74141"/>
                  <a:pt x="3441094" y="72926"/>
                  <a:pt x="3442533" y="71289"/>
                </a:cubicBezTo>
                <a:close/>
                <a:moveTo>
                  <a:pt x="3223459" y="59754"/>
                </a:moveTo>
                <a:cubicBezTo>
                  <a:pt x="3217059" y="59804"/>
                  <a:pt x="3212346" y="60561"/>
                  <a:pt x="3209320" y="62024"/>
                </a:cubicBezTo>
                <a:cubicBezTo>
                  <a:pt x="3206294" y="63487"/>
                  <a:pt x="3204781" y="65757"/>
                  <a:pt x="3204781" y="68833"/>
                </a:cubicBezTo>
                <a:cubicBezTo>
                  <a:pt x="3204781" y="71214"/>
                  <a:pt x="3205475" y="73025"/>
                  <a:pt x="3206864" y="74265"/>
                </a:cubicBezTo>
                <a:cubicBezTo>
                  <a:pt x="3208253" y="75505"/>
                  <a:pt x="3210312" y="76125"/>
                  <a:pt x="3213041" y="76125"/>
                </a:cubicBezTo>
                <a:cubicBezTo>
                  <a:pt x="3215174" y="76125"/>
                  <a:pt x="3217084" y="75729"/>
                  <a:pt x="3218770" y="74935"/>
                </a:cubicBezTo>
                <a:cubicBezTo>
                  <a:pt x="3220457" y="74141"/>
                  <a:pt x="3222020" y="72926"/>
                  <a:pt x="3223459" y="71289"/>
                </a:cubicBezTo>
                <a:close/>
                <a:moveTo>
                  <a:pt x="2299534" y="59754"/>
                </a:moveTo>
                <a:cubicBezTo>
                  <a:pt x="2293134" y="59804"/>
                  <a:pt x="2288421" y="60561"/>
                  <a:pt x="2285395" y="62024"/>
                </a:cubicBezTo>
                <a:cubicBezTo>
                  <a:pt x="2282369" y="63487"/>
                  <a:pt x="2280856" y="65757"/>
                  <a:pt x="2280856" y="68833"/>
                </a:cubicBezTo>
                <a:cubicBezTo>
                  <a:pt x="2280856" y="71214"/>
                  <a:pt x="2281550" y="73025"/>
                  <a:pt x="2282939" y="74265"/>
                </a:cubicBezTo>
                <a:cubicBezTo>
                  <a:pt x="2284328" y="75505"/>
                  <a:pt x="2286387" y="76125"/>
                  <a:pt x="2289116" y="76125"/>
                </a:cubicBezTo>
                <a:cubicBezTo>
                  <a:pt x="2291248" y="76125"/>
                  <a:pt x="2293159" y="75729"/>
                  <a:pt x="2294846" y="74935"/>
                </a:cubicBezTo>
                <a:cubicBezTo>
                  <a:pt x="2296532" y="74141"/>
                  <a:pt x="2298095" y="72926"/>
                  <a:pt x="2299534" y="71289"/>
                </a:cubicBezTo>
                <a:close/>
                <a:moveTo>
                  <a:pt x="2051884" y="59754"/>
                </a:moveTo>
                <a:cubicBezTo>
                  <a:pt x="2045484" y="59804"/>
                  <a:pt x="2040771" y="60561"/>
                  <a:pt x="2037745" y="62024"/>
                </a:cubicBezTo>
                <a:cubicBezTo>
                  <a:pt x="2034719" y="63487"/>
                  <a:pt x="2033206" y="65757"/>
                  <a:pt x="2033206" y="68833"/>
                </a:cubicBezTo>
                <a:cubicBezTo>
                  <a:pt x="2033206" y="71214"/>
                  <a:pt x="2033901" y="73025"/>
                  <a:pt x="2035289" y="74265"/>
                </a:cubicBezTo>
                <a:cubicBezTo>
                  <a:pt x="2036678" y="75505"/>
                  <a:pt x="2038738" y="76125"/>
                  <a:pt x="2041466" y="76125"/>
                </a:cubicBezTo>
                <a:cubicBezTo>
                  <a:pt x="2043599" y="76125"/>
                  <a:pt x="2045509" y="75729"/>
                  <a:pt x="2047196" y="74935"/>
                </a:cubicBezTo>
                <a:cubicBezTo>
                  <a:pt x="2048882" y="74141"/>
                  <a:pt x="2050445" y="72926"/>
                  <a:pt x="2051884" y="71289"/>
                </a:cubicBezTo>
                <a:close/>
                <a:moveTo>
                  <a:pt x="1642308" y="59754"/>
                </a:moveTo>
                <a:cubicBezTo>
                  <a:pt x="1635909" y="59804"/>
                  <a:pt x="1631196" y="60561"/>
                  <a:pt x="1628170" y="62024"/>
                </a:cubicBezTo>
                <a:cubicBezTo>
                  <a:pt x="1625144" y="63487"/>
                  <a:pt x="1623631" y="65757"/>
                  <a:pt x="1623631" y="68833"/>
                </a:cubicBezTo>
                <a:cubicBezTo>
                  <a:pt x="1623631" y="71214"/>
                  <a:pt x="1624326" y="73025"/>
                  <a:pt x="1625714" y="74265"/>
                </a:cubicBezTo>
                <a:cubicBezTo>
                  <a:pt x="1627104" y="75505"/>
                  <a:pt x="1629162" y="76125"/>
                  <a:pt x="1631891" y="76125"/>
                </a:cubicBezTo>
                <a:cubicBezTo>
                  <a:pt x="1634024" y="76125"/>
                  <a:pt x="1635934" y="75729"/>
                  <a:pt x="1637621" y="74935"/>
                </a:cubicBezTo>
                <a:cubicBezTo>
                  <a:pt x="1639307" y="74141"/>
                  <a:pt x="1640870" y="72926"/>
                  <a:pt x="1642308" y="71289"/>
                </a:cubicBezTo>
                <a:close/>
                <a:moveTo>
                  <a:pt x="1489909" y="59754"/>
                </a:moveTo>
                <a:cubicBezTo>
                  <a:pt x="1483509" y="59804"/>
                  <a:pt x="1478796" y="60561"/>
                  <a:pt x="1475770" y="62024"/>
                </a:cubicBezTo>
                <a:cubicBezTo>
                  <a:pt x="1472744" y="63487"/>
                  <a:pt x="1471231" y="65757"/>
                  <a:pt x="1471231" y="68833"/>
                </a:cubicBezTo>
                <a:cubicBezTo>
                  <a:pt x="1471231" y="71214"/>
                  <a:pt x="1471925" y="73025"/>
                  <a:pt x="1473315" y="74265"/>
                </a:cubicBezTo>
                <a:cubicBezTo>
                  <a:pt x="1474704" y="75505"/>
                  <a:pt x="1476763" y="76125"/>
                  <a:pt x="1479491" y="76125"/>
                </a:cubicBezTo>
                <a:cubicBezTo>
                  <a:pt x="1481624" y="76125"/>
                  <a:pt x="1483534" y="75729"/>
                  <a:pt x="1485221" y="74935"/>
                </a:cubicBezTo>
                <a:cubicBezTo>
                  <a:pt x="1486907" y="74141"/>
                  <a:pt x="1488470" y="72926"/>
                  <a:pt x="1489909" y="71289"/>
                </a:cubicBezTo>
                <a:close/>
                <a:moveTo>
                  <a:pt x="954927" y="53615"/>
                </a:moveTo>
                <a:cubicBezTo>
                  <a:pt x="947765" y="53752"/>
                  <a:pt x="942547" y="54621"/>
                  <a:pt x="939272" y="56224"/>
                </a:cubicBezTo>
                <a:cubicBezTo>
                  <a:pt x="935998" y="57827"/>
                  <a:pt x="934361" y="60334"/>
                  <a:pt x="934361" y="63745"/>
                </a:cubicBezTo>
                <a:cubicBezTo>
                  <a:pt x="934361" y="68588"/>
                  <a:pt x="937089" y="71010"/>
                  <a:pt x="942547" y="71010"/>
                </a:cubicBezTo>
                <a:cubicBezTo>
                  <a:pt x="947390" y="71010"/>
                  <a:pt x="951516" y="69100"/>
                  <a:pt x="954927" y="65280"/>
                </a:cubicBezTo>
                <a:close/>
                <a:moveTo>
                  <a:pt x="507252" y="53615"/>
                </a:moveTo>
                <a:cubicBezTo>
                  <a:pt x="500090" y="53752"/>
                  <a:pt x="494872" y="54621"/>
                  <a:pt x="491598" y="56224"/>
                </a:cubicBezTo>
                <a:cubicBezTo>
                  <a:pt x="488323" y="57827"/>
                  <a:pt x="486686" y="60334"/>
                  <a:pt x="486686" y="63745"/>
                </a:cubicBezTo>
                <a:cubicBezTo>
                  <a:pt x="486686" y="68588"/>
                  <a:pt x="489415" y="71010"/>
                  <a:pt x="494872" y="71010"/>
                </a:cubicBezTo>
                <a:cubicBezTo>
                  <a:pt x="499715" y="71010"/>
                  <a:pt x="503842" y="69100"/>
                  <a:pt x="507252" y="65280"/>
                </a:cubicBezTo>
                <a:close/>
                <a:moveTo>
                  <a:pt x="9971399" y="44723"/>
                </a:moveTo>
                <a:cubicBezTo>
                  <a:pt x="9969465" y="44723"/>
                  <a:pt x="9967703" y="45107"/>
                  <a:pt x="9966116" y="45876"/>
                </a:cubicBezTo>
                <a:cubicBezTo>
                  <a:pt x="9964529" y="46645"/>
                  <a:pt x="9963015" y="47873"/>
                  <a:pt x="9961577" y="49560"/>
                </a:cubicBezTo>
                <a:lnTo>
                  <a:pt x="9961577" y="71661"/>
                </a:lnTo>
                <a:cubicBezTo>
                  <a:pt x="9962866" y="73099"/>
                  <a:pt x="9964404" y="74228"/>
                  <a:pt x="9966190" y="75046"/>
                </a:cubicBezTo>
                <a:cubicBezTo>
                  <a:pt x="9967976" y="75865"/>
                  <a:pt x="9969861" y="76274"/>
                  <a:pt x="9971846" y="76274"/>
                </a:cubicBezTo>
                <a:cubicBezTo>
                  <a:pt x="9975219" y="76274"/>
                  <a:pt x="9977775" y="74960"/>
                  <a:pt x="9979511" y="72330"/>
                </a:cubicBezTo>
                <a:cubicBezTo>
                  <a:pt x="9981246" y="69701"/>
                  <a:pt x="9982115" y="65807"/>
                  <a:pt x="9982115" y="60647"/>
                </a:cubicBezTo>
                <a:cubicBezTo>
                  <a:pt x="9982115" y="55389"/>
                  <a:pt x="9981209" y="51420"/>
                  <a:pt x="9979399" y="48741"/>
                </a:cubicBezTo>
                <a:cubicBezTo>
                  <a:pt x="9977589" y="46062"/>
                  <a:pt x="9974921" y="44723"/>
                  <a:pt x="9971399" y="44723"/>
                </a:cubicBezTo>
                <a:close/>
                <a:moveTo>
                  <a:pt x="9314174" y="44723"/>
                </a:moveTo>
                <a:cubicBezTo>
                  <a:pt x="9312240" y="44723"/>
                  <a:pt x="9310478" y="45107"/>
                  <a:pt x="9308891" y="45876"/>
                </a:cubicBezTo>
                <a:cubicBezTo>
                  <a:pt x="9307304" y="46645"/>
                  <a:pt x="9305790" y="47873"/>
                  <a:pt x="9304352" y="49560"/>
                </a:cubicBezTo>
                <a:lnTo>
                  <a:pt x="9304352" y="71661"/>
                </a:lnTo>
                <a:cubicBezTo>
                  <a:pt x="9305641" y="73099"/>
                  <a:pt x="9307179" y="74228"/>
                  <a:pt x="9308965" y="75046"/>
                </a:cubicBezTo>
                <a:cubicBezTo>
                  <a:pt x="9310751" y="75865"/>
                  <a:pt x="9312636" y="76274"/>
                  <a:pt x="9314621" y="76274"/>
                </a:cubicBezTo>
                <a:cubicBezTo>
                  <a:pt x="9317994" y="76274"/>
                  <a:pt x="9320550" y="74960"/>
                  <a:pt x="9322286" y="72330"/>
                </a:cubicBezTo>
                <a:cubicBezTo>
                  <a:pt x="9324021" y="69701"/>
                  <a:pt x="9324890" y="65807"/>
                  <a:pt x="9324890" y="60647"/>
                </a:cubicBezTo>
                <a:cubicBezTo>
                  <a:pt x="9324890" y="55389"/>
                  <a:pt x="9323984" y="51420"/>
                  <a:pt x="9322174" y="48741"/>
                </a:cubicBezTo>
                <a:cubicBezTo>
                  <a:pt x="9320364" y="46062"/>
                  <a:pt x="9317696" y="44723"/>
                  <a:pt x="9314174" y="44723"/>
                </a:cubicBezTo>
                <a:close/>
                <a:moveTo>
                  <a:pt x="7894950" y="44723"/>
                </a:moveTo>
                <a:cubicBezTo>
                  <a:pt x="7893015" y="44723"/>
                  <a:pt x="7891254" y="45107"/>
                  <a:pt x="7889666" y="45876"/>
                </a:cubicBezTo>
                <a:cubicBezTo>
                  <a:pt x="7888079" y="46645"/>
                  <a:pt x="7886566" y="47873"/>
                  <a:pt x="7885127" y="49560"/>
                </a:cubicBezTo>
                <a:lnTo>
                  <a:pt x="7885127" y="71661"/>
                </a:lnTo>
                <a:cubicBezTo>
                  <a:pt x="7886417" y="73099"/>
                  <a:pt x="7887955" y="74228"/>
                  <a:pt x="7889741" y="75046"/>
                </a:cubicBezTo>
                <a:cubicBezTo>
                  <a:pt x="7891527" y="75865"/>
                  <a:pt x="7893411" y="76274"/>
                  <a:pt x="7895396" y="76274"/>
                </a:cubicBezTo>
                <a:cubicBezTo>
                  <a:pt x="7898769" y="76274"/>
                  <a:pt x="7901325" y="74960"/>
                  <a:pt x="7903061" y="72330"/>
                </a:cubicBezTo>
                <a:cubicBezTo>
                  <a:pt x="7904797" y="69701"/>
                  <a:pt x="7905665" y="65807"/>
                  <a:pt x="7905665" y="60647"/>
                </a:cubicBezTo>
                <a:cubicBezTo>
                  <a:pt x="7905665" y="55389"/>
                  <a:pt x="7904760" y="51420"/>
                  <a:pt x="7902949" y="48741"/>
                </a:cubicBezTo>
                <a:cubicBezTo>
                  <a:pt x="7901139" y="46062"/>
                  <a:pt x="7898472" y="44723"/>
                  <a:pt x="7894950" y="44723"/>
                </a:cubicBezTo>
                <a:close/>
                <a:moveTo>
                  <a:pt x="7475850" y="44723"/>
                </a:moveTo>
                <a:cubicBezTo>
                  <a:pt x="7473915" y="44723"/>
                  <a:pt x="7472154" y="45107"/>
                  <a:pt x="7470566" y="45876"/>
                </a:cubicBezTo>
                <a:cubicBezTo>
                  <a:pt x="7468979" y="46645"/>
                  <a:pt x="7467466" y="47873"/>
                  <a:pt x="7466027" y="49560"/>
                </a:cubicBezTo>
                <a:lnTo>
                  <a:pt x="7466027" y="71661"/>
                </a:lnTo>
                <a:cubicBezTo>
                  <a:pt x="7467317" y="73099"/>
                  <a:pt x="7468855" y="74228"/>
                  <a:pt x="7470641" y="75046"/>
                </a:cubicBezTo>
                <a:cubicBezTo>
                  <a:pt x="7472427" y="75865"/>
                  <a:pt x="7474312" y="76274"/>
                  <a:pt x="7476296" y="76274"/>
                </a:cubicBezTo>
                <a:cubicBezTo>
                  <a:pt x="7479670" y="76274"/>
                  <a:pt x="7482224" y="74960"/>
                  <a:pt x="7483961" y="72330"/>
                </a:cubicBezTo>
                <a:cubicBezTo>
                  <a:pt x="7485697" y="69701"/>
                  <a:pt x="7486565" y="65807"/>
                  <a:pt x="7486565" y="60647"/>
                </a:cubicBezTo>
                <a:cubicBezTo>
                  <a:pt x="7486565" y="55389"/>
                  <a:pt x="7485660" y="51420"/>
                  <a:pt x="7483849" y="48741"/>
                </a:cubicBezTo>
                <a:cubicBezTo>
                  <a:pt x="7482038" y="46062"/>
                  <a:pt x="7479372" y="44723"/>
                  <a:pt x="7475850" y="44723"/>
                </a:cubicBezTo>
                <a:close/>
                <a:moveTo>
                  <a:pt x="7123425" y="44723"/>
                </a:moveTo>
                <a:cubicBezTo>
                  <a:pt x="7121490" y="44723"/>
                  <a:pt x="7119729" y="45107"/>
                  <a:pt x="7118141" y="45876"/>
                </a:cubicBezTo>
                <a:cubicBezTo>
                  <a:pt x="7116554" y="46645"/>
                  <a:pt x="7115041" y="47873"/>
                  <a:pt x="7113602" y="49560"/>
                </a:cubicBezTo>
                <a:lnTo>
                  <a:pt x="7113602" y="71661"/>
                </a:lnTo>
                <a:cubicBezTo>
                  <a:pt x="7114892" y="73099"/>
                  <a:pt x="7116430" y="74228"/>
                  <a:pt x="7118216" y="75046"/>
                </a:cubicBezTo>
                <a:cubicBezTo>
                  <a:pt x="7120002" y="75865"/>
                  <a:pt x="7121887" y="76274"/>
                  <a:pt x="7123871" y="76274"/>
                </a:cubicBezTo>
                <a:cubicBezTo>
                  <a:pt x="7127245" y="76274"/>
                  <a:pt x="7129799" y="74960"/>
                  <a:pt x="7131536" y="72330"/>
                </a:cubicBezTo>
                <a:cubicBezTo>
                  <a:pt x="7133272" y="69701"/>
                  <a:pt x="7134140" y="65807"/>
                  <a:pt x="7134140" y="60647"/>
                </a:cubicBezTo>
                <a:cubicBezTo>
                  <a:pt x="7134140" y="55389"/>
                  <a:pt x="7133235" y="51420"/>
                  <a:pt x="7131424" y="48741"/>
                </a:cubicBezTo>
                <a:cubicBezTo>
                  <a:pt x="7129613" y="46062"/>
                  <a:pt x="7126947" y="44723"/>
                  <a:pt x="7123425" y="44723"/>
                </a:cubicBezTo>
                <a:close/>
                <a:moveTo>
                  <a:pt x="5342250" y="44723"/>
                </a:moveTo>
                <a:cubicBezTo>
                  <a:pt x="5340315" y="44723"/>
                  <a:pt x="5338553" y="45107"/>
                  <a:pt x="5336966" y="45876"/>
                </a:cubicBezTo>
                <a:cubicBezTo>
                  <a:pt x="5335380" y="46645"/>
                  <a:pt x="5333865" y="47873"/>
                  <a:pt x="5332427" y="49560"/>
                </a:cubicBezTo>
                <a:lnTo>
                  <a:pt x="5332427" y="71661"/>
                </a:lnTo>
                <a:cubicBezTo>
                  <a:pt x="5333716" y="73099"/>
                  <a:pt x="5335255" y="74228"/>
                  <a:pt x="5337041" y="75046"/>
                </a:cubicBezTo>
                <a:cubicBezTo>
                  <a:pt x="5338827" y="75865"/>
                  <a:pt x="5340711" y="76274"/>
                  <a:pt x="5342696" y="76274"/>
                </a:cubicBezTo>
                <a:cubicBezTo>
                  <a:pt x="5346069" y="76274"/>
                  <a:pt x="5348625" y="74960"/>
                  <a:pt x="5350361" y="72330"/>
                </a:cubicBezTo>
                <a:cubicBezTo>
                  <a:pt x="5352097" y="69701"/>
                  <a:pt x="5352966" y="65807"/>
                  <a:pt x="5352966" y="60647"/>
                </a:cubicBezTo>
                <a:cubicBezTo>
                  <a:pt x="5352966" y="55389"/>
                  <a:pt x="5352060" y="51420"/>
                  <a:pt x="5350249" y="48741"/>
                </a:cubicBezTo>
                <a:cubicBezTo>
                  <a:pt x="5348439" y="46062"/>
                  <a:pt x="5345772" y="44723"/>
                  <a:pt x="5342250" y="44723"/>
                </a:cubicBezTo>
                <a:close/>
                <a:moveTo>
                  <a:pt x="5237475" y="44723"/>
                </a:moveTo>
                <a:cubicBezTo>
                  <a:pt x="5235540" y="44723"/>
                  <a:pt x="5233778" y="45107"/>
                  <a:pt x="5232192" y="45876"/>
                </a:cubicBezTo>
                <a:cubicBezTo>
                  <a:pt x="5230604" y="46645"/>
                  <a:pt x="5229091" y="47873"/>
                  <a:pt x="5227652" y="49560"/>
                </a:cubicBezTo>
                <a:lnTo>
                  <a:pt x="5227652" y="71661"/>
                </a:lnTo>
                <a:cubicBezTo>
                  <a:pt x="5228941" y="73099"/>
                  <a:pt x="5230480" y="74228"/>
                  <a:pt x="5232266" y="75046"/>
                </a:cubicBezTo>
                <a:cubicBezTo>
                  <a:pt x="5234052" y="75865"/>
                  <a:pt x="5235936" y="76274"/>
                  <a:pt x="5237921" y="76274"/>
                </a:cubicBezTo>
                <a:cubicBezTo>
                  <a:pt x="5241294" y="76274"/>
                  <a:pt x="5243850" y="74960"/>
                  <a:pt x="5245586" y="72330"/>
                </a:cubicBezTo>
                <a:cubicBezTo>
                  <a:pt x="5247322" y="69701"/>
                  <a:pt x="5248190" y="65807"/>
                  <a:pt x="5248190" y="60647"/>
                </a:cubicBezTo>
                <a:cubicBezTo>
                  <a:pt x="5248190" y="55389"/>
                  <a:pt x="5247285" y="51420"/>
                  <a:pt x="5245474" y="48741"/>
                </a:cubicBezTo>
                <a:cubicBezTo>
                  <a:pt x="5243664" y="46062"/>
                  <a:pt x="5240997" y="44723"/>
                  <a:pt x="5237475" y="44723"/>
                </a:cubicBezTo>
                <a:close/>
                <a:moveTo>
                  <a:pt x="1894200" y="44723"/>
                </a:moveTo>
                <a:cubicBezTo>
                  <a:pt x="1892265" y="44723"/>
                  <a:pt x="1890505" y="45107"/>
                  <a:pt x="1888917" y="45876"/>
                </a:cubicBezTo>
                <a:cubicBezTo>
                  <a:pt x="1887329" y="46645"/>
                  <a:pt x="1885816" y="47873"/>
                  <a:pt x="1884377" y="49560"/>
                </a:cubicBezTo>
                <a:lnTo>
                  <a:pt x="1884377" y="71661"/>
                </a:lnTo>
                <a:cubicBezTo>
                  <a:pt x="1885668" y="73099"/>
                  <a:pt x="1887205" y="74228"/>
                  <a:pt x="1888992" y="75046"/>
                </a:cubicBezTo>
                <a:cubicBezTo>
                  <a:pt x="1890777" y="75865"/>
                  <a:pt x="1892662" y="76274"/>
                  <a:pt x="1894647" y="76274"/>
                </a:cubicBezTo>
                <a:cubicBezTo>
                  <a:pt x="1898020" y="76274"/>
                  <a:pt x="1900575" y="74960"/>
                  <a:pt x="1902311" y="72330"/>
                </a:cubicBezTo>
                <a:cubicBezTo>
                  <a:pt x="1904048" y="69701"/>
                  <a:pt x="1904916" y="65807"/>
                  <a:pt x="1904916" y="60647"/>
                </a:cubicBezTo>
                <a:cubicBezTo>
                  <a:pt x="1904916" y="55389"/>
                  <a:pt x="1904011" y="51420"/>
                  <a:pt x="1902200" y="48741"/>
                </a:cubicBezTo>
                <a:cubicBezTo>
                  <a:pt x="1900389" y="46062"/>
                  <a:pt x="1897722" y="44723"/>
                  <a:pt x="1894200" y="44723"/>
                </a:cubicBezTo>
                <a:close/>
                <a:moveTo>
                  <a:pt x="1789426" y="44723"/>
                </a:moveTo>
                <a:cubicBezTo>
                  <a:pt x="1787491" y="44723"/>
                  <a:pt x="1785730" y="45107"/>
                  <a:pt x="1784142" y="45876"/>
                </a:cubicBezTo>
                <a:cubicBezTo>
                  <a:pt x="1782554" y="46645"/>
                  <a:pt x="1781041" y="47873"/>
                  <a:pt x="1779602" y="49560"/>
                </a:cubicBezTo>
                <a:lnTo>
                  <a:pt x="1779602" y="71661"/>
                </a:lnTo>
                <a:cubicBezTo>
                  <a:pt x="1780892" y="73099"/>
                  <a:pt x="1782430" y="74228"/>
                  <a:pt x="1784217" y="75046"/>
                </a:cubicBezTo>
                <a:cubicBezTo>
                  <a:pt x="1786002" y="75865"/>
                  <a:pt x="1787888" y="76274"/>
                  <a:pt x="1789871" y="76274"/>
                </a:cubicBezTo>
                <a:cubicBezTo>
                  <a:pt x="1793245" y="76274"/>
                  <a:pt x="1795800" y="74960"/>
                  <a:pt x="1797536" y="72330"/>
                </a:cubicBezTo>
                <a:cubicBezTo>
                  <a:pt x="1799273" y="69701"/>
                  <a:pt x="1800141" y="65807"/>
                  <a:pt x="1800141" y="60647"/>
                </a:cubicBezTo>
                <a:cubicBezTo>
                  <a:pt x="1800141" y="55389"/>
                  <a:pt x="1799236" y="51420"/>
                  <a:pt x="1797425" y="48741"/>
                </a:cubicBezTo>
                <a:cubicBezTo>
                  <a:pt x="1795614" y="46062"/>
                  <a:pt x="1792948" y="44723"/>
                  <a:pt x="1789426" y="44723"/>
                </a:cubicBezTo>
                <a:close/>
                <a:moveTo>
                  <a:pt x="10817190" y="44425"/>
                </a:moveTo>
                <a:cubicBezTo>
                  <a:pt x="10813767" y="44425"/>
                  <a:pt x="10811175" y="45641"/>
                  <a:pt x="10809413" y="48071"/>
                </a:cubicBezTo>
                <a:cubicBezTo>
                  <a:pt x="10807652" y="50502"/>
                  <a:pt x="10806772" y="54124"/>
                  <a:pt x="10806772" y="58936"/>
                </a:cubicBezTo>
                <a:cubicBezTo>
                  <a:pt x="10806772" y="63798"/>
                  <a:pt x="10807689" y="67481"/>
                  <a:pt x="10809525" y="69986"/>
                </a:cubicBezTo>
                <a:cubicBezTo>
                  <a:pt x="10811361" y="72492"/>
                  <a:pt x="10814089" y="73744"/>
                  <a:pt x="10817711" y="73744"/>
                </a:cubicBezTo>
                <a:cubicBezTo>
                  <a:pt x="10819645" y="73744"/>
                  <a:pt x="10821407" y="73360"/>
                  <a:pt x="10822994" y="72591"/>
                </a:cubicBezTo>
                <a:cubicBezTo>
                  <a:pt x="10824581" y="71822"/>
                  <a:pt x="10826095" y="70594"/>
                  <a:pt x="10827533" y="68907"/>
                </a:cubicBezTo>
                <a:lnTo>
                  <a:pt x="10827533" y="49039"/>
                </a:lnTo>
                <a:cubicBezTo>
                  <a:pt x="10826194" y="47550"/>
                  <a:pt x="10824631" y="46409"/>
                  <a:pt x="10822845" y="45616"/>
                </a:cubicBezTo>
                <a:cubicBezTo>
                  <a:pt x="10821059" y="44822"/>
                  <a:pt x="10819174" y="44425"/>
                  <a:pt x="10817190" y="44425"/>
                </a:cubicBezTo>
                <a:close/>
                <a:moveTo>
                  <a:pt x="8778691" y="44425"/>
                </a:moveTo>
                <a:cubicBezTo>
                  <a:pt x="8775318" y="44425"/>
                  <a:pt x="8772762" y="45740"/>
                  <a:pt x="8771026" y="48369"/>
                </a:cubicBezTo>
                <a:cubicBezTo>
                  <a:pt x="8769290" y="50998"/>
                  <a:pt x="8768422" y="54893"/>
                  <a:pt x="8768422" y="60052"/>
                </a:cubicBezTo>
                <a:cubicBezTo>
                  <a:pt x="8768422" y="65311"/>
                  <a:pt x="8769327" y="69279"/>
                  <a:pt x="8771138" y="71958"/>
                </a:cubicBezTo>
                <a:cubicBezTo>
                  <a:pt x="8772948" y="74637"/>
                  <a:pt x="8775615" y="75977"/>
                  <a:pt x="8779137" y="75977"/>
                </a:cubicBezTo>
                <a:cubicBezTo>
                  <a:pt x="8781072" y="75977"/>
                  <a:pt x="8782834" y="75592"/>
                  <a:pt x="8784421" y="74823"/>
                </a:cubicBezTo>
                <a:cubicBezTo>
                  <a:pt x="8786008" y="74054"/>
                  <a:pt x="8787522" y="72826"/>
                  <a:pt x="8788960" y="71140"/>
                </a:cubicBezTo>
                <a:lnTo>
                  <a:pt x="8788960" y="49039"/>
                </a:lnTo>
                <a:cubicBezTo>
                  <a:pt x="8787670" y="47600"/>
                  <a:pt x="8786132" y="46471"/>
                  <a:pt x="8784346" y="45653"/>
                </a:cubicBezTo>
                <a:cubicBezTo>
                  <a:pt x="8782560" y="44834"/>
                  <a:pt x="8780676" y="44425"/>
                  <a:pt x="8778691" y="44425"/>
                </a:cubicBezTo>
                <a:close/>
                <a:moveTo>
                  <a:pt x="8340541" y="44425"/>
                </a:moveTo>
                <a:cubicBezTo>
                  <a:pt x="8337167" y="44425"/>
                  <a:pt x="8334612" y="45740"/>
                  <a:pt x="8332876" y="48369"/>
                </a:cubicBezTo>
                <a:cubicBezTo>
                  <a:pt x="8331140" y="50998"/>
                  <a:pt x="8330271" y="54893"/>
                  <a:pt x="8330271" y="60052"/>
                </a:cubicBezTo>
                <a:cubicBezTo>
                  <a:pt x="8330271" y="65311"/>
                  <a:pt x="8331177" y="69279"/>
                  <a:pt x="8332988" y="71958"/>
                </a:cubicBezTo>
                <a:cubicBezTo>
                  <a:pt x="8334798" y="74637"/>
                  <a:pt x="8337465" y="75977"/>
                  <a:pt x="8340987" y="75977"/>
                </a:cubicBezTo>
                <a:cubicBezTo>
                  <a:pt x="8342922" y="75977"/>
                  <a:pt x="8344683" y="75592"/>
                  <a:pt x="8346271" y="74823"/>
                </a:cubicBezTo>
                <a:cubicBezTo>
                  <a:pt x="8347858" y="74054"/>
                  <a:pt x="8349371" y="72826"/>
                  <a:pt x="8350810" y="71140"/>
                </a:cubicBezTo>
                <a:lnTo>
                  <a:pt x="8350810" y="49039"/>
                </a:lnTo>
                <a:cubicBezTo>
                  <a:pt x="8349521" y="47600"/>
                  <a:pt x="8347982" y="46471"/>
                  <a:pt x="8346197" y="45653"/>
                </a:cubicBezTo>
                <a:cubicBezTo>
                  <a:pt x="8344411" y="44834"/>
                  <a:pt x="8342525" y="44425"/>
                  <a:pt x="8340541" y="44425"/>
                </a:cubicBezTo>
                <a:close/>
                <a:moveTo>
                  <a:pt x="8073841" y="44425"/>
                </a:moveTo>
                <a:cubicBezTo>
                  <a:pt x="8070467" y="44425"/>
                  <a:pt x="8067912" y="45740"/>
                  <a:pt x="8066176" y="48369"/>
                </a:cubicBezTo>
                <a:cubicBezTo>
                  <a:pt x="8064440" y="50998"/>
                  <a:pt x="8063571" y="54893"/>
                  <a:pt x="8063571" y="60052"/>
                </a:cubicBezTo>
                <a:cubicBezTo>
                  <a:pt x="8063571" y="65311"/>
                  <a:pt x="8064477" y="69279"/>
                  <a:pt x="8066288" y="71958"/>
                </a:cubicBezTo>
                <a:cubicBezTo>
                  <a:pt x="8068098" y="74637"/>
                  <a:pt x="8070765" y="75977"/>
                  <a:pt x="8074287" y="75977"/>
                </a:cubicBezTo>
                <a:cubicBezTo>
                  <a:pt x="8076222" y="75977"/>
                  <a:pt x="8077983" y="75592"/>
                  <a:pt x="8079571" y="74823"/>
                </a:cubicBezTo>
                <a:cubicBezTo>
                  <a:pt x="8081158" y="74054"/>
                  <a:pt x="8082671" y="72826"/>
                  <a:pt x="8084110" y="71140"/>
                </a:cubicBezTo>
                <a:lnTo>
                  <a:pt x="8084110" y="49039"/>
                </a:lnTo>
                <a:cubicBezTo>
                  <a:pt x="8082821" y="47600"/>
                  <a:pt x="8081282" y="46471"/>
                  <a:pt x="8079497" y="45653"/>
                </a:cubicBezTo>
                <a:cubicBezTo>
                  <a:pt x="8077711" y="44834"/>
                  <a:pt x="8075825" y="44425"/>
                  <a:pt x="8073841" y="44425"/>
                </a:cubicBezTo>
                <a:close/>
                <a:moveTo>
                  <a:pt x="7988116" y="44425"/>
                </a:moveTo>
                <a:cubicBezTo>
                  <a:pt x="7984743" y="44425"/>
                  <a:pt x="7982187" y="45740"/>
                  <a:pt x="7980451" y="48369"/>
                </a:cubicBezTo>
                <a:cubicBezTo>
                  <a:pt x="7978715" y="50998"/>
                  <a:pt x="7977847" y="54893"/>
                  <a:pt x="7977847" y="60052"/>
                </a:cubicBezTo>
                <a:cubicBezTo>
                  <a:pt x="7977847" y="65311"/>
                  <a:pt x="7978753" y="69279"/>
                  <a:pt x="7980563" y="71958"/>
                </a:cubicBezTo>
                <a:cubicBezTo>
                  <a:pt x="7982373" y="74637"/>
                  <a:pt x="7985041" y="75977"/>
                  <a:pt x="7988563" y="75977"/>
                </a:cubicBezTo>
                <a:cubicBezTo>
                  <a:pt x="7990497" y="75977"/>
                  <a:pt x="7992259" y="75592"/>
                  <a:pt x="7993845" y="74823"/>
                </a:cubicBezTo>
                <a:cubicBezTo>
                  <a:pt x="7995433" y="74054"/>
                  <a:pt x="7996947" y="72826"/>
                  <a:pt x="7998385" y="71140"/>
                </a:cubicBezTo>
                <a:lnTo>
                  <a:pt x="7998385" y="49039"/>
                </a:lnTo>
                <a:cubicBezTo>
                  <a:pt x="7997095" y="47600"/>
                  <a:pt x="7995557" y="46471"/>
                  <a:pt x="7993771" y="45653"/>
                </a:cubicBezTo>
                <a:cubicBezTo>
                  <a:pt x="7991985" y="44834"/>
                  <a:pt x="7990101" y="44425"/>
                  <a:pt x="7988116" y="44425"/>
                </a:cubicBezTo>
                <a:close/>
                <a:moveTo>
                  <a:pt x="7730941" y="44425"/>
                </a:moveTo>
                <a:cubicBezTo>
                  <a:pt x="7727567" y="44425"/>
                  <a:pt x="7725013" y="45740"/>
                  <a:pt x="7723276" y="48369"/>
                </a:cubicBezTo>
                <a:cubicBezTo>
                  <a:pt x="7721540" y="50998"/>
                  <a:pt x="7720672" y="54893"/>
                  <a:pt x="7720672" y="60052"/>
                </a:cubicBezTo>
                <a:cubicBezTo>
                  <a:pt x="7720672" y="65311"/>
                  <a:pt x="7721577" y="69279"/>
                  <a:pt x="7723388" y="71958"/>
                </a:cubicBezTo>
                <a:cubicBezTo>
                  <a:pt x="7725199" y="74637"/>
                  <a:pt x="7727865" y="75977"/>
                  <a:pt x="7731388" y="75977"/>
                </a:cubicBezTo>
                <a:cubicBezTo>
                  <a:pt x="7733322" y="75977"/>
                  <a:pt x="7735083" y="75592"/>
                  <a:pt x="7736671" y="74823"/>
                </a:cubicBezTo>
                <a:cubicBezTo>
                  <a:pt x="7738259" y="74054"/>
                  <a:pt x="7739771" y="72826"/>
                  <a:pt x="7741210" y="71140"/>
                </a:cubicBezTo>
                <a:lnTo>
                  <a:pt x="7741210" y="49039"/>
                </a:lnTo>
                <a:cubicBezTo>
                  <a:pt x="7739920" y="47600"/>
                  <a:pt x="7738382" y="46471"/>
                  <a:pt x="7736597" y="45653"/>
                </a:cubicBezTo>
                <a:cubicBezTo>
                  <a:pt x="7734811" y="44834"/>
                  <a:pt x="7732925" y="44425"/>
                  <a:pt x="7730941" y="44425"/>
                </a:cubicBezTo>
                <a:close/>
                <a:moveTo>
                  <a:pt x="7578541" y="44425"/>
                </a:moveTo>
                <a:cubicBezTo>
                  <a:pt x="7575167" y="44425"/>
                  <a:pt x="7572613" y="45740"/>
                  <a:pt x="7570876" y="48369"/>
                </a:cubicBezTo>
                <a:cubicBezTo>
                  <a:pt x="7569140" y="50998"/>
                  <a:pt x="7568272" y="54893"/>
                  <a:pt x="7568272" y="60052"/>
                </a:cubicBezTo>
                <a:cubicBezTo>
                  <a:pt x="7568272" y="65311"/>
                  <a:pt x="7569177" y="69279"/>
                  <a:pt x="7570988" y="71958"/>
                </a:cubicBezTo>
                <a:cubicBezTo>
                  <a:pt x="7572799" y="74637"/>
                  <a:pt x="7575465" y="75977"/>
                  <a:pt x="7578988" y="75977"/>
                </a:cubicBezTo>
                <a:cubicBezTo>
                  <a:pt x="7580922" y="75977"/>
                  <a:pt x="7582683" y="75592"/>
                  <a:pt x="7584271" y="74823"/>
                </a:cubicBezTo>
                <a:cubicBezTo>
                  <a:pt x="7585859" y="74054"/>
                  <a:pt x="7587371" y="72826"/>
                  <a:pt x="7588810" y="71140"/>
                </a:cubicBezTo>
                <a:lnTo>
                  <a:pt x="7588810" y="49039"/>
                </a:lnTo>
                <a:cubicBezTo>
                  <a:pt x="7587520" y="47600"/>
                  <a:pt x="7585982" y="46471"/>
                  <a:pt x="7584197" y="45653"/>
                </a:cubicBezTo>
                <a:cubicBezTo>
                  <a:pt x="7582411" y="44834"/>
                  <a:pt x="7580525" y="44425"/>
                  <a:pt x="7578541" y="44425"/>
                </a:cubicBezTo>
                <a:close/>
                <a:moveTo>
                  <a:pt x="7330891" y="44425"/>
                </a:moveTo>
                <a:cubicBezTo>
                  <a:pt x="7327518" y="44425"/>
                  <a:pt x="7324963" y="45740"/>
                  <a:pt x="7323226" y="48369"/>
                </a:cubicBezTo>
                <a:cubicBezTo>
                  <a:pt x="7321490" y="50998"/>
                  <a:pt x="7320622" y="54893"/>
                  <a:pt x="7320622" y="60052"/>
                </a:cubicBezTo>
                <a:cubicBezTo>
                  <a:pt x="7320622" y="65311"/>
                  <a:pt x="7321527" y="69279"/>
                  <a:pt x="7323338" y="71958"/>
                </a:cubicBezTo>
                <a:cubicBezTo>
                  <a:pt x="7325149" y="74637"/>
                  <a:pt x="7327815" y="75977"/>
                  <a:pt x="7331338" y="75977"/>
                </a:cubicBezTo>
                <a:cubicBezTo>
                  <a:pt x="7333272" y="75977"/>
                  <a:pt x="7335034" y="75592"/>
                  <a:pt x="7336621" y="74823"/>
                </a:cubicBezTo>
                <a:cubicBezTo>
                  <a:pt x="7338209" y="74054"/>
                  <a:pt x="7339721" y="72826"/>
                  <a:pt x="7341160" y="71140"/>
                </a:cubicBezTo>
                <a:lnTo>
                  <a:pt x="7341160" y="49039"/>
                </a:lnTo>
                <a:cubicBezTo>
                  <a:pt x="7339870" y="47600"/>
                  <a:pt x="7338332" y="46471"/>
                  <a:pt x="7336547" y="45653"/>
                </a:cubicBezTo>
                <a:cubicBezTo>
                  <a:pt x="7334761" y="44834"/>
                  <a:pt x="7332875" y="44425"/>
                  <a:pt x="7330891" y="44425"/>
                </a:cubicBezTo>
                <a:close/>
                <a:moveTo>
                  <a:pt x="5883240" y="44425"/>
                </a:moveTo>
                <a:cubicBezTo>
                  <a:pt x="5879817" y="44425"/>
                  <a:pt x="5877225" y="45641"/>
                  <a:pt x="5875464" y="48071"/>
                </a:cubicBezTo>
                <a:cubicBezTo>
                  <a:pt x="5873703" y="50502"/>
                  <a:pt x="5872822" y="54124"/>
                  <a:pt x="5872822" y="58936"/>
                </a:cubicBezTo>
                <a:cubicBezTo>
                  <a:pt x="5872822" y="63798"/>
                  <a:pt x="5873740" y="67481"/>
                  <a:pt x="5875575" y="69986"/>
                </a:cubicBezTo>
                <a:cubicBezTo>
                  <a:pt x="5877411" y="72492"/>
                  <a:pt x="5880139" y="73744"/>
                  <a:pt x="5883761" y="73744"/>
                </a:cubicBezTo>
                <a:cubicBezTo>
                  <a:pt x="5885696" y="73744"/>
                  <a:pt x="5887456" y="73360"/>
                  <a:pt x="5889044" y="72591"/>
                </a:cubicBezTo>
                <a:cubicBezTo>
                  <a:pt x="5890632" y="71822"/>
                  <a:pt x="5892145" y="70594"/>
                  <a:pt x="5893583" y="68907"/>
                </a:cubicBezTo>
                <a:lnTo>
                  <a:pt x="5893583" y="49039"/>
                </a:lnTo>
                <a:cubicBezTo>
                  <a:pt x="5892244" y="47550"/>
                  <a:pt x="5890681" y="46409"/>
                  <a:pt x="5888895" y="45616"/>
                </a:cubicBezTo>
                <a:cubicBezTo>
                  <a:pt x="5887109" y="44822"/>
                  <a:pt x="5885224" y="44425"/>
                  <a:pt x="5883240" y="44425"/>
                </a:cubicBezTo>
                <a:close/>
                <a:moveTo>
                  <a:pt x="4149541" y="44425"/>
                </a:moveTo>
                <a:cubicBezTo>
                  <a:pt x="4146168" y="44425"/>
                  <a:pt x="4143613" y="45740"/>
                  <a:pt x="4141876" y="48369"/>
                </a:cubicBezTo>
                <a:cubicBezTo>
                  <a:pt x="4140140" y="50998"/>
                  <a:pt x="4139272" y="54893"/>
                  <a:pt x="4139272" y="60052"/>
                </a:cubicBezTo>
                <a:cubicBezTo>
                  <a:pt x="4139272" y="65311"/>
                  <a:pt x="4140177" y="69279"/>
                  <a:pt x="4141989" y="71958"/>
                </a:cubicBezTo>
                <a:cubicBezTo>
                  <a:pt x="4143799" y="74637"/>
                  <a:pt x="4146465" y="75977"/>
                  <a:pt x="4149987" y="75977"/>
                </a:cubicBezTo>
                <a:cubicBezTo>
                  <a:pt x="4151922" y="75977"/>
                  <a:pt x="4153683" y="75592"/>
                  <a:pt x="4155271" y="74823"/>
                </a:cubicBezTo>
                <a:cubicBezTo>
                  <a:pt x="4156858" y="74054"/>
                  <a:pt x="4158372" y="72826"/>
                  <a:pt x="4159810" y="71140"/>
                </a:cubicBezTo>
                <a:lnTo>
                  <a:pt x="4159810" y="49039"/>
                </a:lnTo>
                <a:cubicBezTo>
                  <a:pt x="4158520" y="47600"/>
                  <a:pt x="4156982" y="46471"/>
                  <a:pt x="4155196" y="45653"/>
                </a:cubicBezTo>
                <a:cubicBezTo>
                  <a:pt x="4153410" y="44834"/>
                  <a:pt x="4151525" y="44425"/>
                  <a:pt x="4149541" y="44425"/>
                </a:cubicBezTo>
                <a:close/>
                <a:moveTo>
                  <a:pt x="3920941" y="44425"/>
                </a:moveTo>
                <a:cubicBezTo>
                  <a:pt x="3917568" y="44425"/>
                  <a:pt x="3915013" y="45740"/>
                  <a:pt x="3913276" y="48369"/>
                </a:cubicBezTo>
                <a:cubicBezTo>
                  <a:pt x="3911540" y="50998"/>
                  <a:pt x="3910672" y="54893"/>
                  <a:pt x="3910672" y="60052"/>
                </a:cubicBezTo>
                <a:cubicBezTo>
                  <a:pt x="3910672" y="65311"/>
                  <a:pt x="3911577" y="69279"/>
                  <a:pt x="3913388" y="71958"/>
                </a:cubicBezTo>
                <a:cubicBezTo>
                  <a:pt x="3915199" y="74637"/>
                  <a:pt x="3917865" y="75977"/>
                  <a:pt x="3921387" y="75977"/>
                </a:cubicBezTo>
                <a:cubicBezTo>
                  <a:pt x="3923322" y="75977"/>
                  <a:pt x="3925083" y="75592"/>
                  <a:pt x="3926672" y="74823"/>
                </a:cubicBezTo>
                <a:cubicBezTo>
                  <a:pt x="3928258" y="74054"/>
                  <a:pt x="3929771" y="72826"/>
                  <a:pt x="3931210" y="71140"/>
                </a:cubicBezTo>
                <a:lnTo>
                  <a:pt x="3931210" y="49039"/>
                </a:lnTo>
                <a:cubicBezTo>
                  <a:pt x="3929921" y="47600"/>
                  <a:pt x="3928382" y="46471"/>
                  <a:pt x="3926596" y="45653"/>
                </a:cubicBezTo>
                <a:cubicBezTo>
                  <a:pt x="3924810" y="44834"/>
                  <a:pt x="3922925" y="44425"/>
                  <a:pt x="3920941" y="44425"/>
                </a:cubicBezTo>
                <a:close/>
                <a:moveTo>
                  <a:pt x="3473267" y="44425"/>
                </a:moveTo>
                <a:cubicBezTo>
                  <a:pt x="3469893" y="44425"/>
                  <a:pt x="3467339" y="45740"/>
                  <a:pt x="3465602" y="48369"/>
                </a:cubicBezTo>
                <a:cubicBezTo>
                  <a:pt x="3463865" y="50998"/>
                  <a:pt x="3462998" y="54893"/>
                  <a:pt x="3462998" y="60052"/>
                </a:cubicBezTo>
                <a:cubicBezTo>
                  <a:pt x="3462998" y="65311"/>
                  <a:pt x="3463903" y="69279"/>
                  <a:pt x="3465714" y="71958"/>
                </a:cubicBezTo>
                <a:cubicBezTo>
                  <a:pt x="3467524" y="74637"/>
                  <a:pt x="3470191" y="75977"/>
                  <a:pt x="3473713" y="75977"/>
                </a:cubicBezTo>
                <a:cubicBezTo>
                  <a:pt x="3475648" y="75977"/>
                  <a:pt x="3477409" y="75592"/>
                  <a:pt x="3478997" y="74823"/>
                </a:cubicBezTo>
                <a:cubicBezTo>
                  <a:pt x="3480584" y="74054"/>
                  <a:pt x="3482097" y="72826"/>
                  <a:pt x="3483536" y="71140"/>
                </a:cubicBezTo>
                <a:lnTo>
                  <a:pt x="3483536" y="49039"/>
                </a:lnTo>
                <a:cubicBezTo>
                  <a:pt x="3482246" y="47600"/>
                  <a:pt x="3480708" y="46471"/>
                  <a:pt x="3478922" y="45653"/>
                </a:cubicBezTo>
                <a:cubicBezTo>
                  <a:pt x="3477136" y="44834"/>
                  <a:pt x="3475251" y="44425"/>
                  <a:pt x="3473267" y="44425"/>
                </a:cubicBezTo>
                <a:close/>
                <a:moveTo>
                  <a:pt x="2520916" y="44425"/>
                </a:moveTo>
                <a:cubicBezTo>
                  <a:pt x="2517492" y="44425"/>
                  <a:pt x="2514900" y="45641"/>
                  <a:pt x="2513139" y="48071"/>
                </a:cubicBezTo>
                <a:cubicBezTo>
                  <a:pt x="2511378" y="50502"/>
                  <a:pt x="2510498" y="54124"/>
                  <a:pt x="2510498" y="58936"/>
                </a:cubicBezTo>
                <a:cubicBezTo>
                  <a:pt x="2510498" y="63798"/>
                  <a:pt x="2511416" y="67481"/>
                  <a:pt x="2513251" y="69986"/>
                </a:cubicBezTo>
                <a:cubicBezTo>
                  <a:pt x="2515086" y="72492"/>
                  <a:pt x="2517815" y="73744"/>
                  <a:pt x="2521436" y="73744"/>
                </a:cubicBezTo>
                <a:cubicBezTo>
                  <a:pt x="2523371" y="73744"/>
                  <a:pt x="2525132" y="73360"/>
                  <a:pt x="2526720" y="72591"/>
                </a:cubicBezTo>
                <a:cubicBezTo>
                  <a:pt x="2528308" y="71822"/>
                  <a:pt x="2529820" y="70594"/>
                  <a:pt x="2531259" y="68907"/>
                </a:cubicBezTo>
                <a:lnTo>
                  <a:pt x="2531259" y="49039"/>
                </a:lnTo>
                <a:cubicBezTo>
                  <a:pt x="2529920" y="47550"/>
                  <a:pt x="2528357" y="46409"/>
                  <a:pt x="2526571" y="45616"/>
                </a:cubicBezTo>
                <a:cubicBezTo>
                  <a:pt x="2524785" y="44822"/>
                  <a:pt x="2522900" y="44425"/>
                  <a:pt x="2520916" y="44425"/>
                </a:cubicBezTo>
                <a:close/>
                <a:moveTo>
                  <a:pt x="11074811" y="44351"/>
                </a:moveTo>
                <a:cubicBezTo>
                  <a:pt x="11071239" y="44351"/>
                  <a:pt x="11068536" y="45703"/>
                  <a:pt x="11066700" y="48406"/>
                </a:cubicBezTo>
                <a:cubicBezTo>
                  <a:pt x="11064864" y="51110"/>
                  <a:pt x="11063947" y="55091"/>
                  <a:pt x="11063947" y="60350"/>
                </a:cubicBezTo>
                <a:cubicBezTo>
                  <a:pt x="11063947" y="65608"/>
                  <a:pt x="11064864" y="69589"/>
                  <a:pt x="11066700" y="72293"/>
                </a:cubicBezTo>
                <a:cubicBezTo>
                  <a:pt x="11068536" y="74997"/>
                  <a:pt x="11071215" y="76349"/>
                  <a:pt x="11074737" y="76349"/>
                </a:cubicBezTo>
                <a:cubicBezTo>
                  <a:pt x="11078309" y="76349"/>
                  <a:pt x="11081012" y="74997"/>
                  <a:pt x="11082848" y="72293"/>
                </a:cubicBezTo>
                <a:cubicBezTo>
                  <a:pt x="11084684" y="69589"/>
                  <a:pt x="11085601" y="65608"/>
                  <a:pt x="11085601" y="60350"/>
                </a:cubicBezTo>
                <a:cubicBezTo>
                  <a:pt x="11085601" y="55091"/>
                  <a:pt x="11084684" y="51110"/>
                  <a:pt x="11082848" y="48406"/>
                </a:cubicBezTo>
                <a:cubicBezTo>
                  <a:pt x="11081012" y="45703"/>
                  <a:pt x="11078333" y="44351"/>
                  <a:pt x="11074811" y="44351"/>
                </a:cubicBezTo>
                <a:close/>
                <a:moveTo>
                  <a:pt x="10941015" y="44351"/>
                </a:moveTo>
                <a:cubicBezTo>
                  <a:pt x="10937839" y="44351"/>
                  <a:pt x="10935372" y="45430"/>
                  <a:pt x="10933610" y="47588"/>
                </a:cubicBezTo>
                <a:cubicBezTo>
                  <a:pt x="10931849" y="49746"/>
                  <a:pt x="10930795" y="52958"/>
                  <a:pt x="10930448" y="57224"/>
                </a:cubicBezTo>
                <a:lnTo>
                  <a:pt x="10951581" y="57224"/>
                </a:lnTo>
                <a:cubicBezTo>
                  <a:pt x="10951531" y="53156"/>
                  <a:pt x="10950577" y="49994"/>
                  <a:pt x="10948716" y="47737"/>
                </a:cubicBezTo>
                <a:cubicBezTo>
                  <a:pt x="10946856" y="45479"/>
                  <a:pt x="10944289" y="44351"/>
                  <a:pt x="10941015" y="44351"/>
                </a:cubicBezTo>
                <a:close/>
                <a:moveTo>
                  <a:pt x="10465211" y="44351"/>
                </a:moveTo>
                <a:cubicBezTo>
                  <a:pt x="10461639" y="44351"/>
                  <a:pt x="10458936" y="45703"/>
                  <a:pt x="10457100" y="48406"/>
                </a:cubicBezTo>
                <a:cubicBezTo>
                  <a:pt x="10455264" y="51110"/>
                  <a:pt x="10454347" y="55091"/>
                  <a:pt x="10454347" y="60350"/>
                </a:cubicBezTo>
                <a:cubicBezTo>
                  <a:pt x="10454347" y="65608"/>
                  <a:pt x="10455264" y="69589"/>
                  <a:pt x="10457100" y="72293"/>
                </a:cubicBezTo>
                <a:cubicBezTo>
                  <a:pt x="10458936" y="74997"/>
                  <a:pt x="10461615" y="76349"/>
                  <a:pt x="10465137" y="76349"/>
                </a:cubicBezTo>
                <a:cubicBezTo>
                  <a:pt x="10468709" y="76349"/>
                  <a:pt x="10471412" y="74997"/>
                  <a:pt x="10473248" y="72293"/>
                </a:cubicBezTo>
                <a:cubicBezTo>
                  <a:pt x="10475084" y="69589"/>
                  <a:pt x="10476001" y="65608"/>
                  <a:pt x="10476001" y="60350"/>
                </a:cubicBezTo>
                <a:cubicBezTo>
                  <a:pt x="10476001" y="55091"/>
                  <a:pt x="10475084" y="51110"/>
                  <a:pt x="10473248" y="48406"/>
                </a:cubicBezTo>
                <a:cubicBezTo>
                  <a:pt x="10471412" y="45703"/>
                  <a:pt x="10468733" y="44351"/>
                  <a:pt x="10465211" y="44351"/>
                </a:cubicBezTo>
                <a:close/>
                <a:moveTo>
                  <a:pt x="10331415" y="44351"/>
                </a:moveTo>
                <a:cubicBezTo>
                  <a:pt x="10328239" y="44351"/>
                  <a:pt x="10325772" y="45430"/>
                  <a:pt x="10324010" y="47588"/>
                </a:cubicBezTo>
                <a:cubicBezTo>
                  <a:pt x="10322249" y="49746"/>
                  <a:pt x="10321195" y="52958"/>
                  <a:pt x="10320848" y="57224"/>
                </a:cubicBezTo>
                <a:lnTo>
                  <a:pt x="10341981" y="57224"/>
                </a:lnTo>
                <a:cubicBezTo>
                  <a:pt x="10341931" y="53156"/>
                  <a:pt x="10340977" y="49994"/>
                  <a:pt x="10339116" y="47737"/>
                </a:cubicBezTo>
                <a:cubicBezTo>
                  <a:pt x="10337256" y="45479"/>
                  <a:pt x="10334689" y="44351"/>
                  <a:pt x="10331415" y="44351"/>
                </a:cubicBezTo>
                <a:close/>
                <a:moveTo>
                  <a:pt x="10208036" y="44351"/>
                </a:moveTo>
                <a:cubicBezTo>
                  <a:pt x="10204464" y="44351"/>
                  <a:pt x="10201761" y="45703"/>
                  <a:pt x="10199925" y="48406"/>
                </a:cubicBezTo>
                <a:cubicBezTo>
                  <a:pt x="10198089" y="51110"/>
                  <a:pt x="10197172" y="55091"/>
                  <a:pt x="10197172" y="60350"/>
                </a:cubicBezTo>
                <a:cubicBezTo>
                  <a:pt x="10197172" y="65608"/>
                  <a:pt x="10198089" y="69589"/>
                  <a:pt x="10199925" y="72293"/>
                </a:cubicBezTo>
                <a:cubicBezTo>
                  <a:pt x="10201761" y="74997"/>
                  <a:pt x="10204440" y="76349"/>
                  <a:pt x="10207962" y="76349"/>
                </a:cubicBezTo>
                <a:cubicBezTo>
                  <a:pt x="10211534" y="76349"/>
                  <a:pt x="10214237" y="74997"/>
                  <a:pt x="10216073" y="72293"/>
                </a:cubicBezTo>
                <a:cubicBezTo>
                  <a:pt x="10217909" y="69589"/>
                  <a:pt x="10218826" y="65608"/>
                  <a:pt x="10218826" y="60350"/>
                </a:cubicBezTo>
                <a:cubicBezTo>
                  <a:pt x="10218826" y="55091"/>
                  <a:pt x="10217909" y="51110"/>
                  <a:pt x="10216073" y="48406"/>
                </a:cubicBezTo>
                <a:cubicBezTo>
                  <a:pt x="10214237" y="45703"/>
                  <a:pt x="10211558" y="44351"/>
                  <a:pt x="10208036" y="44351"/>
                </a:cubicBezTo>
                <a:close/>
                <a:moveTo>
                  <a:pt x="10036140" y="44351"/>
                </a:moveTo>
                <a:cubicBezTo>
                  <a:pt x="10032964" y="44351"/>
                  <a:pt x="10030497" y="45430"/>
                  <a:pt x="10028735" y="47588"/>
                </a:cubicBezTo>
                <a:cubicBezTo>
                  <a:pt x="10026974" y="49746"/>
                  <a:pt x="10025920" y="52958"/>
                  <a:pt x="10025573" y="57224"/>
                </a:cubicBezTo>
                <a:lnTo>
                  <a:pt x="10046706" y="57224"/>
                </a:lnTo>
                <a:cubicBezTo>
                  <a:pt x="10046656" y="53156"/>
                  <a:pt x="10045702" y="49994"/>
                  <a:pt x="10043841" y="47737"/>
                </a:cubicBezTo>
                <a:cubicBezTo>
                  <a:pt x="10041981" y="45479"/>
                  <a:pt x="10039414" y="44351"/>
                  <a:pt x="10036140" y="44351"/>
                </a:cubicBezTo>
                <a:close/>
                <a:moveTo>
                  <a:pt x="9893265" y="44351"/>
                </a:moveTo>
                <a:cubicBezTo>
                  <a:pt x="9890089" y="44351"/>
                  <a:pt x="9887622" y="45430"/>
                  <a:pt x="9885860" y="47588"/>
                </a:cubicBezTo>
                <a:cubicBezTo>
                  <a:pt x="9884099" y="49746"/>
                  <a:pt x="9883045" y="52958"/>
                  <a:pt x="9882698" y="57224"/>
                </a:cubicBezTo>
                <a:lnTo>
                  <a:pt x="9903831" y="57224"/>
                </a:lnTo>
                <a:cubicBezTo>
                  <a:pt x="9903781" y="53156"/>
                  <a:pt x="9902827" y="49994"/>
                  <a:pt x="9900966" y="47737"/>
                </a:cubicBezTo>
                <a:cubicBezTo>
                  <a:pt x="9899106" y="45479"/>
                  <a:pt x="9896539" y="44351"/>
                  <a:pt x="9893265" y="44351"/>
                </a:cubicBezTo>
                <a:close/>
                <a:moveTo>
                  <a:pt x="9836115" y="44351"/>
                </a:moveTo>
                <a:cubicBezTo>
                  <a:pt x="9832939" y="44351"/>
                  <a:pt x="9830472" y="45430"/>
                  <a:pt x="9828710" y="47588"/>
                </a:cubicBezTo>
                <a:cubicBezTo>
                  <a:pt x="9826949" y="49746"/>
                  <a:pt x="9825895" y="52958"/>
                  <a:pt x="9825548" y="57224"/>
                </a:cubicBezTo>
                <a:lnTo>
                  <a:pt x="9846681" y="57224"/>
                </a:lnTo>
                <a:cubicBezTo>
                  <a:pt x="9846631" y="53156"/>
                  <a:pt x="9845677" y="49994"/>
                  <a:pt x="9843816" y="47737"/>
                </a:cubicBezTo>
                <a:cubicBezTo>
                  <a:pt x="9841956" y="45479"/>
                  <a:pt x="9839389" y="44351"/>
                  <a:pt x="9836115" y="44351"/>
                </a:cubicBezTo>
                <a:close/>
                <a:moveTo>
                  <a:pt x="9636536" y="44351"/>
                </a:moveTo>
                <a:cubicBezTo>
                  <a:pt x="9632964" y="44351"/>
                  <a:pt x="9630260" y="45703"/>
                  <a:pt x="9628425" y="48406"/>
                </a:cubicBezTo>
                <a:cubicBezTo>
                  <a:pt x="9626590" y="51110"/>
                  <a:pt x="9625672" y="55091"/>
                  <a:pt x="9625672" y="60350"/>
                </a:cubicBezTo>
                <a:cubicBezTo>
                  <a:pt x="9625672" y="65608"/>
                  <a:pt x="9626590" y="69589"/>
                  <a:pt x="9628425" y="72293"/>
                </a:cubicBezTo>
                <a:cubicBezTo>
                  <a:pt x="9630260" y="74997"/>
                  <a:pt x="9632939" y="76349"/>
                  <a:pt x="9636462" y="76349"/>
                </a:cubicBezTo>
                <a:cubicBezTo>
                  <a:pt x="9640034" y="76349"/>
                  <a:pt x="9642737" y="74997"/>
                  <a:pt x="9644573" y="72293"/>
                </a:cubicBezTo>
                <a:cubicBezTo>
                  <a:pt x="9646408" y="69589"/>
                  <a:pt x="9647326" y="65608"/>
                  <a:pt x="9647326" y="60350"/>
                </a:cubicBezTo>
                <a:cubicBezTo>
                  <a:pt x="9647326" y="55091"/>
                  <a:pt x="9646408" y="51110"/>
                  <a:pt x="9644573" y="48406"/>
                </a:cubicBezTo>
                <a:cubicBezTo>
                  <a:pt x="9642737" y="45703"/>
                  <a:pt x="9640059" y="44351"/>
                  <a:pt x="9636536" y="44351"/>
                </a:cubicBezTo>
                <a:close/>
                <a:moveTo>
                  <a:pt x="9141236" y="44351"/>
                </a:moveTo>
                <a:cubicBezTo>
                  <a:pt x="9137664" y="44351"/>
                  <a:pt x="9134961" y="45703"/>
                  <a:pt x="9133125" y="48406"/>
                </a:cubicBezTo>
                <a:cubicBezTo>
                  <a:pt x="9131289" y="51110"/>
                  <a:pt x="9130372" y="55091"/>
                  <a:pt x="9130372" y="60350"/>
                </a:cubicBezTo>
                <a:cubicBezTo>
                  <a:pt x="9130372" y="65608"/>
                  <a:pt x="9131289" y="69589"/>
                  <a:pt x="9133125" y="72293"/>
                </a:cubicBezTo>
                <a:cubicBezTo>
                  <a:pt x="9134961" y="74997"/>
                  <a:pt x="9137640" y="76349"/>
                  <a:pt x="9141162" y="76349"/>
                </a:cubicBezTo>
                <a:cubicBezTo>
                  <a:pt x="9144734" y="76349"/>
                  <a:pt x="9147437" y="74997"/>
                  <a:pt x="9149273" y="72293"/>
                </a:cubicBezTo>
                <a:cubicBezTo>
                  <a:pt x="9151109" y="69589"/>
                  <a:pt x="9152026" y="65608"/>
                  <a:pt x="9152026" y="60350"/>
                </a:cubicBezTo>
                <a:cubicBezTo>
                  <a:pt x="9152026" y="55091"/>
                  <a:pt x="9151109" y="51110"/>
                  <a:pt x="9149273" y="48406"/>
                </a:cubicBezTo>
                <a:cubicBezTo>
                  <a:pt x="9147437" y="45703"/>
                  <a:pt x="9144758" y="44351"/>
                  <a:pt x="9141236" y="44351"/>
                </a:cubicBezTo>
                <a:close/>
                <a:moveTo>
                  <a:pt x="9083640" y="44351"/>
                </a:moveTo>
                <a:cubicBezTo>
                  <a:pt x="9080464" y="44351"/>
                  <a:pt x="9077997" y="45430"/>
                  <a:pt x="9076235" y="47588"/>
                </a:cubicBezTo>
                <a:cubicBezTo>
                  <a:pt x="9074474" y="49746"/>
                  <a:pt x="9073420" y="52958"/>
                  <a:pt x="9073073" y="57224"/>
                </a:cubicBezTo>
                <a:lnTo>
                  <a:pt x="9094206" y="57224"/>
                </a:lnTo>
                <a:cubicBezTo>
                  <a:pt x="9094156" y="53156"/>
                  <a:pt x="9093202" y="49994"/>
                  <a:pt x="9091341" y="47737"/>
                </a:cubicBezTo>
                <a:cubicBezTo>
                  <a:pt x="9089481" y="45479"/>
                  <a:pt x="9086914" y="44351"/>
                  <a:pt x="9083640" y="44351"/>
                </a:cubicBezTo>
                <a:close/>
                <a:moveTo>
                  <a:pt x="9026936" y="44351"/>
                </a:moveTo>
                <a:cubicBezTo>
                  <a:pt x="9023364" y="44351"/>
                  <a:pt x="9020661" y="45703"/>
                  <a:pt x="9018825" y="48406"/>
                </a:cubicBezTo>
                <a:cubicBezTo>
                  <a:pt x="9016989" y="51110"/>
                  <a:pt x="9016072" y="55091"/>
                  <a:pt x="9016072" y="60350"/>
                </a:cubicBezTo>
                <a:cubicBezTo>
                  <a:pt x="9016072" y="65608"/>
                  <a:pt x="9016989" y="69589"/>
                  <a:pt x="9018825" y="72293"/>
                </a:cubicBezTo>
                <a:cubicBezTo>
                  <a:pt x="9020661" y="74997"/>
                  <a:pt x="9023340" y="76349"/>
                  <a:pt x="9026862" y="76349"/>
                </a:cubicBezTo>
                <a:cubicBezTo>
                  <a:pt x="9030434" y="76349"/>
                  <a:pt x="9033137" y="74997"/>
                  <a:pt x="9034973" y="72293"/>
                </a:cubicBezTo>
                <a:cubicBezTo>
                  <a:pt x="9036809" y="69589"/>
                  <a:pt x="9037726" y="65608"/>
                  <a:pt x="9037726" y="60350"/>
                </a:cubicBezTo>
                <a:cubicBezTo>
                  <a:pt x="9037726" y="55091"/>
                  <a:pt x="9036809" y="51110"/>
                  <a:pt x="9034973" y="48406"/>
                </a:cubicBezTo>
                <a:cubicBezTo>
                  <a:pt x="9033137" y="45703"/>
                  <a:pt x="9030458" y="44351"/>
                  <a:pt x="9026936" y="44351"/>
                </a:cubicBezTo>
                <a:close/>
                <a:moveTo>
                  <a:pt x="8740740" y="44351"/>
                </a:moveTo>
                <a:cubicBezTo>
                  <a:pt x="8737564" y="44351"/>
                  <a:pt x="8735097" y="45430"/>
                  <a:pt x="8733335" y="47588"/>
                </a:cubicBezTo>
                <a:cubicBezTo>
                  <a:pt x="8731574" y="49746"/>
                  <a:pt x="8730520" y="52958"/>
                  <a:pt x="8730173" y="57224"/>
                </a:cubicBezTo>
                <a:lnTo>
                  <a:pt x="8751306" y="57224"/>
                </a:lnTo>
                <a:cubicBezTo>
                  <a:pt x="8751256" y="53156"/>
                  <a:pt x="8750302" y="49994"/>
                  <a:pt x="8748441" y="47737"/>
                </a:cubicBezTo>
                <a:cubicBezTo>
                  <a:pt x="8746581" y="45479"/>
                  <a:pt x="8744014" y="44351"/>
                  <a:pt x="8740740" y="44351"/>
                </a:cubicBezTo>
                <a:close/>
                <a:moveTo>
                  <a:pt x="8302589" y="44351"/>
                </a:moveTo>
                <a:cubicBezTo>
                  <a:pt x="8299414" y="44351"/>
                  <a:pt x="8296947" y="45430"/>
                  <a:pt x="8295185" y="47588"/>
                </a:cubicBezTo>
                <a:cubicBezTo>
                  <a:pt x="8293424" y="49746"/>
                  <a:pt x="8292371" y="52958"/>
                  <a:pt x="8292023" y="57224"/>
                </a:cubicBezTo>
                <a:lnTo>
                  <a:pt x="8313157" y="57224"/>
                </a:lnTo>
                <a:cubicBezTo>
                  <a:pt x="8313107" y="53156"/>
                  <a:pt x="8312152" y="49994"/>
                  <a:pt x="8310291" y="47737"/>
                </a:cubicBezTo>
                <a:cubicBezTo>
                  <a:pt x="8308431" y="45479"/>
                  <a:pt x="8305864" y="44351"/>
                  <a:pt x="8302589" y="44351"/>
                </a:cubicBezTo>
                <a:close/>
                <a:moveTo>
                  <a:pt x="8226836" y="44351"/>
                </a:moveTo>
                <a:cubicBezTo>
                  <a:pt x="8223264" y="44351"/>
                  <a:pt x="8220561" y="45703"/>
                  <a:pt x="8218725" y="48406"/>
                </a:cubicBezTo>
                <a:cubicBezTo>
                  <a:pt x="8216889" y="51110"/>
                  <a:pt x="8215971" y="55091"/>
                  <a:pt x="8215971" y="60350"/>
                </a:cubicBezTo>
                <a:cubicBezTo>
                  <a:pt x="8215971" y="65608"/>
                  <a:pt x="8216889" y="69589"/>
                  <a:pt x="8218725" y="72293"/>
                </a:cubicBezTo>
                <a:cubicBezTo>
                  <a:pt x="8220561" y="74997"/>
                  <a:pt x="8223240" y="76349"/>
                  <a:pt x="8226761" y="76349"/>
                </a:cubicBezTo>
                <a:cubicBezTo>
                  <a:pt x="8230333" y="76349"/>
                  <a:pt x="8233037" y="74997"/>
                  <a:pt x="8234873" y="72293"/>
                </a:cubicBezTo>
                <a:cubicBezTo>
                  <a:pt x="8236709" y="69589"/>
                  <a:pt x="8237626" y="65608"/>
                  <a:pt x="8237626" y="60350"/>
                </a:cubicBezTo>
                <a:cubicBezTo>
                  <a:pt x="8237626" y="55091"/>
                  <a:pt x="8236709" y="51110"/>
                  <a:pt x="8234873" y="48406"/>
                </a:cubicBezTo>
                <a:cubicBezTo>
                  <a:pt x="8233037" y="45703"/>
                  <a:pt x="8230358" y="44351"/>
                  <a:pt x="8226836" y="44351"/>
                </a:cubicBezTo>
                <a:close/>
                <a:moveTo>
                  <a:pt x="7950165" y="44351"/>
                </a:moveTo>
                <a:cubicBezTo>
                  <a:pt x="7946989" y="44351"/>
                  <a:pt x="7944522" y="45430"/>
                  <a:pt x="7942761" y="47588"/>
                </a:cubicBezTo>
                <a:cubicBezTo>
                  <a:pt x="7940999" y="49746"/>
                  <a:pt x="7939946" y="52958"/>
                  <a:pt x="7939598" y="57224"/>
                </a:cubicBezTo>
                <a:lnTo>
                  <a:pt x="7960731" y="57224"/>
                </a:lnTo>
                <a:cubicBezTo>
                  <a:pt x="7960681" y="53156"/>
                  <a:pt x="7959727" y="49994"/>
                  <a:pt x="7957867" y="47737"/>
                </a:cubicBezTo>
                <a:cubicBezTo>
                  <a:pt x="7956006" y="45479"/>
                  <a:pt x="7953439" y="44351"/>
                  <a:pt x="7950165" y="44351"/>
                </a:cubicBezTo>
                <a:close/>
                <a:moveTo>
                  <a:pt x="7855361" y="44351"/>
                </a:moveTo>
                <a:cubicBezTo>
                  <a:pt x="7851789" y="44351"/>
                  <a:pt x="7849086" y="45703"/>
                  <a:pt x="7847250" y="48406"/>
                </a:cubicBezTo>
                <a:cubicBezTo>
                  <a:pt x="7845415" y="51110"/>
                  <a:pt x="7844497" y="55091"/>
                  <a:pt x="7844497" y="60350"/>
                </a:cubicBezTo>
                <a:cubicBezTo>
                  <a:pt x="7844497" y="65608"/>
                  <a:pt x="7845415" y="69589"/>
                  <a:pt x="7847250" y="72293"/>
                </a:cubicBezTo>
                <a:cubicBezTo>
                  <a:pt x="7849086" y="74997"/>
                  <a:pt x="7851764" y="76349"/>
                  <a:pt x="7855287" y="76349"/>
                </a:cubicBezTo>
                <a:cubicBezTo>
                  <a:pt x="7858859" y="76349"/>
                  <a:pt x="7861563" y="74997"/>
                  <a:pt x="7863398" y="72293"/>
                </a:cubicBezTo>
                <a:cubicBezTo>
                  <a:pt x="7865233" y="69589"/>
                  <a:pt x="7866151" y="65608"/>
                  <a:pt x="7866151" y="60350"/>
                </a:cubicBezTo>
                <a:cubicBezTo>
                  <a:pt x="7866151" y="55091"/>
                  <a:pt x="7865233" y="51110"/>
                  <a:pt x="7863398" y="48406"/>
                </a:cubicBezTo>
                <a:cubicBezTo>
                  <a:pt x="7861563" y="45703"/>
                  <a:pt x="7858884" y="44351"/>
                  <a:pt x="7855361" y="44351"/>
                </a:cubicBezTo>
                <a:close/>
                <a:moveTo>
                  <a:pt x="7692990" y="44351"/>
                </a:moveTo>
                <a:cubicBezTo>
                  <a:pt x="7689815" y="44351"/>
                  <a:pt x="7687347" y="45430"/>
                  <a:pt x="7685586" y="47588"/>
                </a:cubicBezTo>
                <a:cubicBezTo>
                  <a:pt x="7683825" y="49746"/>
                  <a:pt x="7682770" y="52958"/>
                  <a:pt x="7682423" y="57224"/>
                </a:cubicBezTo>
                <a:lnTo>
                  <a:pt x="7703557" y="57224"/>
                </a:lnTo>
                <a:cubicBezTo>
                  <a:pt x="7703507" y="53156"/>
                  <a:pt x="7702552" y="49994"/>
                  <a:pt x="7700692" y="47737"/>
                </a:cubicBezTo>
                <a:cubicBezTo>
                  <a:pt x="7698831" y="45479"/>
                  <a:pt x="7696264" y="44351"/>
                  <a:pt x="7692990" y="44351"/>
                </a:cubicBezTo>
                <a:close/>
                <a:moveTo>
                  <a:pt x="7541036" y="44351"/>
                </a:moveTo>
                <a:cubicBezTo>
                  <a:pt x="7537464" y="44351"/>
                  <a:pt x="7534761" y="45703"/>
                  <a:pt x="7532925" y="48406"/>
                </a:cubicBezTo>
                <a:cubicBezTo>
                  <a:pt x="7531090" y="51110"/>
                  <a:pt x="7530172" y="55091"/>
                  <a:pt x="7530172" y="60350"/>
                </a:cubicBezTo>
                <a:cubicBezTo>
                  <a:pt x="7530172" y="65608"/>
                  <a:pt x="7531090" y="69589"/>
                  <a:pt x="7532925" y="72293"/>
                </a:cubicBezTo>
                <a:cubicBezTo>
                  <a:pt x="7534761" y="74997"/>
                  <a:pt x="7537439" y="76349"/>
                  <a:pt x="7540962" y="76349"/>
                </a:cubicBezTo>
                <a:cubicBezTo>
                  <a:pt x="7544534" y="76349"/>
                  <a:pt x="7547238" y="74997"/>
                  <a:pt x="7549073" y="72293"/>
                </a:cubicBezTo>
                <a:cubicBezTo>
                  <a:pt x="7550908" y="69589"/>
                  <a:pt x="7551826" y="65608"/>
                  <a:pt x="7551826" y="60350"/>
                </a:cubicBezTo>
                <a:cubicBezTo>
                  <a:pt x="7551826" y="55091"/>
                  <a:pt x="7550908" y="51110"/>
                  <a:pt x="7549073" y="48406"/>
                </a:cubicBezTo>
                <a:cubicBezTo>
                  <a:pt x="7547238" y="45703"/>
                  <a:pt x="7544559" y="44351"/>
                  <a:pt x="7541036" y="44351"/>
                </a:cubicBezTo>
                <a:close/>
                <a:moveTo>
                  <a:pt x="7435815" y="44351"/>
                </a:moveTo>
                <a:cubicBezTo>
                  <a:pt x="7432640" y="44351"/>
                  <a:pt x="7430172" y="45430"/>
                  <a:pt x="7428411" y="47588"/>
                </a:cubicBezTo>
                <a:cubicBezTo>
                  <a:pt x="7426650" y="49746"/>
                  <a:pt x="7425596" y="52958"/>
                  <a:pt x="7425248" y="57224"/>
                </a:cubicBezTo>
                <a:lnTo>
                  <a:pt x="7446382" y="57224"/>
                </a:lnTo>
                <a:cubicBezTo>
                  <a:pt x="7446332" y="53156"/>
                  <a:pt x="7445377" y="49994"/>
                  <a:pt x="7443517" y="47737"/>
                </a:cubicBezTo>
                <a:cubicBezTo>
                  <a:pt x="7441656" y="45479"/>
                  <a:pt x="7439089" y="44351"/>
                  <a:pt x="7435815" y="44351"/>
                </a:cubicBezTo>
                <a:close/>
                <a:moveTo>
                  <a:pt x="7292940" y="44351"/>
                </a:moveTo>
                <a:cubicBezTo>
                  <a:pt x="7289765" y="44351"/>
                  <a:pt x="7287297" y="45430"/>
                  <a:pt x="7285536" y="47588"/>
                </a:cubicBezTo>
                <a:cubicBezTo>
                  <a:pt x="7283775" y="49746"/>
                  <a:pt x="7282720" y="52958"/>
                  <a:pt x="7282373" y="57224"/>
                </a:cubicBezTo>
                <a:lnTo>
                  <a:pt x="7303507" y="57224"/>
                </a:lnTo>
                <a:cubicBezTo>
                  <a:pt x="7303457" y="53156"/>
                  <a:pt x="7302502" y="49994"/>
                  <a:pt x="7300642" y="47737"/>
                </a:cubicBezTo>
                <a:cubicBezTo>
                  <a:pt x="7298781" y="45479"/>
                  <a:pt x="7296214" y="44351"/>
                  <a:pt x="7292940" y="44351"/>
                </a:cubicBezTo>
                <a:close/>
                <a:moveTo>
                  <a:pt x="7159590" y="44351"/>
                </a:moveTo>
                <a:cubicBezTo>
                  <a:pt x="7156415" y="44351"/>
                  <a:pt x="7153947" y="45430"/>
                  <a:pt x="7152186" y="47588"/>
                </a:cubicBezTo>
                <a:cubicBezTo>
                  <a:pt x="7150425" y="49746"/>
                  <a:pt x="7149370" y="52958"/>
                  <a:pt x="7149023" y="57224"/>
                </a:cubicBezTo>
                <a:lnTo>
                  <a:pt x="7170157" y="57224"/>
                </a:lnTo>
                <a:cubicBezTo>
                  <a:pt x="7170107" y="53156"/>
                  <a:pt x="7169152" y="49994"/>
                  <a:pt x="7167292" y="47737"/>
                </a:cubicBezTo>
                <a:cubicBezTo>
                  <a:pt x="7165431" y="45479"/>
                  <a:pt x="7162864" y="44351"/>
                  <a:pt x="7159590" y="44351"/>
                </a:cubicBezTo>
                <a:close/>
                <a:moveTo>
                  <a:pt x="7036211" y="44351"/>
                </a:moveTo>
                <a:cubicBezTo>
                  <a:pt x="7032639" y="44351"/>
                  <a:pt x="7029936" y="45703"/>
                  <a:pt x="7028100" y="48406"/>
                </a:cubicBezTo>
                <a:cubicBezTo>
                  <a:pt x="7026265" y="51110"/>
                  <a:pt x="7025347" y="55091"/>
                  <a:pt x="7025347" y="60350"/>
                </a:cubicBezTo>
                <a:cubicBezTo>
                  <a:pt x="7025347" y="65608"/>
                  <a:pt x="7026265" y="69589"/>
                  <a:pt x="7028100" y="72293"/>
                </a:cubicBezTo>
                <a:cubicBezTo>
                  <a:pt x="7029936" y="74997"/>
                  <a:pt x="7032614" y="76349"/>
                  <a:pt x="7036137" y="76349"/>
                </a:cubicBezTo>
                <a:cubicBezTo>
                  <a:pt x="7039709" y="76349"/>
                  <a:pt x="7042413" y="74997"/>
                  <a:pt x="7044248" y="72293"/>
                </a:cubicBezTo>
                <a:cubicBezTo>
                  <a:pt x="7046083" y="69589"/>
                  <a:pt x="7047001" y="65608"/>
                  <a:pt x="7047001" y="60350"/>
                </a:cubicBezTo>
                <a:cubicBezTo>
                  <a:pt x="7047001" y="55091"/>
                  <a:pt x="7046083" y="51110"/>
                  <a:pt x="7044248" y="48406"/>
                </a:cubicBezTo>
                <a:cubicBezTo>
                  <a:pt x="7042413" y="45703"/>
                  <a:pt x="7039734" y="44351"/>
                  <a:pt x="7036211" y="44351"/>
                </a:cubicBezTo>
                <a:close/>
                <a:moveTo>
                  <a:pt x="6645240" y="44351"/>
                </a:moveTo>
                <a:cubicBezTo>
                  <a:pt x="6642065" y="44351"/>
                  <a:pt x="6639597" y="45430"/>
                  <a:pt x="6637836" y="47588"/>
                </a:cubicBezTo>
                <a:cubicBezTo>
                  <a:pt x="6636075" y="49746"/>
                  <a:pt x="6635020" y="52958"/>
                  <a:pt x="6634673" y="57224"/>
                </a:cubicBezTo>
                <a:lnTo>
                  <a:pt x="6655807" y="57224"/>
                </a:lnTo>
                <a:cubicBezTo>
                  <a:pt x="6655757" y="53156"/>
                  <a:pt x="6654802" y="49994"/>
                  <a:pt x="6652942" y="47737"/>
                </a:cubicBezTo>
                <a:cubicBezTo>
                  <a:pt x="6651081" y="45479"/>
                  <a:pt x="6648514" y="44351"/>
                  <a:pt x="6645240" y="44351"/>
                </a:cubicBezTo>
                <a:close/>
                <a:moveTo>
                  <a:pt x="6140861" y="44351"/>
                </a:moveTo>
                <a:cubicBezTo>
                  <a:pt x="6137289" y="44351"/>
                  <a:pt x="6134586" y="45703"/>
                  <a:pt x="6132750" y="48406"/>
                </a:cubicBezTo>
                <a:cubicBezTo>
                  <a:pt x="6130915" y="51110"/>
                  <a:pt x="6129997" y="55091"/>
                  <a:pt x="6129997" y="60350"/>
                </a:cubicBezTo>
                <a:cubicBezTo>
                  <a:pt x="6129997" y="65608"/>
                  <a:pt x="6130915" y="69589"/>
                  <a:pt x="6132750" y="72293"/>
                </a:cubicBezTo>
                <a:cubicBezTo>
                  <a:pt x="6134586" y="74997"/>
                  <a:pt x="6137265" y="76349"/>
                  <a:pt x="6140787" y="76349"/>
                </a:cubicBezTo>
                <a:cubicBezTo>
                  <a:pt x="6144359" y="76349"/>
                  <a:pt x="6147063" y="74997"/>
                  <a:pt x="6148898" y="72293"/>
                </a:cubicBezTo>
                <a:cubicBezTo>
                  <a:pt x="6150734" y="69589"/>
                  <a:pt x="6151651" y="65608"/>
                  <a:pt x="6151651" y="60350"/>
                </a:cubicBezTo>
                <a:cubicBezTo>
                  <a:pt x="6151651" y="55091"/>
                  <a:pt x="6150734" y="51110"/>
                  <a:pt x="6148898" y="48406"/>
                </a:cubicBezTo>
                <a:cubicBezTo>
                  <a:pt x="6147063" y="45703"/>
                  <a:pt x="6144384" y="44351"/>
                  <a:pt x="6140861" y="44351"/>
                </a:cubicBezTo>
                <a:close/>
                <a:moveTo>
                  <a:pt x="6007065" y="44351"/>
                </a:moveTo>
                <a:cubicBezTo>
                  <a:pt x="6003890" y="44351"/>
                  <a:pt x="6001422" y="45430"/>
                  <a:pt x="5999661" y="47588"/>
                </a:cubicBezTo>
                <a:cubicBezTo>
                  <a:pt x="5997900" y="49746"/>
                  <a:pt x="5996845" y="52958"/>
                  <a:pt x="5996498" y="57224"/>
                </a:cubicBezTo>
                <a:lnTo>
                  <a:pt x="6017632" y="57224"/>
                </a:lnTo>
                <a:cubicBezTo>
                  <a:pt x="6017582" y="53156"/>
                  <a:pt x="6016627" y="49994"/>
                  <a:pt x="6014767" y="47737"/>
                </a:cubicBezTo>
                <a:cubicBezTo>
                  <a:pt x="6012906" y="45479"/>
                  <a:pt x="6010339" y="44351"/>
                  <a:pt x="6007065" y="44351"/>
                </a:cubicBezTo>
                <a:close/>
                <a:moveTo>
                  <a:pt x="5531261" y="44351"/>
                </a:moveTo>
                <a:cubicBezTo>
                  <a:pt x="5527689" y="44351"/>
                  <a:pt x="5524986" y="45703"/>
                  <a:pt x="5523150" y="48406"/>
                </a:cubicBezTo>
                <a:cubicBezTo>
                  <a:pt x="5521315" y="51110"/>
                  <a:pt x="5520397" y="55091"/>
                  <a:pt x="5520397" y="60350"/>
                </a:cubicBezTo>
                <a:cubicBezTo>
                  <a:pt x="5520397" y="65608"/>
                  <a:pt x="5521315" y="69589"/>
                  <a:pt x="5523150" y="72293"/>
                </a:cubicBezTo>
                <a:cubicBezTo>
                  <a:pt x="5524986" y="74997"/>
                  <a:pt x="5527664" y="76349"/>
                  <a:pt x="5531187" y="76349"/>
                </a:cubicBezTo>
                <a:cubicBezTo>
                  <a:pt x="5534759" y="76349"/>
                  <a:pt x="5537463" y="74997"/>
                  <a:pt x="5539298" y="72293"/>
                </a:cubicBezTo>
                <a:cubicBezTo>
                  <a:pt x="5541133" y="69589"/>
                  <a:pt x="5542052" y="65608"/>
                  <a:pt x="5542052" y="60350"/>
                </a:cubicBezTo>
                <a:cubicBezTo>
                  <a:pt x="5542052" y="55091"/>
                  <a:pt x="5541133" y="51110"/>
                  <a:pt x="5539298" y="48406"/>
                </a:cubicBezTo>
                <a:cubicBezTo>
                  <a:pt x="5537463" y="45703"/>
                  <a:pt x="5534784" y="44351"/>
                  <a:pt x="5531261" y="44351"/>
                </a:cubicBezTo>
                <a:close/>
                <a:moveTo>
                  <a:pt x="5378415" y="44351"/>
                </a:moveTo>
                <a:cubicBezTo>
                  <a:pt x="5375240" y="44351"/>
                  <a:pt x="5372772" y="45430"/>
                  <a:pt x="5371011" y="47588"/>
                </a:cubicBezTo>
                <a:cubicBezTo>
                  <a:pt x="5369250" y="49746"/>
                  <a:pt x="5368195" y="52958"/>
                  <a:pt x="5367848" y="57224"/>
                </a:cubicBezTo>
                <a:lnTo>
                  <a:pt x="5388982" y="57224"/>
                </a:lnTo>
                <a:cubicBezTo>
                  <a:pt x="5388932" y="53156"/>
                  <a:pt x="5387977" y="49994"/>
                  <a:pt x="5386117" y="47737"/>
                </a:cubicBezTo>
                <a:cubicBezTo>
                  <a:pt x="5384256" y="45479"/>
                  <a:pt x="5381689" y="44351"/>
                  <a:pt x="5378415" y="44351"/>
                </a:cubicBezTo>
                <a:close/>
                <a:moveTo>
                  <a:pt x="5302662" y="44351"/>
                </a:moveTo>
                <a:cubicBezTo>
                  <a:pt x="5299089" y="44351"/>
                  <a:pt x="5296386" y="45703"/>
                  <a:pt x="5294550" y="48406"/>
                </a:cubicBezTo>
                <a:cubicBezTo>
                  <a:pt x="5292714" y="51110"/>
                  <a:pt x="5291797" y="55091"/>
                  <a:pt x="5291797" y="60350"/>
                </a:cubicBezTo>
                <a:cubicBezTo>
                  <a:pt x="5291797" y="65608"/>
                  <a:pt x="5292714" y="69589"/>
                  <a:pt x="5294550" y="72293"/>
                </a:cubicBezTo>
                <a:cubicBezTo>
                  <a:pt x="5296386" y="74997"/>
                  <a:pt x="5299065" y="76349"/>
                  <a:pt x="5302587" y="76349"/>
                </a:cubicBezTo>
                <a:cubicBezTo>
                  <a:pt x="5306159" y="76349"/>
                  <a:pt x="5308862" y="74997"/>
                  <a:pt x="5310699" y="72293"/>
                </a:cubicBezTo>
                <a:cubicBezTo>
                  <a:pt x="5312534" y="69589"/>
                  <a:pt x="5313451" y="65608"/>
                  <a:pt x="5313451" y="60350"/>
                </a:cubicBezTo>
                <a:cubicBezTo>
                  <a:pt x="5313451" y="55091"/>
                  <a:pt x="5312534" y="51110"/>
                  <a:pt x="5310699" y="48406"/>
                </a:cubicBezTo>
                <a:cubicBezTo>
                  <a:pt x="5308862" y="45703"/>
                  <a:pt x="5306184" y="44351"/>
                  <a:pt x="5302662" y="44351"/>
                </a:cubicBezTo>
                <a:close/>
                <a:moveTo>
                  <a:pt x="5178390" y="44351"/>
                </a:moveTo>
                <a:cubicBezTo>
                  <a:pt x="5175214" y="44351"/>
                  <a:pt x="5172747" y="45430"/>
                  <a:pt x="5170986" y="47588"/>
                </a:cubicBezTo>
                <a:cubicBezTo>
                  <a:pt x="5169224" y="49746"/>
                  <a:pt x="5168171" y="52958"/>
                  <a:pt x="5167823" y="57224"/>
                </a:cubicBezTo>
                <a:lnTo>
                  <a:pt x="5188957" y="57224"/>
                </a:lnTo>
                <a:cubicBezTo>
                  <a:pt x="5188907" y="53156"/>
                  <a:pt x="5187953" y="49994"/>
                  <a:pt x="5186092" y="47737"/>
                </a:cubicBezTo>
                <a:cubicBezTo>
                  <a:pt x="5184231" y="45479"/>
                  <a:pt x="5181665" y="44351"/>
                  <a:pt x="5178390" y="44351"/>
                </a:cubicBezTo>
                <a:close/>
                <a:moveTo>
                  <a:pt x="4712111" y="44351"/>
                </a:moveTo>
                <a:cubicBezTo>
                  <a:pt x="4708539" y="44351"/>
                  <a:pt x="4705836" y="45703"/>
                  <a:pt x="4704000" y="48406"/>
                </a:cubicBezTo>
                <a:cubicBezTo>
                  <a:pt x="4702165" y="51110"/>
                  <a:pt x="4701247" y="55091"/>
                  <a:pt x="4701247" y="60350"/>
                </a:cubicBezTo>
                <a:cubicBezTo>
                  <a:pt x="4701247" y="65608"/>
                  <a:pt x="4702165" y="69589"/>
                  <a:pt x="4704000" y="72293"/>
                </a:cubicBezTo>
                <a:cubicBezTo>
                  <a:pt x="4705836" y="74997"/>
                  <a:pt x="4708515" y="76349"/>
                  <a:pt x="4712037" y="76349"/>
                </a:cubicBezTo>
                <a:cubicBezTo>
                  <a:pt x="4715609" y="76349"/>
                  <a:pt x="4718313" y="74997"/>
                  <a:pt x="4720148" y="72293"/>
                </a:cubicBezTo>
                <a:cubicBezTo>
                  <a:pt x="4721984" y="69589"/>
                  <a:pt x="4722902" y="65608"/>
                  <a:pt x="4722902" y="60350"/>
                </a:cubicBezTo>
                <a:cubicBezTo>
                  <a:pt x="4722902" y="55091"/>
                  <a:pt x="4721984" y="51110"/>
                  <a:pt x="4720148" y="48406"/>
                </a:cubicBezTo>
                <a:cubicBezTo>
                  <a:pt x="4718313" y="45703"/>
                  <a:pt x="4715634" y="44351"/>
                  <a:pt x="4712111" y="44351"/>
                </a:cubicBezTo>
                <a:close/>
                <a:moveTo>
                  <a:pt x="4493036" y="44351"/>
                </a:moveTo>
                <a:cubicBezTo>
                  <a:pt x="4489465" y="44351"/>
                  <a:pt x="4486761" y="45703"/>
                  <a:pt x="4484926" y="48406"/>
                </a:cubicBezTo>
                <a:cubicBezTo>
                  <a:pt x="4483090" y="51110"/>
                  <a:pt x="4482172" y="55091"/>
                  <a:pt x="4482172" y="60350"/>
                </a:cubicBezTo>
                <a:cubicBezTo>
                  <a:pt x="4482172" y="65608"/>
                  <a:pt x="4483090" y="69589"/>
                  <a:pt x="4484926" y="72293"/>
                </a:cubicBezTo>
                <a:cubicBezTo>
                  <a:pt x="4486761" y="74997"/>
                  <a:pt x="4489440" y="76349"/>
                  <a:pt x="4492962" y="76349"/>
                </a:cubicBezTo>
                <a:cubicBezTo>
                  <a:pt x="4496534" y="76349"/>
                  <a:pt x="4499237" y="74997"/>
                  <a:pt x="4501073" y="72293"/>
                </a:cubicBezTo>
                <a:cubicBezTo>
                  <a:pt x="4502909" y="69589"/>
                  <a:pt x="4503826" y="65608"/>
                  <a:pt x="4503826" y="60350"/>
                </a:cubicBezTo>
                <a:cubicBezTo>
                  <a:pt x="4503826" y="55091"/>
                  <a:pt x="4502909" y="51110"/>
                  <a:pt x="4501073" y="48406"/>
                </a:cubicBezTo>
                <a:cubicBezTo>
                  <a:pt x="4499237" y="45703"/>
                  <a:pt x="4496559" y="44351"/>
                  <a:pt x="4493036" y="44351"/>
                </a:cubicBezTo>
                <a:close/>
                <a:moveTo>
                  <a:pt x="4187790" y="44351"/>
                </a:moveTo>
                <a:cubicBezTo>
                  <a:pt x="4184615" y="44351"/>
                  <a:pt x="4182147" y="45430"/>
                  <a:pt x="4180386" y="47588"/>
                </a:cubicBezTo>
                <a:cubicBezTo>
                  <a:pt x="4178624" y="49746"/>
                  <a:pt x="4177571" y="52958"/>
                  <a:pt x="4177224" y="57224"/>
                </a:cubicBezTo>
                <a:lnTo>
                  <a:pt x="4198357" y="57224"/>
                </a:lnTo>
                <a:cubicBezTo>
                  <a:pt x="4198307" y="53156"/>
                  <a:pt x="4197352" y="49994"/>
                  <a:pt x="4195492" y="47737"/>
                </a:cubicBezTo>
                <a:cubicBezTo>
                  <a:pt x="4193631" y="45479"/>
                  <a:pt x="4191064" y="44351"/>
                  <a:pt x="4187790" y="44351"/>
                </a:cubicBezTo>
                <a:close/>
                <a:moveTo>
                  <a:pt x="4016786" y="44351"/>
                </a:moveTo>
                <a:cubicBezTo>
                  <a:pt x="4013214" y="44351"/>
                  <a:pt x="4010511" y="45703"/>
                  <a:pt x="4008675" y="48406"/>
                </a:cubicBezTo>
                <a:cubicBezTo>
                  <a:pt x="4006839" y="51110"/>
                  <a:pt x="4005923" y="55091"/>
                  <a:pt x="4005923" y="60350"/>
                </a:cubicBezTo>
                <a:cubicBezTo>
                  <a:pt x="4005923" y="65608"/>
                  <a:pt x="4006839" y="69589"/>
                  <a:pt x="4008675" y="72293"/>
                </a:cubicBezTo>
                <a:cubicBezTo>
                  <a:pt x="4010511" y="74997"/>
                  <a:pt x="4013190" y="76349"/>
                  <a:pt x="4016712" y="76349"/>
                </a:cubicBezTo>
                <a:cubicBezTo>
                  <a:pt x="4020284" y="76349"/>
                  <a:pt x="4022987" y="74997"/>
                  <a:pt x="4024823" y="72293"/>
                </a:cubicBezTo>
                <a:cubicBezTo>
                  <a:pt x="4026659" y="69589"/>
                  <a:pt x="4027577" y="65608"/>
                  <a:pt x="4027577" y="60350"/>
                </a:cubicBezTo>
                <a:cubicBezTo>
                  <a:pt x="4027577" y="55091"/>
                  <a:pt x="4026659" y="51110"/>
                  <a:pt x="4024823" y="48406"/>
                </a:cubicBezTo>
                <a:cubicBezTo>
                  <a:pt x="4022987" y="45703"/>
                  <a:pt x="4020308" y="44351"/>
                  <a:pt x="4016786" y="44351"/>
                </a:cubicBezTo>
                <a:close/>
                <a:moveTo>
                  <a:pt x="3711540" y="44351"/>
                </a:moveTo>
                <a:cubicBezTo>
                  <a:pt x="3708365" y="44351"/>
                  <a:pt x="3705898" y="45430"/>
                  <a:pt x="3704136" y="47588"/>
                </a:cubicBezTo>
                <a:cubicBezTo>
                  <a:pt x="3702375" y="49746"/>
                  <a:pt x="3701321" y="52958"/>
                  <a:pt x="3700973" y="57224"/>
                </a:cubicBezTo>
                <a:lnTo>
                  <a:pt x="3722107" y="57224"/>
                </a:lnTo>
                <a:cubicBezTo>
                  <a:pt x="3722058" y="53156"/>
                  <a:pt x="3721102" y="49994"/>
                  <a:pt x="3719242" y="47737"/>
                </a:cubicBezTo>
                <a:cubicBezTo>
                  <a:pt x="3717382" y="45479"/>
                  <a:pt x="3714815" y="44351"/>
                  <a:pt x="3711540" y="44351"/>
                </a:cubicBezTo>
                <a:close/>
                <a:moveTo>
                  <a:pt x="3606765" y="44351"/>
                </a:moveTo>
                <a:cubicBezTo>
                  <a:pt x="3603590" y="44351"/>
                  <a:pt x="3601122" y="45430"/>
                  <a:pt x="3599361" y="47588"/>
                </a:cubicBezTo>
                <a:cubicBezTo>
                  <a:pt x="3597601" y="49746"/>
                  <a:pt x="3596546" y="52958"/>
                  <a:pt x="3596198" y="57224"/>
                </a:cubicBezTo>
                <a:lnTo>
                  <a:pt x="3617332" y="57224"/>
                </a:lnTo>
                <a:cubicBezTo>
                  <a:pt x="3617283" y="53156"/>
                  <a:pt x="3616327" y="49994"/>
                  <a:pt x="3614467" y="47737"/>
                </a:cubicBezTo>
                <a:cubicBezTo>
                  <a:pt x="3612607" y="45479"/>
                  <a:pt x="3610040" y="44351"/>
                  <a:pt x="3606765" y="44351"/>
                </a:cubicBezTo>
                <a:close/>
                <a:moveTo>
                  <a:pt x="3511515" y="44351"/>
                </a:moveTo>
                <a:cubicBezTo>
                  <a:pt x="3508341" y="44351"/>
                  <a:pt x="3505872" y="45430"/>
                  <a:pt x="3504111" y="47588"/>
                </a:cubicBezTo>
                <a:cubicBezTo>
                  <a:pt x="3502350" y="49746"/>
                  <a:pt x="3501296" y="52958"/>
                  <a:pt x="3500948" y="57224"/>
                </a:cubicBezTo>
                <a:lnTo>
                  <a:pt x="3522083" y="57224"/>
                </a:lnTo>
                <a:cubicBezTo>
                  <a:pt x="3522032" y="53156"/>
                  <a:pt x="3521078" y="49994"/>
                  <a:pt x="3519218" y="47737"/>
                </a:cubicBezTo>
                <a:cubicBezTo>
                  <a:pt x="3517357" y="45479"/>
                  <a:pt x="3514790" y="44351"/>
                  <a:pt x="3511515" y="44351"/>
                </a:cubicBezTo>
                <a:close/>
                <a:moveTo>
                  <a:pt x="3102387" y="44351"/>
                </a:moveTo>
                <a:cubicBezTo>
                  <a:pt x="3098815" y="44351"/>
                  <a:pt x="3096111" y="45703"/>
                  <a:pt x="3094276" y="48406"/>
                </a:cubicBezTo>
                <a:cubicBezTo>
                  <a:pt x="3092441" y="51110"/>
                  <a:pt x="3091522" y="55091"/>
                  <a:pt x="3091522" y="60350"/>
                </a:cubicBezTo>
                <a:cubicBezTo>
                  <a:pt x="3091522" y="65608"/>
                  <a:pt x="3092441" y="69589"/>
                  <a:pt x="3094276" y="72293"/>
                </a:cubicBezTo>
                <a:cubicBezTo>
                  <a:pt x="3096111" y="74997"/>
                  <a:pt x="3098790" y="76349"/>
                  <a:pt x="3102313" y="76349"/>
                </a:cubicBezTo>
                <a:cubicBezTo>
                  <a:pt x="3105885" y="76349"/>
                  <a:pt x="3108588" y="74997"/>
                  <a:pt x="3110424" y="72293"/>
                </a:cubicBezTo>
                <a:cubicBezTo>
                  <a:pt x="3112259" y="69589"/>
                  <a:pt x="3113177" y="65608"/>
                  <a:pt x="3113177" y="60350"/>
                </a:cubicBezTo>
                <a:cubicBezTo>
                  <a:pt x="3113177" y="55091"/>
                  <a:pt x="3112259" y="51110"/>
                  <a:pt x="3110424" y="48406"/>
                </a:cubicBezTo>
                <a:cubicBezTo>
                  <a:pt x="3108588" y="45703"/>
                  <a:pt x="3105909" y="44351"/>
                  <a:pt x="3102387" y="44351"/>
                </a:cubicBezTo>
                <a:close/>
                <a:moveTo>
                  <a:pt x="2778537" y="44351"/>
                </a:moveTo>
                <a:cubicBezTo>
                  <a:pt x="2774965" y="44351"/>
                  <a:pt x="2772261" y="45703"/>
                  <a:pt x="2770426" y="48406"/>
                </a:cubicBezTo>
                <a:cubicBezTo>
                  <a:pt x="2768591" y="51110"/>
                  <a:pt x="2767672" y="55091"/>
                  <a:pt x="2767672" y="60350"/>
                </a:cubicBezTo>
                <a:cubicBezTo>
                  <a:pt x="2767672" y="65608"/>
                  <a:pt x="2768591" y="69589"/>
                  <a:pt x="2770426" y="72293"/>
                </a:cubicBezTo>
                <a:cubicBezTo>
                  <a:pt x="2772261" y="74997"/>
                  <a:pt x="2774940" y="76349"/>
                  <a:pt x="2778463" y="76349"/>
                </a:cubicBezTo>
                <a:cubicBezTo>
                  <a:pt x="2782035" y="76349"/>
                  <a:pt x="2784738" y="74997"/>
                  <a:pt x="2786574" y="72293"/>
                </a:cubicBezTo>
                <a:cubicBezTo>
                  <a:pt x="2788410" y="69589"/>
                  <a:pt x="2789327" y="65608"/>
                  <a:pt x="2789327" y="60350"/>
                </a:cubicBezTo>
                <a:cubicBezTo>
                  <a:pt x="2789327" y="55091"/>
                  <a:pt x="2788410" y="51110"/>
                  <a:pt x="2786574" y="48406"/>
                </a:cubicBezTo>
                <a:cubicBezTo>
                  <a:pt x="2784738" y="45703"/>
                  <a:pt x="2782059" y="44351"/>
                  <a:pt x="2778537" y="44351"/>
                </a:cubicBezTo>
                <a:close/>
                <a:moveTo>
                  <a:pt x="2644741" y="44351"/>
                </a:moveTo>
                <a:cubicBezTo>
                  <a:pt x="2641566" y="44351"/>
                  <a:pt x="2639098" y="45430"/>
                  <a:pt x="2637336" y="47588"/>
                </a:cubicBezTo>
                <a:cubicBezTo>
                  <a:pt x="2635576" y="49746"/>
                  <a:pt x="2634520" y="52958"/>
                  <a:pt x="2634174" y="57224"/>
                </a:cubicBezTo>
                <a:lnTo>
                  <a:pt x="2655307" y="57224"/>
                </a:lnTo>
                <a:cubicBezTo>
                  <a:pt x="2655258" y="53156"/>
                  <a:pt x="2654302" y="49994"/>
                  <a:pt x="2652442" y="47737"/>
                </a:cubicBezTo>
                <a:cubicBezTo>
                  <a:pt x="2650582" y="45479"/>
                  <a:pt x="2648015" y="44351"/>
                  <a:pt x="2644741" y="44351"/>
                </a:cubicBezTo>
                <a:close/>
                <a:moveTo>
                  <a:pt x="2197512" y="44351"/>
                </a:moveTo>
                <a:cubicBezTo>
                  <a:pt x="2193940" y="44351"/>
                  <a:pt x="2191237" y="45703"/>
                  <a:pt x="2189401" y="48406"/>
                </a:cubicBezTo>
                <a:cubicBezTo>
                  <a:pt x="2187565" y="51110"/>
                  <a:pt x="2186647" y="55091"/>
                  <a:pt x="2186647" y="60350"/>
                </a:cubicBezTo>
                <a:cubicBezTo>
                  <a:pt x="2186647" y="65608"/>
                  <a:pt x="2187565" y="69589"/>
                  <a:pt x="2189401" y="72293"/>
                </a:cubicBezTo>
                <a:cubicBezTo>
                  <a:pt x="2191237" y="74997"/>
                  <a:pt x="2193916" y="76349"/>
                  <a:pt x="2197438" y="76349"/>
                </a:cubicBezTo>
                <a:cubicBezTo>
                  <a:pt x="2201010" y="76349"/>
                  <a:pt x="2203713" y="74997"/>
                  <a:pt x="2205549" y="72293"/>
                </a:cubicBezTo>
                <a:cubicBezTo>
                  <a:pt x="2207384" y="69589"/>
                  <a:pt x="2208302" y="65608"/>
                  <a:pt x="2208302" y="60350"/>
                </a:cubicBezTo>
                <a:cubicBezTo>
                  <a:pt x="2208302" y="55091"/>
                  <a:pt x="2207384" y="51110"/>
                  <a:pt x="2205549" y="48406"/>
                </a:cubicBezTo>
                <a:cubicBezTo>
                  <a:pt x="2203713" y="45703"/>
                  <a:pt x="2201035" y="44351"/>
                  <a:pt x="2197512" y="44351"/>
                </a:cubicBezTo>
                <a:close/>
                <a:moveTo>
                  <a:pt x="1977991" y="44351"/>
                </a:moveTo>
                <a:cubicBezTo>
                  <a:pt x="1974815" y="44351"/>
                  <a:pt x="1972348" y="45430"/>
                  <a:pt x="1970586" y="47588"/>
                </a:cubicBezTo>
                <a:cubicBezTo>
                  <a:pt x="1968825" y="49746"/>
                  <a:pt x="1967771" y="52958"/>
                  <a:pt x="1967424" y="57224"/>
                </a:cubicBezTo>
                <a:lnTo>
                  <a:pt x="1988558" y="57224"/>
                </a:lnTo>
                <a:cubicBezTo>
                  <a:pt x="1988508" y="53156"/>
                  <a:pt x="1987553" y="49994"/>
                  <a:pt x="1985693" y="47737"/>
                </a:cubicBezTo>
                <a:cubicBezTo>
                  <a:pt x="1983831" y="45479"/>
                  <a:pt x="1981265" y="44351"/>
                  <a:pt x="1977991" y="44351"/>
                </a:cubicBezTo>
                <a:close/>
                <a:moveTo>
                  <a:pt x="1854612" y="44351"/>
                </a:moveTo>
                <a:cubicBezTo>
                  <a:pt x="1851040" y="44351"/>
                  <a:pt x="1848336" y="45703"/>
                  <a:pt x="1846501" y="48406"/>
                </a:cubicBezTo>
                <a:cubicBezTo>
                  <a:pt x="1844665" y="51110"/>
                  <a:pt x="1843748" y="55091"/>
                  <a:pt x="1843748" y="60350"/>
                </a:cubicBezTo>
                <a:cubicBezTo>
                  <a:pt x="1843748" y="65608"/>
                  <a:pt x="1844665" y="69589"/>
                  <a:pt x="1846501" y="72293"/>
                </a:cubicBezTo>
                <a:cubicBezTo>
                  <a:pt x="1848336" y="74997"/>
                  <a:pt x="1851015" y="76349"/>
                  <a:pt x="1854538" y="76349"/>
                </a:cubicBezTo>
                <a:cubicBezTo>
                  <a:pt x="1858109" y="76349"/>
                  <a:pt x="1860814" y="74997"/>
                  <a:pt x="1862649" y="72293"/>
                </a:cubicBezTo>
                <a:cubicBezTo>
                  <a:pt x="1864485" y="69589"/>
                  <a:pt x="1865402" y="65608"/>
                  <a:pt x="1865402" y="60350"/>
                </a:cubicBezTo>
                <a:cubicBezTo>
                  <a:pt x="1865402" y="55091"/>
                  <a:pt x="1864485" y="51110"/>
                  <a:pt x="1862649" y="48406"/>
                </a:cubicBezTo>
                <a:cubicBezTo>
                  <a:pt x="1860814" y="45703"/>
                  <a:pt x="1858134" y="44351"/>
                  <a:pt x="1854612" y="44351"/>
                </a:cubicBezTo>
                <a:close/>
                <a:moveTo>
                  <a:pt x="1549366" y="44351"/>
                </a:moveTo>
                <a:cubicBezTo>
                  <a:pt x="1546191" y="44351"/>
                  <a:pt x="1543723" y="45430"/>
                  <a:pt x="1541961" y="47588"/>
                </a:cubicBezTo>
                <a:cubicBezTo>
                  <a:pt x="1540200" y="49746"/>
                  <a:pt x="1539146" y="52958"/>
                  <a:pt x="1538799" y="57224"/>
                </a:cubicBezTo>
                <a:lnTo>
                  <a:pt x="1559932" y="57224"/>
                </a:lnTo>
                <a:cubicBezTo>
                  <a:pt x="1559883" y="53156"/>
                  <a:pt x="1558928" y="49994"/>
                  <a:pt x="1557067" y="47737"/>
                </a:cubicBezTo>
                <a:cubicBezTo>
                  <a:pt x="1555207" y="45479"/>
                  <a:pt x="1552640" y="44351"/>
                  <a:pt x="1549366" y="44351"/>
                </a:cubicBezTo>
                <a:close/>
                <a:moveTo>
                  <a:pt x="11146993" y="40481"/>
                </a:moveTo>
                <a:lnTo>
                  <a:pt x="11152351" y="40481"/>
                </a:lnTo>
                <a:lnTo>
                  <a:pt x="11152351" y="80218"/>
                </a:lnTo>
                <a:lnTo>
                  <a:pt x="11146993" y="80218"/>
                </a:lnTo>
                <a:close/>
                <a:moveTo>
                  <a:pt x="10717698" y="40481"/>
                </a:moveTo>
                <a:lnTo>
                  <a:pt x="10723056" y="40481"/>
                </a:lnTo>
                <a:lnTo>
                  <a:pt x="10723056" y="68238"/>
                </a:lnTo>
                <a:cubicBezTo>
                  <a:pt x="10723056" y="70768"/>
                  <a:pt x="10723750" y="72690"/>
                  <a:pt x="10725139" y="74005"/>
                </a:cubicBezTo>
                <a:cubicBezTo>
                  <a:pt x="10726529" y="75319"/>
                  <a:pt x="10728562" y="75977"/>
                  <a:pt x="10731241" y="75977"/>
                </a:cubicBezTo>
                <a:cubicBezTo>
                  <a:pt x="10733325" y="75977"/>
                  <a:pt x="10735185" y="75605"/>
                  <a:pt x="10736822" y="74860"/>
                </a:cubicBezTo>
                <a:cubicBezTo>
                  <a:pt x="10738460" y="74116"/>
                  <a:pt x="10739998" y="72926"/>
                  <a:pt x="10741436" y="71289"/>
                </a:cubicBezTo>
                <a:lnTo>
                  <a:pt x="10741436" y="40481"/>
                </a:lnTo>
                <a:lnTo>
                  <a:pt x="10746794" y="40481"/>
                </a:lnTo>
                <a:lnTo>
                  <a:pt x="10746794" y="80218"/>
                </a:lnTo>
                <a:lnTo>
                  <a:pt x="10741808" y="80218"/>
                </a:lnTo>
                <a:lnTo>
                  <a:pt x="10741808" y="75456"/>
                </a:lnTo>
                <a:cubicBezTo>
                  <a:pt x="10738882" y="79276"/>
                  <a:pt x="10734888" y="81186"/>
                  <a:pt x="10729828" y="81186"/>
                </a:cubicBezTo>
                <a:cubicBezTo>
                  <a:pt x="10726008" y="81186"/>
                  <a:pt x="10723031" y="80069"/>
                  <a:pt x="10720898" y="77837"/>
                </a:cubicBezTo>
                <a:cubicBezTo>
                  <a:pt x="10718764" y="75605"/>
                  <a:pt x="10717698" y="72529"/>
                  <a:pt x="10717698" y="68610"/>
                </a:cubicBezTo>
                <a:close/>
                <a:moveTo>
                  <a:pt x="9914324" y="40481"/>
                </a:moveTo>
                <a:lnTo>
                  <a:pt x="9920798" y="40481"/>
                </a:lnTo>
                <a:lnTo>
                  <a:pt x="9930025" y="55587"/>
                </a:lnTo>
                <a:lnTo>
                  <a:pt x="9939625" y="40481"/>
                </a:lnTo>
                <a:lnTo>
                  <a:pt x="9945950" y="40481"/>
                </a:lnTo>
                <a:lnTo>
                  <a:pt x="9933002" y="59829"/>
                </a:lnTo>
                <a:lnTo>
                  <a:pt x="9946099" y="80218"/>
                </a:lnTo>
                <a:lnTo>
                  <a:pt x="9939625" y="80218"/>
                </a:lnTo>
                <a:lnTo>
                  <a:pt x="9929802" y="64368"/>
                </a:lnTo>
                <a:lnTo>
                  <a:pt x="9920128" y="80218"/>
                </a:lnTo>
                <a:lnTo>
                  <a:pt x="9913803" y="80218"/>
                </a:lnTo>
                <a:lnTo>
                  <a:pt x="9926900" y="60126"/>
                </a:lnTo>
                <a:close/>
                <a:moveTo>
                  <a:pt x="9660423" y="40481"/>
                </a:moveTo>
                <a:lnTo>
                  <a:pt x="9665781" y="40481"/>
                </a:lnTo>
                <a:lnTo>
                  <a:pt x="9665781" y="68238"/>
                </a:lnTo>
                <a:cubicBezTo>
                  <a:pt x="9665781" y="70768"/>
                  <a:pt x="9666476" y="72690"/>
                  <a:pt x="9667864" y="74005"/>
                </a:cubicBezTo>
                <a:cubicBezTo>
                  <a:pt x="9669253" y="75319"/>
                  <a:pt x="9671287" y="75977"/>
                  <a:pt x="9673966" y="75977"/>
                </a:cubicBezTo>
                <a:cubicBezTo>
                  <a:pt x="9676050" y="75977"/>
                  <a:pt x="9677910" y="75605"/>
                  <a:pt x="9679547" y="74860"/>
                </a:cubicBezTo>
                <a:cubicBezTo>
                  <a:pt x="9681185" y="74116"/>
                  <a:pt x="9682722" y="72926"/>
                  <a:pt x="9684161" y="71289"/>
                </a:cubicBezTo>
                <a:lnTo>
                  <a:pt x="9684161" y="40481"/>
                </a:lnTo>
                <a:lnTo>
                  <a:pt x="9689519" y="40481"/>
                </a:lnTo>
                <a:lnTo>
                  <a:pt x="9689519" y="80218"/>
                </a:lnTo>
                <a:lnTo>
                  <a:pt x="9684533" y="80218"/>
                </a:lnTo>
                <a:lnTo>
                  <a:pt x="9684533" y="75456"/>
                </a:lnTo>
                <a:cubicBezTo>
                  <a:pt x="9681606" y="79276"/>
                  <a:pt x="9677613" y="81186"/>
                  <a:pt x="9672553" y="81186"/>
                </a:cubicBezTo>
                <a:cubicBezTo>
                  <a:pt x="9668732" y="81186"/>
                  <a:pt x="9665756" y="80069"/>
                  <a:pt x="9663623" y="77837"/>
                </a:cubicBezTo>
                <a:cubicBezTo>
                  <a:pt x="9661490" y="75605"/>
                  <a:pt x="9660423" y="72529"/>
                  <a:pt x="9660423" y="68610"/>
                </a:cubicBezTo>
                <a:close/>
                <a:moveTo>
                  <a:pt x="9527743" y="40481"/>
                </a:moveTo>
                <a:lnTo>
                  <a:pt x="9533101" y="40481"/>
                </a:lnTo>
                <a:lnTo>
                  <a:pt x="9533101" y="80218"/>
                </a:lnTo>
                <a:lnTo>
                  <a:pt x="9527743" y="80218"/>
                </a:lnTo>
                <a:close/>
                <a:moveTo>
                  <a:pt x="9465979" y="40481"/>
                </a:moveTo>
                <a:lnTo>
                  <a:pt x="9471783" y="40481"/>
                </a:lnTo>
                <a:lnTo>
                  <a:pt x="9480787" y="74265"/>
                </a:lnTo>
                <a:lnTo>
                  <a:pt x="9489643" y="40481"/>
                </a:lnTo>
                <a:lnTo>
                  <a:pt x="9495298" y="40481"/>
                </a:lnTo>
                <a:lnTo>
                  <a:pt x="9504228" y="74265"/>
                </a:lnTo>
                <a:lnTo>
                  <a:pt x="9513158" y="40481"/>
                </a:lnTo>
                <a:lnTo>
                  <a:pt x="9518887" y="40481"/>
                </a:lnTo>
                <a:lnTo>
                  <a:pt x="9507056" y="80218"/>
                </a:lnTo>
                <a:lnTo>
                  <a:pt x="9501103" y="80218"/>
                </a:lnTo>
                <a:lnTo>
                  <a:pt x="9492396" y="48369"/>
                </a:lnTo>
                <a:lnTo>
                  <a:pt x="9483690" y="80218"/>
                </a:lnTo>
                <a:lnTo>
                  <a:pt x="9477737" y="80218"/>
                </a:lnTo>
                <a:close/>
                <a:moveTo>
                  <a:pt x="9213418" y="40481"/>
                </a:moveTo>
                <a:lnTo>
                  <a:pt x="9218776" y="40481"/>
                </a:lnTo>
                <a:lnTo>
                  <a:pt x="9218776" y="80218"/>
                </a:lnTo>
                <a:lnTo>
                  <a:pt x="9213418" y="80218"/>
                </a:lnTo>
                <a:close/>
                <a:moveTo>
                  <a:pt x="8904004" y="40481"/>
                </a:moveTo>
                <a:lnTo>
                  <a:pt x="8909808" y="40481"/>
                </a:lnTo>
                <a:lnTo>
                  <a:pt x="8918812" y="74265"/>
                </a:lnTo>
                <a:lnTo>
                  <a:pt x="8927668" y="40481"/>
                </a:lnTo>
                <a:lnTo>
                  <a:pt x="8933323" y="40481"/>
                </a:lnTo>
                <a:lnTo>
                  <a:pt x="8942253" y="74265"/>
                </a:lnTo>
                <a:lnTo>
                  <a:pt x="8951183" y="40481"/>
                </a:lnTo>
                <a:lnTo>
                  <a:pt x="8956912" y="40481"/>
                </a:lnTo>
                <a:lnTo>
                  <a:pt x="8945081" y="80218"/>
                </a:lnTo>
                <a:lnTo>
                  <a:pt x="8939128" y="80218"/>
                </a:lnTo>
                <a:lnTo>
                  <a:pt x="8930421" y="48369"/>
                </a:lnTo>
                <a:lnTo>
                  <a:pt x="8921715" y="80218"/>
                </a:lnTo>
                <a:lnTo>
                  <a:pt x="8915761" y="80218"/>
                </a:lnTo>
                <a:close/>
                <a:moveTo>
                  <a:pt x="8822893" y="40481"/>
                </a:moveTo>
                <a:lnTo>
                  <a:pt x="8828251" y="40481"/>
                </a:lnTo>
                <a:lnTo>
                  <a:pt x="8828251" y="80218"/>
                </a:lnTo>
                <a:lnTo>
                  <a:pt x="8822893" y="80218"/>
                </a:lnTo>
                <a:close/>
                <a:moveTo>
                  <a:pt x="8651443" y="40481"/>
                </a:moveTo>
                <a:lnTo>
                  <a:pt x="8656801" y="40481"/>
                </a:lnTo>
                <a:lnTo>
                  <a:pt x="8656801" y="80218"/>
                </a:lnTo>
                <a:lnTo>
                  <a:pt x="8651443" y="80218"/>
                </a:lnTo>
                <a:close/>
                <a:moveTo>
                  <a:pt x="8098993" y="40481"/>
                </a:moveTo>
                <a:lnTo>
                  <a:pt x="8104351" y="40481"/>
                </a:lnTo>
                <a:lnTo>
                  <a:pt x="8104351" y="80218"/>
                </a:lnTo>
                <a:lnTo>
                  <a:pt x="8098993" y="80218"/>
                </a:lnTo>
                <a:close/>
                <a:moveTo>
                  <a:pt x="7918018" y="40481"/>
                </a:moveTo>
                <a:lnTo>
                  <a:pt x="7923376" y="40481"/>
                </a:lnTo>
                <a:lnTo>
                  <a:pt x="7923376" y="80218"/>
                </a:lnTo>
                <a:lnTo>
                  <a:pt x="7918018" y="80218"/>
                </a:lnTo>
                <a:close/>
                <a:moveTo>
                  <a:pt x="7603023" y="40481"/>
                </a:moveTo>
                <a:lnTo>
                  <a:pt x="7608381" y="40481"/>
                </a:lnTo>
                <a:lnTo>
                  <a:pt x="7608381" y="68238"/>
                </a:lnTo>
                <a:cubicBezTo>
                  <a:pt x="7608381" y="70768"/>
                  <a:pt x="7609076" y="72690"/>
                  <a:pt x="7610465" y="74005"/>
                </a:cubicBezTo>
                <a:cubicBezTo>
                  <a:pt x="7611854" y="75319"/>
                  <a:pt x="7613888" y="75977"/>
                  <a:pt x="7616567" y="75977"/>
                </a:cubicBezTo>
                <a:cubicBezTo>
                  <a:pt x="7618650" y="75977"/>
                  <a:pt x="7620511" y="75605"/>
                  <a:pt x="7622148" y="74860"/>
                </a:cubicBezTo>
                <a:cubicBezTo>
                  <a:pt x="7623785" y="74116"/>
                  <a:pt x="7625322" y="72926"/>
                  <a:pt x="7626761" y="71289"/>
                </a:cubicBezTo>
                <a:lnTo>
                  <a:pt x="7626761" y="40481"/>
                </a:lnTo>
                <a:lnTo>
                  <a:pt x="7632119" y="40481"/>
                </a:lnTo>
                <a:lnTo>
                  <a:pt x="7632119" y="80218"/>
                </a:lnTo>
                <a:lnTo>
                  <a:pt x="7627133" y="80218"/>
                </a:lnTo>
                <a:lnTo>
                  <a:pt x="7627133" y="75456"/>
                </a:lnTo>
                <a:cubicBezTo>
                  <a:pt x="7624206" y="79276"/>
                  <a:pt x="7620213" y="81186"/>
                  <a:pt x="7615153" y="81186"/>
                </a:cubicBezTo>
                <a:cubicBezTo>
                  <a:pt x="7611333" y="81186"/>
                  <a:pt x="7608356" y="80069"/>
                  <a:pt x="7606223" y="77837"/>
                </a:cubicBezTo>
                <a:cubicBezTo>
                  <a:pt x="7604090" y="75605"/>
                  <a:pt x="7603023" y="72529"/>
                  <a:pt x="7603023" y="68610"/>
                </a:cubicBezTo>
                <a:close/>
                <a:moveTo>
                  <a:pt x="7202973" y="40481"/>
                </a:moveTo>
                <a:lnTo>
                  <a:pt x="7208331" y="40481"/>
                </a:lnTo>
                <a:lnTo>
                  <a:pt x="7208331" y="68238"/>
                </a:lnTo>
                <a:cubicBezTo>
                  <a:pt x="7208331" y="70768"/>
                  <a:pt x="7209026" y="72690"/>
                  <a:pt x="7210415" y="74005"/>
                </a:cubicBezTo>
                <a:cubicBezTo>
                  <a:pt x="7211804" y="75319"/>
                  <a:pt x="7213838" y="75977"/>
                  <a:pt x="7216517" y="75977"/>
                </a:cubicBezTo>
                <a:cubicBezTo>
                  <a:pt x="7218600" y="75977"/>
                  <a:pt x="7220461" y="75605"/>
                  <a:pt x="7222098" y="74860"/>
                </a:cubicBezTo>
                <a:cubicBezTo>
                  <a:pt x="7223735" y="74116"/>
                  <a:pt x="7225272" y="72926"/>
                  <a:pt x="7226711" y="71289"/>
                </a:cubicBezTo>
                <a:lnTo>
                  <a:pt x="7226711" y="40481"/>
                </a:lnTo>
                <a:lnTo>
                  <a:pt x="7232069" y="40481"/>
                </a:lnTo>
                <a:lnTo>
                  <a:pt x="7232069" y="80218"/>
                </a:lnTo>
                <a:lnTo>
                  <a:pt x="7227083" y="80218"/>
                </a:lnTo>
                <a:lnTo>
                  <a:pt x="7227083" y="75456"/>
                </a:lnTo>
                <a:cubicBezTo>
                  <a:pt x="7224157" y="79276"/>
                  <a:pt x="7220163" y="81186"/>
                  <a:pt x="7215103" y="81186"/>
                </a:cubicBezTo>
                <a:cubicBezTo>
                  <a:pt x="7211283" y="81186"/>
                  <a:pt x="7208307" y="80069"/>
                  <a:pt x="7206173" y="77837"/>
                </a:cubicBezTo>
                <a:cubicBezTo>
                  <a:pt x="7204040" y="75605"/>
                  <a:pt x="7202973" y="72529"/>
                  <a:pt x="7202973" y="68610"/>
                </a:cubicBezTo>
                <a:close/>
                <a:moveTo>
                  <a:pt x="6698818" y="40481"/>
                </a:moveTo>
                <a:lnTo>
                  <a:pt x="6704176" y="40481"/>
                </a:lnTo>
                <a:lnTo>
                  <a:pt x="6704176" y="80218"/>
                </a:lnTo>
                <a:lnTo>
                  <a:pt x="6698818" y="80218"/>
                </a:lnTo>
                <a:close/>
                <a:moveTo>
                  <a:pt x="6432118" y="40481"/>
                </a:moveTo>
                <a:lnTo>
                  <a:pt x="6437476" y="40481"/>
                </a:lnTo>
                <a:lnTo>
                  <a:pt x="6437476" y="80218"/>
                </a:lnTo>
                <a:lnTo>
                  <a:pt x="6432118" y="80218"/>
                </a:lnTo>
                <a:close/>
                <a:moveTo>
                  <a:pt x="6213043" y="40481"/>
                </a:moveTo>
                <a:lnTo>
                  <a:pt x="6218401" y="40481"/>
                </a:lnTo>
                <a:lnTo>
                  <a:pt x="6218401" y="80218"/>
                </a:lnTo>
                <a:lnTo>
                  <a:pt x="6213043" y="80218"/>
                </a:lnTo>
                <a:close/>
                <a:moveTo>
                  <a:pt x="5783749" y="40481"/>
                </a:moveTo>
                <a:lnTo>
                  <a:pt x="5789106" y="40481"/>
                </a:lnTo>
                <a:lnTo>
                  <a:pt x="5789106" y="68238"/>
                </a:lnTo>
                <a:cubicBezTo>
                  <a:pt x="5789106" y="70768"/>
                  <a:pt x="5789801" y="72690"/>
                  <a:pt x="5791190" y="74005"/>
                </a:cubicBezTo>
                <a:cubicBezTo>
                  <a:pt x="5792579" y="75319"/>
                  <a:pt x="5794613" y="75977"/>
                  <a:pt x="5797292" y="75977"/>
                </a:cubicBezTo>
                <a:cubicBezTo>
                  <a:pt x="5799375" y="75977"/>
                  <a:pt x="5801236" y="75605"/>
                  <a:pt x="5802873" y="74860"/>
                </a:cubicBezTo>
                <a:cubicBezTo>
                  <a:pt x="5804510" y="74116"/>
                  <a:pt x="5806047" y="72926"/>
                  <a:pt x="5807487" y="71289"/>
                </a:cubicBezTo>
                <a:lnTo>
                  <a:pt x="5807487" y="40481"/>
                </a:lnTo>
                <a:lnTo>
                  <a:pt x="5812844" y="40481"/>
                </a:lnTo>
                <a:lnTo>
                  <a:pt x="5812844" y="80218"/>
                </a:lnTo>
                <a:lnTo>
                  <a:pt x="5807858" y="80218"/>
                </a:lnTo>
                <a:lnTo>
                  <a:pt x="5807858" y="75456"/>
                </a:lnTo>
                <a:cubicBezTo>
                  <a:pt x="5804931" y="79276"/>
                  <a:pt x="5800938" y="81186"/>
                  <a:pt x="5795878" y="81186"/>
                </a:cubicBezTo>
                <a:cubicBezTo>
                  <a:pt x="5792058" y="81186"/>
                  <a:pt x="5789082" y="80069"/>
                  <a:pt x="5786948" y="77837"/>
                </a:cubicBezTo>
                <a:cubicBezTo>
                  <a:pt x="5784816" y="75605"/>
                  <a:pt x="5783749" y="72529"/>
                  <a:pt x="5783749" y="68610"/>
                </a:cubicBezTo>
                <a:close/>
                <a:moveTo>
                  <a:pt x="5455805" y="40481"/>
                </a:moveTo>
                <a:lnTo>
                  <a:pt x="5461684" y="40481"/>
                </a:lnTo>
                <a:lnTo>
                  <a:pt x="5472697" y="73744"/>
                </a:lnTo>
                <a:lnTo>
                  <a:pt x="5483562" y="40481"/>
                </a:lnTo>
                <a:lnTo>
                  <a:pt x="5489367" y="40481"/>
                </a:lnTo>
                <a:lnTo>
                  <a:pt x="5475228" y="80814"/>
                </a:lnTo>
                <a:cubicBezTo>
                  <a:pt x="5473938" y="84385"/>
                  <a:pt x="5471842" y="87498"/>
                  <a:pt x="5468940" y="90153"/>
                </a:cubicBezTo>
                <a:cubicBezTo>
                  <a:pt x="5466038" y="92807"/>
                  <a:pt x="5462379" y="94927"/>
                  <a:pt x="5457964" y="96515"/>
                </a:cubicBezTo>
                <a:lnTo>
                  <a:pt x="5456029" y="91752"/>
                </a:lnTo>
                <a:cubicBezTo>
                  <a:pt x="5459601" y="90512"/>
                  <a:pt x="5462503" y="88987"/>
                  <a:pt x="5464735" y="87176"/>
                </a:cubicBezTo>
                <a:cubicBezTo>
                  <a:pt x="5466968" y="85365"/>
                  <a:pt x="5468704" y="83170"/>
                  <a:pt x="5469944" y="80590"/>
                </a:cubicBezTo>
                <a:close/>
                <a:moveTo>
                  <a:pt x="5022418" y="40481"/>
                </a:moveTo>
                <a:lnTo>
                  <a:pt x="5027776" y="40481"/>
                </a:lnTo>
                <a:lnTo>
                  <a:pt x="5027776" y="80218"/>
                </a:lnTo>
                <a:lnTo>
                  <a:pt x="5022418" y="80218"/>
                </a:lnTo>
                <a:close/>
                <a:moveTo>
                  <a:pt x="4908119" y="40481"/>
                </a:moveTo>
                <a:lnTo>
                  <a:pt x="4913476" y="40481"/>
                </a:lnTo>
                <a:lnTo>
                  <a:pt x="4913476" y="80218"/>
                </a:lnTo>
                <a:lnTo>
                  <a:pt x="4908119" y="80218"/>
                </a:lnTo>
                <a:close/>
                <a:moveTo>
                  <a:pt x="4798729" y="40481"/>
                </a:moveTo>
                <a:lnTo>
                  <a:pt x="4804534" y="40481"/>
                </a:lnTo>
                <a:lnTo>
                  <a:pt x="4813538" y="74265"/>
                </a:lnTo>
                <a:lnTo>
                  <a:pt x="4822393" y="40481"/>
                </a:lnTo>
                <a:lnTo>
                  <a:pt x="4828048" y="40481"/>
                </a:lnTo>
                <a:lnTo>
                  <a:pt x="4836979" y="74265"/>
                </a:lnTo>
                <a:lnTo>
                  <a:pt x="4845908" y="40481"/>
                </a:lnTo>
                <a:lnTo>
                  <a:pt x="4851638" y="40481"/>
                </a:lnTo>
                <a:lnTo>
                  <a:pt x="4839806" y="80218"/>
                </a:lnTo>
                <a:lnTo>
                  <a:pt x="4833853" y="80218"/>
                </a:lnTo>
                <a:lnTo>
                  <a:pt x="4825147" y="48369"/>
                </a:lnTo>
                <a:lnTo>
                  <a:pt x="4816440" y="80218"/>
                </a:lnTo>
                <a:lnTo>
                  <a:pt x="4810487" y="80218"/>
                </a:lnTo>
                <a:close/>
                <a:moveTo>
                  <a:pt x="4679518" y="40481"/>
                </a:moveTo>
                <a:lnTo>
                  <a:pt x="4684876" y="40481"/>
                </a:lnTo>
                <a:lnTo>
                  <a:pt x="4684876" y="80218"/>
                </a:lnTo>
                <a:lnTo>
                  <a:pt x="4679518" y="80218"/>
                </a:lnTo>
                <a:close/>
                <a:moveTo>
                  <a:pt x="4384243" y="40481"/>
                </a:moveTo>
                <a:lnTo>
                  <a:pt x="4389601" y="40481"/>
                </a:lnTo>
                <a:lnTo>
                  <a:pt x="4389601" y="80218"/>
                </a:lnTo>
                <a:lnTo>
                  <a:pt x="4384243" y="80218"/>
                </a:lnTo>
                <a:close/>
                <a:moveTo>
                  <a:pt x="4288993" y="40481"/>
                </a:moveTo>
                <a:lnTo>
                  <a:pt x="4294351" y="40481"/>
                </a:lnTo>
                <a:lnTo>
                  <a:pt x="4294351" y="80218"/>
                </a:lnTo>
                <a:lnTo>
                  <a:pt x="4288993" y="80218"/>
                </a:lnTo>
                <a:close/>
                <a:moveTo>
                  <a:pt x="4117543" y="40481"/>
                </a:moveTo>
                <a:lnTo>
                  <a:pt x="4122901" y="40481"/>
                </a:lnTo>
                <a:lnTo>
                  <a:pt x="4122901" y="80218"/>
                </a:lnTo>
                <a:lnTo>
                  <a:pt x="4117543" y="80218"/>
                </a:lnTo>
                <a:close/>
                <a:moveTo>
                  <a:pt x="3241244" y="40481"/>
                </a:moveTo>
                <a:lnTo>
                  <a:pt x="3246601" y="40481"/>
                </a:lnTo>
                <a:lnTo>
                  <a:pt x="3246601" y="80218"/>
                </a:lnTo>
                <a:lnTo>
                  <a:pt x="3241244" y="80218"/>
                </a:lnTo>
                <a:close/>
                <a:moveTo>
                  <a:pt x="2850719" y="40481"/>
                </a:moveTo>
                <a:lnTo>
                  <a:pt x="2856076" y="40481"/>
                </a:lnTo>
                <a:lnTo>
                  <a:pt x="2856076" y="80218"/>
                </a:lnTo>
                <a:lnTo>
                  <a:pt x="2850719" y="80218"/>
                </a:lnTo>
                <a:close/>
                <a:moveTo>
                  <a:pt x="2421424" y="40481"/>
                </a:moveTo>
                <a:lnTo>
                  <a:pt x="2426781" y="40481"/>
                </a:lnTo>
                <a:lnTo>
                  <a:pt x="2426781" y="68238"/>
                </a:lnTo>
                <a:cubicBezTo>
                  <a:pt x="2426781" y="70768"/>
                  <a:pt x="2427477" y="72690"/>
                  <a:pt x="2428865" y="74005"/>
                </a:cubicBezTo>
                <a:cubicBezTo>
                  <a:pt x="2430255" y="75319"/>
                  <a:pt x="2432289" y="75977"/>
                  <a:pt x="2434967" y="75977"/>
                </a:cubicBezTo>
                <a:cubicBezTo>
                  <a:pt x="2437051" y="75977"/>
                  <a:pt x="2438911" y="75605"/>
                  <a:pt x="2440548" y="74860"/>
                </a:cubicBezTo>
                <a:cubicBezTo>
                  <a:pt x="2442185" y="74116"/>
                  <a:pt x="2443724" y="72926"/>
                  <a:pt x="2445162" y="71289"/>
                </a:cubicBezTo>
                <a:lnTo>
                  <a:pt x="2445162" y="40481"/>
                </a:lnTo>
                <a:lnTo>
                  <a:pt x="2450520" y="40481"/>
                </a:lnTo>
                <a:lnTo>
                  <a:pt x="2450520" y="80218"/>
                </a:lnTo>
                <a:lnTo>
                  <a:pt x="2445534" y="80218"/>
                </a:lnTo>
                <a:lnTo>
                  <a:pt x="2445534" y="75456"/>
                </a:lnTo>
                <a:cubicBezTo>
                  <a:pt x="2442607" y="79276"/>
                  <a:pt x="2438613" y="81186"/>
                  <a:pt x="2433553" y="81186"/>
                </a:cubicBezTo>
                <a:cubicBezTo>
                  <a:pt x="2429734" y="81186"/>
                  <a:pt x="2426757" y="80069"/>
                  <a:pt x="2424624" y="77837"/>
                </a:cubicBezTo>
                <a:cubicBezTo>
                  <a:pt x="2422491" y="75605"/>
                  <a:pt x="2421424" y="72529"/>
                  <a:pt x="2421424" y="68610"/>
                </a:cubicBezTo>
                <a:close/>
                <a:moveTo>
                  <a:pt x="2093481" y="40481"/>
                </a:moveTo>
                <a:lnTo>
                  <a:pt x="2099360" y="40481"/>
                </a:lnTo>
                <a:lnTo>
                  <a:pt x="2110373" y="73744"/>
                </a:lnTo>
                <a:lnTo>
                  <a:pt x="2121237" y="40481"/>
                </a:lnTo>
                <a:lnTo>
                  <a:pt x="2127042" y="40481"/>
                </a:lnTo>
                <a:lnTo>
                  <a:pt x="2112903" y="80814"/>
                </a:lnTo>
                <a:cubicBezTo>
                  <a:pt x="2111613" y="84385"/>
                  <a:pt x="2109517" y="87498"/>
                  <a:pt x="2106615" y="90153"/>
                </a:cubicBezTo>
                <a:cubicBezTo>
                  <a:pt x="2103713" y="92807"/>
                  <a:pt x="2100054" y="94927"/>
                  <a:pt x="2095639" y="96515"/>
                </a:cubicBezTo>
                <a:lnTo>
                  <a:pt x="2093704" y="91752"/>
                </a:lnTo>
                <a:cubicBezTo>
                  <a:pt x="2097276" y="90512"/>
                  <a:pt x="2100178" y="88987"/>
                  <a:pt x="2102410" y="87176"/>
                </a:cubicBezTo>
                <a:cubicBezTo>
                  <a:pt x="2104643" y="85365"/>
                  <a:pt x="2106380" y="83170"/>
                  <a:pt x="2107620" y="80590"/>
                </a:cubicBezTo>
                <a:close/>
                <a:moveTo>
                  <a:pt x="1945844" y="40481"/>
                </a:moveTo>
                <a:lnTo>
                  <a:pt x="1951202" y="40481"/>
                </a:lnTo>
                <a:lnTo>
                  <a:pt x="1951202" y="80218"/>
                </a:lnTo>
                <a:lnTo>
                  <a:pt x="1945844" y="80218"/>
                </a:lnTo>
                <a:close/>
                <a:moveTo>
                  <a:pt x="1698193" y="40481"/>
                </a:moveTo>
                <a:lnTo>
                  <a:pt x="1703552" y="40481"/>
                </a:lnTo>
                <a:lnTo>
                  <a:pt x="1703552" y="80218"/>
                </a:lnTo>
                <a:lnTo>
                  <a:pt x="1698193" y="80218"/>
                </a:lnTo>
                <a:close/>
                <a:moveTo>
                  <a:pt x="1602943" y="40481"/>
                </a:moveTo>
                <a:lnTo>
                  <a:pt x="1608302" y="40481"/>
                </a:lnTo>
                <a:lnTo>
                  <a:pt x="1608302" y="80218"/>
                </a:lnTo>
                <a:lnTo>
                  <a:pt x="1602943" y="80218"/>
                </a:lnTo>
                <a:close/>
                <a:moveTo>
                  <a:pt x="1326719" y="40481"/>
                </a:moveTo>
                <a:lnTo>
                  <a:pt x="1332076" y="40481"/>
                </a:lnTo>
                <a:lnTo>
                  <a:pt x="1332076" y="80218"/>
                </a:lnTo>
                <a:lnTo>
                  <a:pt x="1326719" y="80218"/>
                </a:lnTo>
                <a:close/>
                <a:moveTo>
                  <a:pt x="11048394" y="39663"/>
                </a:moveTo>
                <a:cubicBezTo>
                  <a:pt x="11050130" y="39663"/>
                  <a:pt x="11051793" y="39985"/>
                  <a:pt x="11053380" y="40630"/>
                </a:cubicBezTo>
                <a:lnTo>
                  <a:pt x="11052115" y="45913"/>
                </a:lnTo>
                <a:cubicBezTo>
                  <a:pt x="11050230" y="45368"/>
                  <a:pt x="11048493" y="45095"/>
                  <a:pt x="11046906" y="45095"/>
                </a:cubicBezTo>
                <a:cubicBezTo>
                  <a:pt x="11044971" y="45095"/>
                  <a:pt x="11043272" y="45516"/>
                  <a:pt x="11041808" y="46360"/>
                </a:cubicBezTo>
                <a:cubicBezTo>
                  <a:pt x="11040345" y="47203"/>
                  <a:pt x="11039042" y="48493"/>
                  <a:pt x="11037902" y="50229"/>
                </a:cubicBezTo>
                <a:lnTo>
                  <a:pt x="11037902" y="80218"/>
                </a:lnTo>
                <a:lnTo>
                  <a:pt x="11032544" y="80218"/>
                </a:lnTo>
                <a:lnTo>
                  <a:pt x="11032544" y="40481"/>
                </a:lnTo>
                <a:lnTo>
                  <a:pt x="11037530" y="40481"/>
                </a:lnTo>
                <a:lnTo>
                  <a:pt x="11037530" y="45988"/>
                </a:lnTo>
                <a:cubicBezTo>
                  <a:pt x="11040407" y="41771"/>
                  <a:pt x="11044028" y="39663"/>
                  <a:pt x="11048394" y="39663"/>
                </a:cubicBezTo>
                <a:close/>
                <a:moveTo>
                  <a:pt x="10010169" y="39663"/>
                </a:moveTo>
                <a:cubicBezTo>
                  <a:pt x="10011905" y="39663"/>
                  <a:pt x="10013568" y="39985"/>
                  <a:pt x="10015155" y="40630"/>
                </a:cubicBezTo>
                <a:lnTo>
                  <a:pt x="10013890" y="45913"/>
                </a:lnTo>
                <a:cubicBezTo>
                  <a:pt x="10012005" y="45368"/>
                  <a:pt x="10010268" y="45095"/>
                  <a:pt x="10008681" y="45095"/>
                </a:cubicBezTo>
                <a:cubicBezTo>
                  <a:pt x="10006746" y="45095"/>
                  <a:pt x="10005047" y="45516"/>
                  <a:pt x="10003583" y="46360"/>
                </a:cubicBezTo>
                <a:cubicBezTo>
                  <a:pt x="10002120" y="47203"/>
                  <a:pt x="10000817" y="48493"/>
                  <a:pt x="9999677" y="50229"/>
                </a:cubicBezTo>
                <a:lnTo>
                  <a:pt x="9999677" y="80218"/>
                </a:lnTo>
                <a:lnTo>
                  <a:pt x="9994319" y="80218"/>
                </a:lnTo>
                <a:lnTo>
                  <a:pt x="9994319" y="40481"/>
                </a:lnTo>
                <a:lnTo>
                  <a:pt x="9999305" y="40481"/>
                </a:lnTo>
                <a:lnTo>
                  <a:pt x="9999305" y="45988"/>
                </a:lnTo>
                <a:cubicBezTo>
                  <a:pt x="10002182" y="41771"/>
                  <a:pt x="10005803" y="39663"/>
                  <a:pt x="10010169" y="39663"/>
                </a:cubicBezTo>
                <a:close/>
                <a:moveTo>
                  <a:pt x="9391044" y="39663"/>
                </a:moveTo>
                <a:cubicBezTo>
                  <a:pt x="9392780" y="39663"/>
                  <a:pt x="9394443" y="39985"/>
                  <a:pt x="9396030" y="40630"/>
                </a:cubicBezTo>
                <a:lnTo>
                  <a:pt x="9394765" y="45913"/>
                </a:lnTo>
                <a:cubicBezTo>
                  <a:pt x="9392880" y="45368"/>
                  <a:pt x="9391143" y="45095"/>
                  <a:pt x="9389556" y="45095"/>
                </a:cubicBezTo>
                <a:cubicBezTo>
                  <a:pt x="9387621" y="45095"/>
                  <a:pt x="9385922" y="45516"/>
                  <a:pt x="9384458" y="46360"/>
                </a:cubicBezTo>
                <a:cubicBezTo>
                  <a:pt x="9382995" y="47203"/>
                  <a:pt x="9381692" y="48493"/>
                  <a:pt x="9380552" y="50229"/>
                </a:cubicBezTo>
                <a:lnTo>
                  <a:pt x="9380552" y="80218"/>
                </a:lnTo>
                <a:lnTo>
                  <a:pt x="9375194" y="80218"/>
                </a:lnTo>
                <a:lnTo>
                  <a:pt x="9375194" y="40481"/>
                </a:lnTo>
                <a:lnTo>
                  <a:pt x="9380180" y="40481"/>
                </a:lnTo>
                <a:lnTo>
                  <a:pt x="9380180" y="45988"/>
                </a:lnTo>
                <a:cubicBezTo>
                  <a:pt x="9383057" y="41771"/>
                  <a:pt x="9386678" y="39663"/>
                  <a:pt x="9391044" y="39663"/>
                </a:cubicBezTo>
                <a:close/>
                <a:moveTo>
                  <a:pt x="9181494" y="39663"/>
                </a:moveTo>
                <a:cubicBezTo>
                  <a:pt x="9183230" y="39663"/>
                  <a:pt x="9184893" y="39985"/>
                  <a:pt x="9186480" y="40630"/>
                </a:cubicBezTo>
                <a:lnTo>
                  <a:pt x="9185215" y="45913"/>
                </a:lnTo>
                <a:cubicBezTo>
                  <a:pt x="9183330" y="45368"/>
                  <a:pt x="9181593" y="45095"/>
                  <a:pt x="9180006" y="45095"/>
                </a:cubicBezTo>
                <a:cubicBezTo>
                  <a:pt x="9178071" y="45095"/>
                  <a:pt x="9176372" y="45516"/>
                  <a:pt x="9174908" y="46360"/>
                </a:cubicBezTo>
                <a:cubicBezTo>
                  <a:pt x="9173445" y="47203"/>
                  <a:pt x="9172142" y="48493"/>
                  <a:pt x="9171002" y="50229"/>
                </a:cubicBezTo>
                <a:lnTo>
                  <a:pt x="9171002" y="80218"/>
                </a:lnTo>
                <a:lnTo>
                  <a:pt x="9165644" y="80218"/>
                </a:lnTo>
                <a:lnTo>
                  <a:pt x="9165644" y="40481"/>
                </a:lnTo>
                <a:lnTo>
                  <a:pt x="9170630" y="40481"/>
                </a:lnTo>
                <a:lnTo>
                  <a:pt x="9170630" y="45988"/>
                </a:lnTo>
                <a:cubicBezTo>
                  <a:pt x="9173507" y="41771"/>
                  <a:pt x="9177128" y="39663"/>
                  <a:pt x="9181494" y="39663"/>
                </a:cubicBezTo>
                <a:close/>
                <a:moveTo>
                  <a:pt x="8448069" y="39663"/>
                </a:moveTo>
                <a:cubicBezTo>
                  <a:pt x="8449805" y="39663"/>
                  <a:pt x="8451468" y="39985"/>
                  <a:pt x="8453055" y="40630"/>
                </a:cubicBezTo>
                <a:lnTo>
                  <a:pt x="8451790" y="45913"/>
                </a:lnTo>
                <a:cubicBezTo>
                  <a:pt x="8449905" y="45368"/>
                  <a:pt x="8448168" y="45095"/>
                  <a:pt x="8446581" y="45095"/>
                </a:cubicBezTo>
                <a:cubicBezTo>
                  <a:pt x="8444646" y="45095"/>
                  <a:pt x="8442947" y="45516"/>
                  <a:pt x="8441483" y="46360"/>
                </a:cubicBezTo>
                <a:cubicBezTo>
                  <a:pt x="8440020" y="47203"/>
                  <a:pt x="8438717" y="48493"/>
                  <a:pt x="8437577" y="50229"/>
                </a:cubicBezTo>
                <a:lnTo>
                  <a:pt x="8437577" y="80218"/>
                </a:lnTo>
                <a:lnTo>
                  <a:pt x="8432219" y="80218"/>
                </a:lnTo>
                <a:lnTo>
                  <a:pt x="8432219" y="40481"/>
                </a:lnTo>
                <a:lnTo>
                  <a:pt x="8437205" y="40481"/>
                </a:lnTo>
                <a:lnTo>
                  <a:pt x="8437205" y="45988"/>
                </a:lnTo>
                <a:cubicBezTo>
                  <a:pt x="8440082" y="41771"/>
                  <a:pt x="8443703" y="39663"/>
                  <a:pt x="8448069" y="39663"/>
                </a:cubicBezTo>
                <a:close/>
                <a:moveTo>
                  <a:pt x="7514619" y="39663"/>
                </a:moveTo>
                <a:cubicBezTo>
                  <a:pt x="7516356" y="39663"/>
                  <a:pt x="7518017" y="39985"/>
                  <a:pt x="7519605" y="40630"/>
                </a:cubicBezTo>
                <a:lnTo>
                  <a:pt x="7518340" y="45913"/>
                </a:lnTo>
                <a:cubicBezTo>
                  <a:pt x="7516455" y="45368"/>
                  <a:pt x="7514719" y="45095"/>
                  <a:pt x="7513131" y="45095"/>
                </a:cubicBezTo>
                <a:cubicBezTo>
                  <a:pt x="7511196" y="45095"/>
                  <a:pt x="7509497" y="45516"/>
                  <a:pt x="7508034" y="46360"/>
                </a:cubicBezTo>
                <a:cubicBezTo>
                  <a:pt x="7506570" y="47203"/>
                  <a:pt x="7505268" y="48493"/>
                  <a:pt x="7504127" y="50229"/>
                </a:cubicBezTo>
                <a:lnTo>
                  <a:pt x="7504127" y="80218"/>
                </a:lnTo>
                <a:lnTo>
                  <a:pt x="7498769" y="80218"/>
                </a:lnTo>
                <a:lnTo>
                  <a:pt x="7498769" y="40481"/>
                </a:lnTo>
                <a:lnTo>
                  <a:pt x="7503755" y="40481"/>
                </a:lnTo>
                <a:lnTo>
                  <a:pt x="7503755" y="45988"/>
                </a:lnTo>
                <a:cubicBezTo>
                  <a:pt x="7506632" y="41771"/>
                  <a:pt x="7510254" y="39663"/>
                  <a:pt x="7514619" y="39663"/>
                </a:cubicBezTo>
                <a:close/>
                <a:moveTo>
                  <a:pt x="7409844" y="39663"/>
                </a:moveTo>
                <a:cubicBezTo>
                  <a:pt x="7411581" y="39663"/>
                  <a:pt x="7413242" y="39985"/>
                  <a:pt x="7414830" y="40630"/>
                </a:cubicBezTo>
                <a:lnTo>
                  <a:pt x="7413565" y="45913"/>
                </a:lnTo>
                <a:cubicBezTo>
                  <a:pt x="7411680" y="45368"/>
                  <a:pt x="7409944" y="45095"/>
                  <a:pt x="7408356" y="45095"/>
                </a:cubicBezTo>
                <a:cubicBezTo>
                  <a:pt x="7406421" y="45095"/>
                  <a:pt x="7404722" y="45516"/>
                  <a:pt x="7403259" y="46360"/>
                </a:cubicBezTo>
                <a:cubicBezTo>
                  <a:pt x="7401795" y="47203"/>
                  <a:pt x="7400493" y="48493"/>
                  <a:pt x="7399352" y="50229"/>
                </a:cubicBezTo>
                <a:lnTo>
                  <a:pt x="7399352" y="80218"/>
                </a:lnTo>
                <a:lnTo>
                  <a:pt x="7393994" y="80218"/>
                </a:lnTo>
                <a:lnTo>
                  <a:pt x="7393994" y="40481"/>
                </a:lnTo>
                <a:lnTo>
                  <a:pt x="7398980" y="40481"/>
                </a:lnTo>
                <a:lnTo>
                  <a:pt x="7398980" y="45988"/>
                </a:lnTo>
                <a:cubicBezTo>
                  <a:pt x="7401858" y="41771"/>
                  <a:pt x="7405479" y="39663"/>
                  <a:pt x="7409844" y="39663"/>
                </a:cubicBezTo>
                <a:close/>
                <a:moveTo>
                  <a:pt x="6685944" y="39663"/>
                </a:moveTo>
                <a:cubicBezTo>
                  <a:pt x="6687681" y="39663"/>
                  <a:pt x="6689342" y="39985"/>
                  <a:pt x="6690930" y="40630"/>
                </a:cubicBezTo>
                <a:lnTo>
                  <a:pt x="6689665" y="45913"/>
                </a:lnTo>
                <a:cubicBezTo>
                  <a:pt x="6687780" y="45368"/>
                  <a:pt x="6686044" y="45095"/>
                  <a:pt x="6684456" y="45095"/>
                </a:cubicBezTo>
                <a:cubicBezTo>
                  <a:pt x="6682521" y="45095"/>
                  <a:pt x="6680822" y="45516"/>
                  <a:pt x="6679359" y="46360"/>
                </a:cubicBezTo>
                <a:cubicBezTo>
                  <a:pt x="6677895" y="47203"/>
                  <a:pt x="6676593" y="48493"/>
                  <a:pt x="6675452" y="50229"/>
                </a:cubicBezTo>
                <a:lnTo>
                  <a:pt x="6675452" y="80218"/>
                </a:lnTo>
                <a:lnTo>
                  <a:pt x="6670094" y="80218"/>
                </a:lnTo>
                <a:lnTo>
                  <a:pt x="6670094" y="40481"/>
                </a:lnTo>
                <a:lnTo>
                  <a:pt x="6675080" y="40481"/>
                </a:lnTo>
                <a:lnTo>
                  <a:pt x="6675080" y="45988"/>
                </a:lnTo>
                <a:cubicBezTo>
                  <a:pt x="6677958" y="41771"/>
                  <a:pt x="6681579" y="39663"/>
                  <a:pt x="6685944" y="39663"/>
                </a:cubicBezTo>
                <a:close/>
                <a:moveTo>
                  <a:pt x="6114444" y="39663"/>
                </a:moveTo>
                <a:cubicBezTo>
                  <a:pt x="6116181" y="39663"/>
                  <a:pt x="6117843" y="39985"/>
                  <a:pt x="6119430" y="40630"/>
                </a:cubicBezTo>
                <a:lnTo>
                  <a:pt x="6118165" y="45913"/>
                </a:lnTo>
                <a:cubicBezTo>
                  <a:pt x="6116280" y="45368"/>
                  <a:pt x="6114544" y="45095"/>
                  <a:pt x="6112956" y="45095"/>
                </a:cubicBezTo>
                <a:cubicBezTo>
                  <a:pt x="6111021" y="45095"/>
                  <a:pt x="6109322" y="45516"/>
                  <a:pt x="6107859" y="46360"/>
                </a:cubicBezTo>
                <a:cubicBezTo>
                  <a:pt x="6106395" y="47203"/>
                  <a:pt x="6105093" y="48493"/>
                  <a:pt x="6103952" y="50229"/>
                </a:cubicBezTo>
                <a:lnTo>
                  <a:pt x="6103952" y="80218"/>
                </a:lnTo>
                <a:lnTo>
                  <a:pt x="6098594" y="80218"/>
                </a:lnTo>
                <a:lnTo>
                  <a:pt x="6098594" y="40481"/>
                </a:lnTo>
                <a:lnTo>
                  <a:pt x="6103580" y="40481"/>
                </a:lnTo>
                <a:lnTo>
                  <a:pt x="6103580" y="45988"/>
                </a:lnTo>
                <a:cubicBezTo>
                  <a:pt x="6106458" y="41771"/>
                  <a:pt x="6110079" y="39663"/>
                  <a:pt x="6114444" y="39663"/>
                </a:cubicBezTo>
                <a:close/>
                <a:moveTo>
                  <a:pt x="5419119" y="39663"/>
                </a:moveTo>
                <a:cubicBezTo>
                  <a:pt x="5420856" y="39663"/>
                  <a:pt x="5422517" y="39985"/>
                  <a:pt x="5424106" y="40630"/>
                </a:cubicBezTo>
                <a:lnTo>
                  <a:pt x="5422840" y="45913"/>
                </a:lnTo>
                <a:cubicBezTo>
                  <a:pt x="5420955" y="45368"/>
                  <a:pt x="5419219" y="45095"/>
                  <a:pt x="5417631" y="45095"/>
                </a:cubicBezTo>
                <a:cubicBezTo>
                  <a:pt x="5415696" y="45095"/>
                  <a:pt x="5413997" y="45516"/>
                  <a:pt x="5412534" y="46360"/>
                </a:cubicBezTo>
                <a:cubicBezTo>
                  <a:pt x="5411070" y="47203"/>
                  <a:pt x="5409769" y="48493"/>
                  <a:pt x="5408627" y="50229"/>
                </a:cubicBezTo>
                <a:lnTo>
                  <a:pt x="5408627" y="80218"/>
                </a:lnTo>
                <a:lnTo>
                  <a:pt x="5403269" y="80218"/>
                </a:lnTo>
                <a:lnTo>
                  <a:pt x="5403269" y="40481"/>
                </a:lnTo>
                <a:lnTo>
                  <a:pt x="5408255" y="40481"/>
                </a:lnTo>
                <a:lnTo>
                  <a:pt x="5408255" y="45988"/>
                </a:lnTo>
                <a:cubicBezTo>
                  <a:pt x="5411132" y="41771"/>
                  <a:pt x="5414754" y="39663"/>
                  <a:pt x="5419119" y="39663"/>
                </a:cubicBezTo>
                <a:close/>
                <a:moveTo>
                  <a:pt x="5276244" y="39663"/>
                </a:moveTo>
                <a:cubicBezTo>
                  <a:pt x="5277981" y="39663"/>
                  <a:pt x="5279643" y="39985"/>
                  <a:pt x="5281230" y="40630"/>
                </a:cubicBezTo>
                <a:lnTo>
                  <a:pt x="5279965" y="45913"/>
                </a:lnTo>
                <a:cubicBezTo>
                  <a:pt x="5278080" y="45368"/>
                  <a:pt x="5276343" y="45095"/>
                  <a:pt x="5274756" y="45095"/>
                </a:cubicBezTo>
                <a:cubicBezTo>
                  <a:pt x="5272821" y="45095"/>
                  <a:pt x="5271123" y="45516"/>
                  <a:pt x="5269659" y="46360"/>
                </a:cubicBezTo>
                <a:cubicBezTo>
                  <a:pt x="5268195" y="47203"/>
                  <a:pt x="5266893" y="48493"/>
                  <a:pt x="5265752" y="50229"/>
                </a:cubicBezTo>
                <a:lnTo>
                  <a:pt x="5265752" y="80218"/>
                </a:lnTo>
                <a:lnTo>
                  <a:pt x="5260394" y="80218"/>
                </a:lnTo>
                <a:lnTo>
                  <a:pt x="5260394" y="40481"/>
                </a:lnTo>
                <a:lnTo>
                  <a:pt x="5265380" y="40481"/>
                </a:lnTo>
                <a:lnTo>
                  <a:pt x="5265380" y="45988"/>
                </a:lnTo>
                <a:cubicBezTo>
                  <a:pt x="5268258" y="41771"/>
                  <a:pt x="5271878" y="39663"/>
                  <a:pt x="5276244" y="39663"/>
                </a:cubicBezTo>
                <a:close/>
                <a:moveTo>
                  <a:pt x="4533294" y="39663"/>
                </a:moveTo>
                <a:cubicBezTo>
                  <a:pt x="4535031" y="39663"/>
                  <a:pt x="4536693" y="39985"/>
                  <a:pt x="4538281" y="40630"/>
                </a:cubicBezTo>
                <a:lnTo>
                  <a:pt x="4537015" y="45913"/>
                </a:lnTo>
                <a:cubicBezTo>
                  <a:pt x="4535130" y="45368"/>
                  <a:pt x="4533393" y="45095"/>
                  <a:pt x="4531806" y="45095"/>
                </a:cubicBezTo>
                <a:cubicBezTo>
                  <a:pt x="4529871" y="45095"/>
                  <a:pt x="4528172" y="45516"/>
                  <a:pt x="4526709" y="46360"/>
                </a:cubicBezTo>
                <a:cubicBezTo>
                  <a:pt x="4525245" y="47203"/>
                  <a:pt x="4523943" y="48493"/>
                  <a:pt x="4522802" y="50229"/>
                </a:cubicBezTo>
                <a:lnTo>
                  <a:pt x="4522802" y="80218"/>
                </a:lnTo>
                <a:lnTo>
                  <a:pt x="4517444" y="80218"/>
                </a:lnTo>
                <a:lnTo>
                  <a:pt x="4517444" y="40481"/>
                </a:lnTo>
                <a:lnTo>
                  <a:pt x="4522430" y="40481"/>
                </a:lnTo>
                <a:lnTo>
                  <a:pt x="4522430" y="45988"/>
                </a:lnTo>
                <a:cubicBezTo>
                  <a:pt x="4525307" y="41771"/>
                  <a:pt x="4528929" y="39663"/>
                  <a:pt x="4533294" y="39663"/>
                </a:cubicBezTo>
                <a:close/>
                <a:moveTo>
                  <a:pt x="3685570" y="39663"/>
                </a:moveTo>
                <a:cubicBezTo>
                  <a:pt x="3687306" y="39663"/>
                  <a:pt x="3688968" y="39985"/>
                  <a:pt x="3690555" y="40630"/>
                </a:cubicBezTo>
                <a:lnTo>
                  <a:pt x="3689291" y="45913"/>
                </a:lnTo>
                <a:cubicBezTo>
                  <a:pt x="3687406" y="45368"/>
                  <a:pt x="3685669" y="45095"/>
                  <a:pt x="3684081" y="45095"/>
                </a:cubicBezTo>
                <a:cubicBezTo>
                  <a:pt x="3682147" y="45095"/>
                  <a:pt x="3680448" y="45516"/>
                  <a:pt x="3678984" y="46360"/>
                </a:cubicBezTo>
                <a:cubicBezTo>
                  <a:pt x="3677521" y="47203"/>
                  <a:pt x="3676219" y="48493"/>
                  <a:pt x="3675078" y="50229"/>
                </a:cubicBezTo>
                <a:lnTo>
                  <a:pt x="3675078" y="80218"/>
                </a:lnTo>
                <a:lnTo>
                  <a:pt x="3669720" y="80218"/>
                </a:lnTo>
                <a:lnTo>
                  <a:pt x="3669720" y="40481"/>
                </a:lnTo>
                <a:lnTo>
                  <a:pt x="3674705" y="40481"/>
                </a:lnTo>
                <a:lnTo>
                  <a:pt x="3674705" y="45988"/>
                </a:lnTo>
                <a:cubicBezTo>
                  <a:pt x="3677583" y="41771"/>
                  <a:pt x="3681204" y="39663"/>
                  <a:pt x="3685570" y="39663"/>
                </a:cubicBezTo>
                <a:close/>
                <a:moveTo>
                  <a:pt x="3409345" y="39663"/>
                </a:moveTo>
                <a:cubicBezTo>
                  <a:pt x="3411082" y="39663"/>
                  <a:pt x="3412743" y="39985"/>
                  <a:pt x="3414331" y="40630"/>
                </a:cubicBezTo>
                <a:lnTo>
                  <a:pt x="3413066" y="45913"/>
                </a:lnTo>
                <a:cubicBezTo>
                  <a:pt x="3411180" y="45368"/>
                  <a:pt x="3409444" y="45095"/>
                  <a:pt x="3407857" y="45095"/>
                </a:cubicBezTo>
                <a:cubicBezTo>
                  <a:pt x="3405922" y="45095"/>
                  <a:pt x="3404222" y="45516"/>
                  <a:pt x="3402760" y="46360"/>
                </a:cubicBezTo>
                <a:cubicBezTo>
                  <a:pt x="3401296" y="47203"/>
                  <a:pt x="3399994" y="48493"/>
                  <a:pt x="3398852" y="50229"/>
                </a:cubicBezTo>
                <a:lnTo>
                  <a:pt x="3398852" y="80218"/>
                </a:lnTo>
                <a:lnTo>
                  <a:pt x="3393495" y="80218"/>
                </a:lnTo>
                <a:lnTo>
                  <a:pt x="3393495" y="40481"/>
                </a:lnTo>
                <a:lnTo>
                  <a:pt x="3398480" y="40481"/>
                </a:lnTo>
                <a:lnTo>
                  <a:pt x="3398480" y="45988"/>
                </a:lnTo>
                <a:cubicBezTo>
                  <a:pt x="3401357" y="41771"/>
                  <a:pt x="3404980" y="39663"/>
                  <a:pt x="3409345" y="39663"/>
                </a:cubicBezTo>
                <a:close/>
                <a:moveTo>
                  <a:pt x="2752120" y="39663"/>
                </a:moveTo>
                <a:cubicBezTo>
                  <a:pt x="2753857" y="39663"/>
                  <a:pt x="2755518" y="39985"/>
                  <a:pt x="2757105" y="40630"/>
                </a:cubicBezTo>
                <a:lnTo>
                  <a:pt x="2755841" y="45913"/>
                </a:lnTo>
                <a:cubicBezTo>
                  <a:pt x="2753956" y="45368"/>
                  <a:pt x="2752219" y="45095"/>
                  <a:pt x="2750631" y="45095"/>
                </a:cubicBezTo>
                <a:cubicBezTo>
                  <a:pt x="2748697" y="45095"/>
                  <a:pt x="2746998" y="45516"/>
                  <a:pt x="2745534" y="46360"/>
                </a:cubicBezTo>
                <a:cubicBezTo>
                  <a:pt x="2744071" y="47203"/>
                  <a:pt x="2742769" y="48493"/>
                  <a:pt x="2741627" y="50229"/>
                </a:cubicBezTo>
                <a:lnTo>
                  <a:pt x="2741627" y="80218"/>
                </a:lnTo>
                <a:lnTo>
                  <a:pt x="2736270" y="80218"/>
                </a:lnTo>
                <a:lnTo>
                  <a:pt x="2736270" y="40481"/>
                </a:lnTo>
                <a:lnTo>
                  <a:pt x="2741255" y="40481"/>
                </a:lnTo>
                <a:lnTo>
                  <a:pt x="2741255" y="45988"/>
                </a:lnTo>
                <a:cubicBezTo>
                  <a:pt x="2744133" y="41771"/>
                  <a:pt x="2747754" y="39663"/>
                  <a:pt x="2752120" y="39663"/>
                </a:cubicBezTo>
                <a:close/>
                <a:moveTo>
                  <a:pt x="2085370" y="39663"/>
                </a:moveTo>
                <a:cubicBezTo>
                  <a:pt x="2087106" y="39663"/>
                  <a:pt x="2088768" y="39985"/>
                  <a:pt x="2090356" y="40630"/>
                </a:cubicBezTo>
                <a:lnTo>
                  <a:pt x="2089091" y="45913"/>
                </a:lnTo>
                <a:cubicBezTo>
                  <a:pt x="2087206" y="45368"/>
                  <a:pt x="2085469" y="45095"/>
                  <a:pt x="2083882" y="45095"/>
                </a:cubicBezTo>
                <a:cubicBezTo>
                  <a:pt x="2081946" y="45095"/>
                  <a:pt x="2080248" y="45516"/>
                  <a:pt x="2078784" y="46360"/>
                </a:cubicBezTo>
                <a:cubicBezTo>
                  <a:pt x="2077321" y="47203"/>
                  <a:pt x="2076019" y="48493"/>
                  <a:pt x="2074878" y="50229"/>
                </a:cubicBezTo>
                <a:lnTo>
                  <a:pt x="2074878" y="80218"/>
                </a:lnTo>
                <a:lnTo>
                  <a:pt x="2069520" y="80218"/>
                </a:lnTo>
                <a:lnTo>
                  <a:pt x="2069520" y="40481"/>
                </a:lnTo>
                <a:lnTo>
                  <a:pt x="2074505" y="40481"/>
                </a:lnTo>
                <a:lnTo>
                  <a:pt x="2074505" y="45988"/>
                </a:lnTo>
                <a:cubicBezTo>
                  <a:pt x="2077383" y="41771"/>
                  <a:pt x="2081005" y="39663"/>
                  <a:pt x="2085370" y="39663"/>
                </a:cubicBezTo>
                <a:close/>
                <a:moveTo>
                  <a:pt x="1932970" y="39663"/>
                </a:moveTo>
                <a:cubicBezTo>
                  <a:pt x="1934706" y="39663"/>
                  <a:pt x="1936369" y="39985"/>
                  <a:pt x="1937956" y="40630"/>
                </a:cubicBezTo>
                <a:lnTo>
                  <a:pt x="1936691" y="45913"/>
                </a:lnTo>
                <a:cubicBezTo>
                  <a:pt x="1934806" y="45368"/>
                  <a:pt x="1933069" y="45095"/>
                  <a:pt x="1931481" y="45095"/>
                </a:cubicBezTo>
                <a:cubicBezTo>
                  <a:pt x="1929547" y="45095"/>
                  <a:pt x="1927848" y="45516"/>
                  <a:pt x="1926384" y="46360"/>
                </a:cubicBezTo>
                <a:cubicBezTo>
                  <a:pt x="1924921" y="47203"/>
                  <a:pt x="1923618" y="48493"/>
                  <a:pt x="1922477" y="50229"/>
                </a:cubicBezTo>
                <a:lnTo>
                  <a:pt x="1922477" y="80218"/>
                </a:lnTo>
                <a:lnTo>
                  <a:pt x="1917120" y="80218"/>
                </a:lnTo>
                <a:lnTo>
                  <a:pt x="1917120" y="40481"/>
                </a:lnTo>
                <a:lnTo>
                  <a:pt x="1922106" y="40481"/>
                </a:lnTo>
                <a:lnTo>
                  <a:pt x="1922106" y="45988"/>
                </a:lnTo>
                <a:cubicBezTo>
                  <a:pt x="1924983" y="41771"/>
                  <a:pt x="1928604" y="39663"/>
                  <a:pt x="1932970" y="39663"/>
                </a:cubicBezTo>
                <a:close/>
                <a:moveTo>
                  <a:pt x="1828195" y="39663"/>
                </a:moveTo>
                <a:cubicBezTo>
                  <a:pt x="1829931" y="39663"/>
                  <a:pt x="1831593" y="39985"/>
                  <a:pt x="1833181" y="40630"/>
                </a:cubicBezTo>
                <a:lnTo>
                  <a:pt x="1831916" y="45913"/>
                </a:lnTo>
                <a:cubicBezTo>
                  <a:pt x="1830030" y="45368"/>
                  <a:pt x="1828294" y="45095"/>
                  <a:pt x="1826707" y="45095"/>
                </a:cubicBezTo>
                <a:cubicBezTo>
                  <a:pt x="1824772" y="45095"/>
                  <a:pt x="1823073" y="45516"/>
                  <a:pt x="1821609" y="46360"/>
                </a:cubicBezTo>
                <a:cubicBezTo>
                  <a:pt x="1820146" y="47203"/>
                  <a:pt x="1818844" y="48493"/>
                  <a:pt x="1817702" y="50229"/>
                </a:cubicBezTo>
                <a:lnTo>
                  <a:pt x="1817702" y="80218"/>
                </a:lnTo>
                <a:lnTo>
                  <a:pt x="1812345" y="80218"/>
                </a:lnTo>
                <a:lnTo>
                  <a:pt x="1812345" y="40481"/>
                </a:lnTo>
                <a:lnTo>
                  <a:pt x="1817331" y="40481"/>
                </a:lnTo>
                <a:lnTo>
                  <a:pt x="1817331" y="45988"/>
                </a:lnTo>
                <a:cubicBezTo>
                  <a:pt x="1820208" y="41771"/>
                  <a:pt x="1823829" y="39663"/>
                  <a:pt x="1828195" y="39663"/>
                </a:cubicBezTo>
                <a:close/>
                <a:moveTo>
                  <a:pt x="1590070" y="39663"/>
                </a:moveTo>
                <a:cubicBezTo>
                  <a:pt x="1591806" y="39663"/>
                  <a:pt x="1593468" y="39985"/>
                  <a:pt x="1595056" y="40630"/>
                </a:cubicBezTo>
                <a:lnTo>
                  <a:pt x="1593791" y="45913"/>
                </a:lnTo>
                <a:cubicBezTo>
                  <a:pt x="1591906" y="45368"/>
                  <a:pt x="1590169" y="45095"/>
                  <a:pt x="1588582" y="45095"/>
                </a:cubicBezTo>
                <a:cubicBezTo>
                  <a:pt x="1586647" y="45095"/>
                  <a:pt x="1584948" y="45516"/>
                  <a:pt x="1583484" y="46360"/>
                </a:cubicBezTo>
                <a:cubicBezTo>
                  <a:pt x="1582021" y="47203"/>
                  <a:pt x="1580719" y="48493"/>
                  <a:pt x="1579578" y="50229"/>
                </a:cubicBezTo>
                <a:lnTo>
                  <a:pt x="1579578" y="80218"/>
                </a:lnTo>
                <a:lnTo>
                  <a:pt x="1574220" y="80218"/>
                </a:lnTo>
                <a:lnTo>
                  <a:pt x="1574220" y="40481"/>
                </a:lnTo>
                <a:lnTo>
                  <a:pt x="1579206" y="40481"/>
                </a:lnTo>
                <a:lnTo>
                  <a:pt x="1579206" y="45988"/>
                </a:lnTo>
                <a:cubicBezTo>
                  <a:pt x="1582083" y="41771"/>
                  <a:pt x="1585704" y="39663"/>
                  <a:pt x="1590070" y="39663"/>
                </a:cubicBezTo>
                <a:close/>
                <a:moveTo>
                  <a:pt x="11214337" y="39588"/>
                </a:moveTo>
                <a:cubicBezTo>
                  <a:pt x="11216520" y="39588"/>
                  <a:pt x="11218678" y="39849"/>
                  <a:pt x="11220811" y="40370"/>
                </a:cubicBezTo>
                <a:cubicBezTo>
                  <a:pt x="11222945" y="40890"/>
                  <a:pt x="11224854" y="41597"/>
                  <a:pt x="11226541" y="42490"/>
                </a:cubicBezTo>
                <a:lnTo>
                  <a:pt x="11224383" y="47104"/>
                </a:lnTo>
                <a:cubicBezTo>
                  <a:pt x="11220910" y="45318"/>
                  <a:pt x="11217513" y="44425"/>
                  <a:pt x="11214189" y="44425"/>
                </a:cubicBezTo>
                <a:cubicBezTo>
                  <a:pt x="11211510" y="44425"/>
                  <a:pt x="11209476" y="44958"/>
                  <a:pt x="11208087" y="46025"/>
                </a:cubicBezTo>
                <a:cubicBezTo>
                  <a:pt x="11206697" y="47092"/>
                  <a:pt x="11206003" y="48642"/>
                  <a:pt x="11206003" y="50676"/>
                </a:cubicBezTo>
                <a:cubicBezTo>
                  <a:pt x="11206003" y="52263"/>
                  <a:pt x="11206474" y="53541"/>
                  <a:pt x="11207417" y="54508"/>
                </a:cubicBezTo>
                <a:cubicBezTo>
                  <a:pt x="11208360" y="55476"/>
                  <a:pt x="11209848" y="56207"/>
                  <a:pt x="11211882" y="56703"/>
                </a:cubicBezTo>
                <a:lnTo>
                  <a:pt x="11217165" y="57968"/>
                </a:lnTo>
                <a:cubicBezTo>
                  <a:pt x="11220787" y="58812"/>
                  <a:pt x="11223453" y="60151"/>
                  <a:pt x="11225165" y="61987"/>
                </a:cubicBezTo>
                <a:cubicBezTo>
                  <a:pt x="11226876" y="63822"/>
                  <a:pt x="11227732" y="66253"/>
                  <a:pt x="11227732" y="69279"/>
                </a:cubicBezTo>
                <a:cubicBezTo>
                  <a:pt x="11227732" y="73000"/>
                  <a:pt x="11226467" y="75902"/>
                  <a:pt x="11223937" y="77986"/>
                </a:cubicBezTo>
                <a:cubicBezTo>
                  <a:pt x="11221407" y="80069"/>
                  <a:pt x="11217885" y="81111"/>
                  <a:pt x="11213370" y="81111"/>
                </a:cubicBezTo>
                <a:cubicBezTo>
                  <a:pt x="11210939" y="81111"/>
                  <a:pt x="11208558" y="80801"/>
                  <a:pt x="11206226" y="80181"/>
                </a:cubicBezTo>
                <a:cubicBezTo>
                  <a:pt x="11203895" y="79561"/>
                  <a:pt x="11201860" y="78705"/>
                  <a:pt x="11200124" y="77614"/>
                </a:cubicBezTo>
                <a:lnTo>
                  <a:pt x="11202059" y="73000"/>
                </a:lnTo>
                <a:cubicBezTo>
                  <a:pt x="11205631" y="75183"/>
                  <a:pt x="11209402" y="76274"/>
                  <a:pt x="11213370" y="76274"/>
                </a:cubicBezTo>
                <a:cubicBezTo>
                  <a:pt x="11216347" y="76274"/>
                  <a:pt x="11218592" y="75716"/>
                  <a:pt x="11220105" y="74600"/>
                </a:cubicBezTo>
                <a:cubicBezTo>
                  <a:pt x="11221617" y="73484"/>
                  <a:pt x="11222374" y="71834"/>
                  <a:pt x="11222374" y="69651"/>
                </a:cubicBezTo>
                <a:cubicBezTo>
                  <a:pt x="11222374" y="67965"/>
                  <a:pt x="11221903" y="66625"/>
                  <a:pt x="11220960" y="65633"/>
                </a:cubicBezTo>
                <a:cubicBezTo>
                  <a:pt x="11220017" y="64641"/>
                  <a:pt x="11218529" y="63897"/>
                  <a:pt x="11216495" y="63401"/>
                </a:cubicBezTo>
                <a:lnTo>
                  <a:pt x="11211212" y="62136"/>
                </a:lnTo>
                <a:cubicBezTo>
                  <a:pt x="11207590" y="61292"/>
                  <a:pt x="11204924" y="59978"/>
                  <a:pt x="11203213" y="58192"/>
                </a:cubicBezTo>
                <a:cubicBezTo>
                  <a:pt x="11201501" y="56406"/>
                  <a:pt x="11200645" y="54049"/>
                  <a:pt x="11200645" y="51122"/>
                </a:cubicBezTo>
                <a:cubicBezTo>
                  <a:pt x="11200645" y="47501"/>
                  <a:pt x="11201849" y="44673"/>
                  <a:pt x="11204254" y="42639"/>
                </a:cubicBezTo>
                <a:cubicBezTo>
                  <a:pt x="11206660" y="40605"/>
                  <a:pt x="11210021" y="39588"/>
                  <a:pt x="11214337" y="39588"/>
                </a:cubicBezTo>
                <a:close/>
                <a:moveTo>
                  <a:pt x="10690462" y="39588"/>
                </a:moveTo>
                <a:cubicBezTo>
                  <a:pt x="10692645" y="39588"/>
                  <a:pt x="10694803" y="39849"/>
                  <a:pt x="10696937" y="40370"/>
                </a:cubicBezTo>
                <a:cubicBezTo>
                  <a:pt x="10699070" y="40890"/>
                  <a:pt x="10700979" y="41597"/>
                  <a:pt x="10702666" y="42490"/>
                </a:cubicBezTo>
                <a:lnTo>
                  <a:pt x="10700508" y="47104"/>
                </a:lnTo>
                <a:cubicBezTo>
                  <a:pt x="10697035" y="45318"/>
                  <a:pt x="10693638" y="44425"/>
                  <a:pt x="10690314" y="44425"/>
                </a:cubicBezTo>
                <a:cubicBezTo>
                  <a:pt x="10687635" y="44425"/>
                  <a:pt x="10685601" y="44958"/>
                  <a:pt x="10684212" y="46025"/>
                </a:cubicBezTo>
                <a:cubicBezTo>
                  <a:pt x="10682822" y="47092"/>
                  <a:pt x="10682128" y="48642"/>
                  <a:pt x="10682128" y="50676"/>
                </a:cubicBezTo>
                <a:cubicBezTo>
                  <a:pt x="10682128" y="52263"/>
                  <a:pt x="10682599" y="53541"/>
                  <a:pt x="10683542" y="54508"/>
                </a:cubicBezTo>
                <a:cubicBezTo>
                  <a:pt x="10684485" y="55476"/>
                  <a:pt x="10685973" y="56207"/>
                  <a:pt x="10688007" y="56703"/>
                </a:cubicBezTo>
                <a:lnTo>
                  <a:pt x="10693290" y="57968"/>
                </a:lnTo>
                <a:cubicBezTo>
                  <a:pt x="10696912" y="58812"/>
                  <a:pt x="10699578" y="60151"/>
                  <a:pt x="10701290" y="61987"/>
                </a:cubicBezTo>
                <a:cubicBezTo>
                  <a:pt x="10703001" y="63822"/>
                  <a:pt x="10703857" y="66253"/>
                  <a:pt x="10703857" y="69279"/>
                </a:cubicBezTo>
                <a:cubicBezTo>
                  <a:pt x="10703857" y="73000"/>
                  <a:pt x="10702592" y="75902"/>
                  <a:pt x="10700062" y="77986"/>
                </a:cubicBezTo>
                <a:cubicBezTo>
                  <a:pt x="10697532" y="80069"/>
                  <a:pt x="10694010" y="81111"/>
                  <a:pt x="10689495" y="81111"/>
                </a:cubicBezTo>
                <a:cubicBezTo>
                  <a:pt x="10687064" y="81111"/>
                  <a:pt x="10684683" y="80801"/>
                  <a:pt x="10682351" y="80181"/>
                </a:cubicBezTo>
                <a:cubicBezTo>
                  <a:pt x="10680020" y="79561"/>
                  <a:pt x="10677985" y="78705"/>
                  <a:pt x="10676249" y="77614"/>
                </a:cubicBezTo>
                <a:lnTo>
                  <a:pt x="10678184" y="73000"/>
                </a:lnTo>
                <a:cubicBezTo>
                  <a:pt x="10681756" y="75183"/>
                  <a:pt x="10685527" y="76274"/>
                  <a:pt x="10689495" y="76274"/>
                </a:cubicBezTo>
                <a:cubicBezTo>
                  <a:pt x="10692472" y="76274"/>
                  <a:pt x="10694717" y="75716"/>
                  <a:pt x="10696230" y="74600"/>
                </a:cubicBezTo>
                <a:cubicBezTo>
                  <a:pt x="10697742" y="73484"/>
                  <a:pt x="10698499" y="71834"/>
                  <a:pt x="10698499" y="69651"/>
                </a:cubicBezTo>
                <a:cubicBezTo>
                  <a:pt x="10698499" y="67965"/>
                  <a:pt x="10698028" y="66625"/>
                  <a:pt x="10697085" y="65633"/>
                </a:cubicBezTo>
                <a:cubicBezTo>
                  <a:pt x="10696142" y="64641"/>
                  <a:pt x="10694654" y="63897"/>
                  <a:pt x="10692620" y="63401"/>
                </a:cubicBezTo>
                <a:lnTo>
                  <a:pt x="10687337" y="62136"/>
                </a:lnTo>
                <a:cubicBezTo>
                  <a:pt x="10683715" y="61292"/>
                  <a:pt x="10681049" y="59978"/>
                  <a:pt x="10679338" y="58192"/>
                </a:cubicBezTo>
                <a:cubicBezTo>
                  <a:pt x="10677626" y="56406"/>
                  <a:pt x="10676770" y="54049"/>
                  <a:pt x="10676770" y="51122"/>
                </a:cubicBezTo>
                <a:cubicBezTo>
                  <a:pt x="10676770" y="47501"/>
                  <a:pt x="10677974" y="44673"/>
                  <a:pt x="10680379" y="42639"/>
                </a:cubicBezTo>
                <a:cubicBezTo>
                  <a:pt x="10682785" y="40605"/>
                  <a:pt x="10686146" y="39588"/>
                  <a:pt x="10690462" y="39588"/>
                </a:cubicBezTo>
                <a:close/>
                <a:moveTo>
                  <a:pt x="10290412" y="39588"/>
                </a:moveTo>
                <a:cubicBezTo>
                  <a:pt x="10292595" y="39588"/>
                  <a:pt x="10294753" y="39849"/>
                  <a:pt x="10296887" y="40370"/>
                </a:cubicBezTo>
                <a:cubicBezTo>
                  <a:pt x="10299020" y="40890"/>
                  <a:pt x="10300929" y="41597"/>
                  <a:pt x="10302616" y="42490"/>
                </a:cubicBezTo>
                <a:lnTo>
                  <a:pt x="10300458" y="47104"/>
                </a:lnTo>
                <a:cubicBezTo>
                  <a:pt x="10296985" y="45318"/>
                  <a:pt x="10293588" y="44425"/>
                  <a:pt x="10290264" y="44425"/>
                </a:cubicBezTo>
                <a:cubicBezTo>
                  <a:pt x="10287585" y="44425"/>
                  <a:pt x="10285551" y="44958"/>
                  <a:pt x="10284162" y="46025"/>
                </a:cubicBezTo>
                <a:cubicBezTo>
                  <a:pt x="10282772" y="47092"/>
                  <a:pt x="10282078" y="48642"/>
                  <a:pt x="10282078" y="50676"/>
                </a:cubicBezTo>
                <a:cubicBezTo>
                  <a:pt x="10282078" y="52263"/>
                  <a:pt x="10282549" y="53541"/>
                  <a:pt x="10283492" y="54508"/>
                </a:cubicBezTo>
                <a:cubicBezTo>
                  <a:pt x="10284435" y="55476"/>
                  <a:pt x="10285923" y="56207"/>
                  <a:pt x="10287957" y="56703"/>
                </a:cubicBezTo>
                <a:lnTo>
                  <a:pt x="10293240" y="57968"/>
                </a:lnTo>
                <a:cubicBezTo>
                  <a:pt x="10296862" y="58812"/>
                  <a:pt x="10299528" y="60151"/>
                  <a:pt x="10301240" y="61987"/>
                </a:cubicBezTo>
                <a:cubicBezTo>
                  <a:pt x="10302951" y="63822"/>
                  <a:pt x="10303807" y="66253"/>
                  <a:pt x="10303807" y="69279"/>
                </a:cubicBezTo>
                <a:cubicBezTo>
                  <a:pt x="10303807" y="73000"/>
                  <a:pt x="10302542" y="75902"/>
                  <a:pt x="10300012" y="77986"/>
                </a:cubicBezTo>
                <a:cubicBezTo>
                  <a:pt x="10297482" y="80069"/>
                  <a:pt x="10293960" y="81111"/>
                  <a:pt x="10289445" y="81111"/>
                </a:cubicBezTo>
                <a:cubicBezTo>
                  <a:pt x="10287014" y="81111"/>
                  <a:pt x="10284633" y="80801"/>
                  <a:pt x="10282301" y="80181"/>
                </a:cubicBezTo>
                <a:cubicBezTo>
                  <a:pt x="10279970" y="79561"/>
                  <a:pt x="10277935" y="78705"/>
                  <a:pt x="10276199" y="77614"/>
                </a:cubicBezTo>
                <a:lnTo>
                  <a:pt x="10278134" y="73000"/>
                </a:lnTo>
                <a:cubicBezTo>
                  <a:pt x="10281706" y="75183"/>
                  <a:pt x="10285477" y="76274"/>
                  <a:pt x="10289445" y="76274"/>
                </a:cubicBezTo>
                <a:cubicBezTo>
                  <a:pt x="10292422" y="76274"/>
                  <a:pt x="10294667" y="75716"/>
                  <a:pt x="10296180" y="74600"/>
                </a:cubicBezTo>
                <a:cubicBezTo>
                  <a:pt x="10297692" y="73484"/>
                  <a:pt x="10298449" y="71834"/>
                  <a:pt x="10298449" y="69651"/>
                </a:cubicBezTo>
                <a:cubicBezTo>
                  <a:pt x="10298449" y="67965"/>
                  <a:pt x="10297978" y="66625"/>
                  <a:pt x="10297035" y="65633"/>
                </a:cubicBezTo>
                <a:cubicBezTo>
                  <a:pt x="10296092" y="64641"/>
                  <a:pt x="10294604" y="63897"/>
                  <a:pt x="10292570" y="63401"/>
                </a:cubicBezTo>
                <a:lnTo>
                  <a:pt x="10287287" y="62136"/>
                </a:lnTo>
                <a:cubicBezTo>
                  <a:pt x="10283665" y="61292"/>
                  <a:pt x="10280999" y="59978"/>
                  <a:pt x="10279288" y="58192"/>
                </a:cubicBezTo>
                <a:cubicBezTo>
                  <a:pt x="10277576" y="56406"/>
                  <a:pt x="10276720" y="54049"/>
                  <a:pt x="10276720" y="51122"/>
                </a:cubicBezTo>
                <a:cubicBezTo>
                  <a:pt x="10276720" y="47501"/>
                  <a:pt x="10277924" y="44673"/>
                  <a:pt x="10280329" y="42639"/>
                </a:cubicBezTo>
                <a:cubicBezTo>
                  <a:pt x="10282735" y="40605"/>
                  <a:pt x="10286096" y="39588"/>
                  <a:pt x="10290412" y="39588"/>
                </a:cubicBezTo>
                <a:close/>
                <a:moveTo>
                  <a:pt x="10109437" y="39588"/>
                </a:moveTo>
                <a:cubicBezTo>
                  <a:pt x="10111620" y="39588"/>
                  <a:pt x="10113778" y="39849"/>
                  <a:pt x="10115911" y="40370"/>
                </a:cubicBezTo>
                <a:cubicBezTo>
                  <a:pt x="10118045" y="40890"/>
                  <a:pt x="10119954" y="41597"/>
                  <a:pt x="10121641" y="42490"/>
                </a:cubicBezTo>
                <a:lnTo>
                  <a:pt x="10119483" y="47104"/>
                </a:lnTo>
                <a:cubicBezTo>
                  <a:pt x="10116010" y="45318"/>
                  <a:pt x="10112613" y="44425"/>
                  <a:pt x="10109289" y="44425"/>
                </a:cubicBezTo>
                <a:cubicBezTo>
                  <a:pt x="10106610" y="44425"/>
                  <a:pt x="10104576" y="44958"/>
                  <a:pt x="10103187" y="46025"/>
                </a:cubicBezTo>
                <a:cubicBezTo>
                  <a:pt x="10101797" y="47092"/>
                  <a:pt x="10101103" y="48642"/>
                  <a:pt x="10101103" y="50676"/>
                </a:cubicBezTo>
                <a:cubicBezTo>
                  <a:pt x="10101103" y="52263"/>
                  <a:pt x="10101574" y="53541"/>
                  <a:pt x="10102517" y="54508"/>
                </a:cubicBezTo>
                <a:cubicBezTo>
                  <a:pt x="10103460" y="55476"/>
                  <a:pt x="10104948" y="56207"/>
                  <a:pt x="10106982" y="56703"/>
                </a:cubicBezTo>
                <a:lnTo>
                  <a:pt x="10112265" y="57968"/>
                </a:lnTo>
                <a:cubicBezTo>
                  <a:pt x="10115887" y="58812"/>
                  <a:pt x="10118553" y="60151"/>
                  <a:pt x="10120265" y="61987"/>
                </a:cubicBezTo>
                <a:cubicBezTo>
                  <a:pt x="10121976" y="63822"/>
                  <a:pt x="10122832" y="66253"/>
                  <a:pt x="10122832" y="69279"/>
                </a:cubicBezTo>
                <a:cubicBezTo>
                  <a:pt x="10122832" y="73000"/>
                  <a:pt x="10121567" y="75902"/>
                  <a:pt x="10119037" y="77986"/>
                </a:cubicBezTo>
                <a:cubicBezTo>
                  <a:pt x="10116507" y="80069"/>
                  <a:pt x="10112985" y="81111"/>
                  <a:pt x="10108470" y="81111"/>
                </a:cubicBezTo>
                <a:cubicBezTo>
                  <a:pt x="10106039" y="81111"/>
                  <a:pt x="10103658" y="80801"/>
                  <a:pt x="10101326" y="80181"/>
                </a:cubicBezTo>
                <a:cubicBezTo>
                  <a:pt x="10098995" y="79561"/>
                  <a:pt x="10096960" y="78705"/>
                  <a:pt x="10095224" y="77614"/>
                </a:cubicBezTo>
                <a:lnTo>
                  <a:pt x="10097159" y="73000"/>
                </a:lnTo>
                <a:cubicBezTo>
                  <a:pt x="10100731" y="75183"/>
                  <a:pt x="10104502" y="76274"/>
                  <a:pt x="10108470" y="76274"/>
                </a:cubicBezTo>
                <a:cubicBezTo>
                  <a:pt x="10111447" y="76274"/>
                  <a:pt x="10113692" y="75716"/>
                  <a:pt x="10115205" y="74600"/>
                </a:cubicBezTo>
                <a:cubicBezTo>
                  <a:pt x="10116717" y="73484"/>
                  <a:pt x="10117474" y="71834"/>
                  <a:pt x="10117474" y="69651"/>
                </a:cubicBezTo>
                <a:cubicBezTo>
                  <a:pt x="10117474" y="67965"/>
                  <a:pt x="10117003" y="66625"/>
                  <a:pt x="10116060" y="65633"/>
                </a:cubicBezTo>
                <a:cubicBezTo>
                  <a:pt x="10115117" y="64641"/>
                  <a:pt x="10113629" y="63897"/>
                  <a:pt x="10111595" y="63401"/>
                </a:cubicBezTo>
                <a:lnTo>
                  <a:pt x="10106312" y="62136"/>
                </a:lnTo>
                <a:cubicBezTo>
                  <a:pt x="10102690" y="61292"/>
                  <a:pt x="10100024" y="59978"/>
                  <a:pt x="10098313" y="58192"/>
                </a:cubicBezTo>
                <a:cubicBezTo>
                  <a:pt x="10096601" y="56406"/>
                  <a:pt x="10095745" y="54049"/>
                  <a:pt x="10095745" y="51122"/>
                </a:cubicBezTo>
                <a:cubicBezTo>
                  <a:pt x="10095745" y="47501"/>
                  <a:pt x="10096949" y="44673"/>
                  <a:pt x="10099354" y="42639"/>
                </a:cubicBezTo>
                <a:cubicBezTo>
                  <a:pt x="10101760" y="40605"/>
                  <a:pt x="10105121" y="39588"/>
                  <a:pt x="10109437" y="39588"/>
                </a:cubicBezTo>
                <a:close/>
                <a:moveTo>
                  <a:pt x="10071337" y="39588"/>
                </a:moveTo>
                <a:cubicBezTo>
                  <a:pt x="10073520" y="39588"/>
                  <a:pt x="10075678" y="39849"/>
                  <a:pt x="10077811" y="40370"/>
                </a:cubicBezTo>
                <a:cubicBezTo>
                  <a:pt x="10079945" y="40890"/>
                  <a:pt x="10081854" y="41597"/>
                  <a:pt x="10083541" y="42490"/>
                </a:cubicBezTo>
                <a:lnTo>
                  <a:pt x="10081383" y="47104"/>
                </a:lnTo>
                <a:cubicBezTo>
                  <a:pt x="10077910" y="45318"/>
                  <a:pt x="10074513" y="44425"/>
                  <a:pt x="10071189" y="44425"/>
                </a:cubicBezTo>
                <a:cubicBezTo>
                  <a:pt x="10068510" y="44425"/>
                  <a:pt x="10066476" y="44958"/>
                  <a:pt x="10065087" y="46025"/>
                </a:cubicBezTo>
                <a:cubicBezTo>
                  <a:pt x="10063697" y="47092"/>
                  <a:pt x="10063003" y="48642"/>
                  <a:pt x="10063003" y="50676"/>
                </a:cubicBezTo>
                <a:cubicBezTo>
                  <a:pt x="10063003" y="52263"/>
                  <a:pt x="10063474" y="53541"/>
                  <a:pt x="10064417" y="54508"/>
                </a:cubicBezTo>
                <a:cubicBezTo>
                  <a:pt x="10065360" y="55476"/>
                  <a:pt x="10066848" y="56207"/>
                  <a:pt x="10068882" y="56703"/>
                </a:cubicBezTo>
                <a:lnTo>
                  <a:pt x="10074165" y="57968"/>
                </a:lnTo>
                <a:cubicBezTo>
                  <a:pt x="10077787" y="58812"/>
                  <a:pt x="10080453" y="60151"/>
                  <a:pt x="10082165" y="61987"/>
                </a:cubicBezTo>
                <a:cubicBezTo>
                  <a:pt x="10083876" y="63822"/>
                  <a:pt x="10084732" y="66253"/>
                  <a:pt x="10084732" y="69279"/>
                </a:cubicBezTo>
                <a:cubicBezTo>
                  <a:pt x="10084732" y="73000"/>
                  <a:pt x="10083467" y="75902"/>
                  <a:pt x="10080937" y="77986"/>
                </a:cubicBezTo>
                <a:cubicBezTo>
                  <a:pt x="10078407" y="80069"/>
                  <a:pt x="10074885" y="81111"/>
                  <a:pt x="10070370" y="81111"/>
                </a:cubicBezTo>
                <a:cubicBezTo>
                  <a:pt x="10067939" y="81111"/>
                  <a:pt x="10065558" y="80801"/>
                  <a:pt x="10063226" y="80181"/>
                </a:cubicBezTo>
                <a:cubicBezTo>
                  <a:pt x="10060895" y="79561"/>
                  <a:pt x="10058860" y="78705"/>
                  <a:pt x="10057124" y="77614"/>
                </a:cubicBezTo>
                <a:lnTo>
                  <a:pt x="10059059" y="73000"/>
                </a:lnTo>
                <a:cubicBezTo>
                  <a:pt x="10062631" y="75183"/>
                  <a:pt x="10066402" y="76274"/>
                  <a:pt x="10070370" y="76274"/>
                </a:cubicBezTo>
                <a:cubicBezTo>
                  <a:pt x="10073347" y="76274"/>
                  <a:pt x="10075592" y="75716"/>
                  <a:pt x="10077105" y="74600"/>
                </a:cubicBezTo>
                <a:cubicBezTo>
                  <a:pt x="10078617" y="73484"/>
                  <a:pt x="10079374" y="71834"/>
                  <a:pt x="10079374" y="69651"/>
                </a:cubicBezTo>
                <a:cubicBezTo>
                  <a:pt x="10079374" y="67965"/>
                  <a:pt x="10078903" y="66625"/>
                  <a:pt x="10077960" y="65633"/>
                </a:cubicBezTo>
                <a:cubicBezTo>
                  <a:pt x="10077017" y="64641"/>
                  <a:pt x="10075529" y="63897"/>
                  <a:pt x="10073495" y="63401"/>
                </a:cubicBezTo>
                <a:lnTo>
                  <a:pt x="10068212" y="62136"/>
                </a:lnTo>
                <a:cubicBezTo>
                  <a:pt x="10064590" y="61292"/>
                  <a:pt x="10061924" y="59978"/>
                  <a:pt x="10060213" y="58192"/>
                </a:cubicBezTo>
                <a:cubicBezTo>
                  <a:pt x="10058501" y="56406"/>
                  <a:pt x="10057645" y="54049"/>
                  <a:pt x="10057645" y="51122"/>
                </a:cubicBezTo>
                <a:cubicBezTo>
                  <a:pt x="10057645" y="47501"/>
                  <a:pt x="10058849" y="44673"/>
                  <a:pt x="10061254" y="42639"/>
                </a:cubicBezTo>
                <a:cubicBezTo>
                  <a:pt x="10063660" y="40605"/>
                  <a:pt x="10067021" y="39588"/>
                  <a:pt x="10071337" y="39588"/>
                </a:cubicBezTo>
                <a:close/>
                <a:moveTo>
                  <a:pt x="8556862" y="39588"/>
                </a:moveTo>
                <a:cubicBezTo>
                  <a:pt x="8559045" y="39588"/>
                  <a:pt x="8561203" y="39849"/>
                  <a:pt x="8563337" y="40370"/>
                </a:cubicBezTo>
                <a:cubicBezTo>
                  <a:pt x="8565470" y="40890"/>
                  <a:pt x="8567379" y="41597"/>
                  <a:pt x="8569066" y="42490"/>
                </a:cubicBezTo>
                <a:lnTo>
                  <a:pt x="8566908" y="47104"/>
                </a:lnTo>
                <a:cubicBezTo>
                  <a:pt x="8563435" y="45318"/>
                  <a:pt x="8560038" y="44425"/>
                  <a:pt x="8556714" y="44425"/>
                </a:cubicBezTo>
                <a:cubicBezTo>
                  <a:pt x="8554035" y="44425"/>
                  <a:pt x="8552001" y="44958"/>
                  <a:pt x="8550612" y="46025"/>
                </a:cubicBezTo>
                <a:cubicBezTo>
                  <a:pt x="8549222" y="47092"/>
                  <a:pt x="8548528" y="48642"/>
                  <a:pt x="8548528" y="50676"/>
                </a:cubicBezTo>
                <a:cubicBezTo>
                  <a:pt x="8548528" y="52263"/>
                  <a:pt x="8548999" y="53541"/>
                  <a:pt x="8549942" y="54508"/>
                </a:cubicBezTo>
                <a:cubicBezTo>
                  <a:pt x="8550885" y="55476"/>
                  <a:pt x="8552373" y="56207"/>
                  <a:pt x="8554407" y="56703"/>
                </a:cubicBezTo>
                <a:lnTo>
                  <a:pt x="8559690" y="57968"/>
                </a:lnTo>
                <a:cubicBezTo>
                  <a:pt x="8563312" y="58812"/>
                  <a:pt x="8565978" y="60151"/>
                  <a:pt x="8567690" y="61987"/>
                </a:cubicBezTo>
                <a:cubicBezTo>
                  <a:pt x="8569401" y="63822"/>
                  <a:pt x="8570257" y="66253"/>
                  <a:pt x="8570257" y="69279"/>
                </a:cubicBezTo>
                <a:cubicBezTo>
                  <a:pt x="8570257" y="73000"/>
                  <a:pt x="8568992" y="75902"/>
                  <a:pt x="8566462" y="77986"/>
                </a:cubicBezTo>
                <a:cubicBezTo>
                  <a:pt x="8563932" y="80069"/>
                  <a:pt x="8560410" y="81111"/>
                  <a:pt x="8555895" y="81111"/>
                </a:cubicBezTo>
                <a:cubicBezTo>
                  <a:pt x="8553464" y="81111"/>
                  <a:pt x="8551083" y="80801"/>
                  <a:pt x="8548751" y="80181"/>
                </a:cubicBezTo>
                <a:cubicBezTo>
                  <a:pt x="8546420" y="79561"/>
                  <a:pt x="8544385" y="78705"/>
                  <a:pt x="8542649" y="77614"/>
                </a:cubicBezTo>
                <a:lnTo>
                  <a:pt x="8544584" y="73000"/>
                </a:lnTo>
                <a:cubicBezTo>
                  <a:pt x="8548156" y="75183"/>
                  <a:pt x="8551927" y="76274"/>
                  <a:pt x="8555895" y="76274"/>
                </a:cubicBezTo>
                <a:cubicBezTo>
                  <a:pt x="8558872" y="76274"/>
                  <a:pt x="8561117" y="75716"/>
                  <a:pt x="8562630" y="74600"/>
                </a:cubicBezTo>
                <a:cubicBezTo>
                  <a:pt x="8564142" y="73484"/>
                  <a:pt x="8564899" y="71834"/>
                  <a:pt x="8564899" y="69651"/>
                </a:cubicBezTo>
                <a:cubicBezTo>
                  <a:pt x="8564899" y="67965"/>
                  <a:pt x="8564428" y="66625"/>
                  <a:pt x="8563485" y="65633"/>
                </a:cubicBezTo>
                <a:cubicBezTo>
                  <a:pt x="8562542" y="64641"/>
                  <a:pt x="8561054" y="63897"/>
                  <a:pt x="8559020" y="63401"/>
                </a:cubicBezTo>
                <a:lnTo>
                  <a:pt x="8553737" y="62136"/>
                </a:lnTo>
                <a:cubicBezTo>
                  <a:pt x="8550115" y="61292"/>
                  <a:pt x="8547449" y="59978"/>
                  <a:pt x="8545738" y="58192"/>
                </a:cubicBezTo>
                <a:cubicBezTo>
                  <a:pt x="8544026" y="56406"/>
                  <a:pt x="8543170" y="54049"/>
                  <a:pt x="8543170" y="51122"/>
                </a:cubicBezTo>
                <a:cubicBezTo>
                  <a:pt x="8543170" y="47501"/>
                  <a:pt x="8544374" y="44673"/>
                  <a:pt x="8546779" y="42639"/>
                </a:cubicBezTo>
                <a:cubicBezTo>
                  <a:pt x="8549185" y="40605"/>
                  <a:pt x="8552546" y="39588"/>
                  <a:pt x="8556862" y="39588"/>
                </a:cubicBezTo>
                <a:close/>
                <a:moveTo>
                  <a:pt x="8261587" y="39588"/>
                </a:moveTo>
                <a:cubicBezTo>
                  <a:pt x="8263770" y="39588"/>
                  <a:pt x="8265928" y="39849"/>
                  <a:pt x="8268061" y="40370"/>
                </a:cubicBezTo>
                <a:cubicBezTo>
                  <a:pt x="8270195" y="40890"/>
                  <a:pt x="8272105" y="41597"/>
                  <a:pt x="8273791" y="42490"/>
                </a:cubicBezTo>
                <a:lnTo>
                  <a:pt x="8271633" y="47104"/>
                </a:lnTo>
                <a:cubicBezTo>
                  <a:pt x="8268161" y="45318"/>
                  <a:pt x="8264763" y="44425"/>
                  <a:pt x="8261439" y="44425"/>
                </a:cubicBezTo>
                <a:cubicBezTo>
                  <a:pt x="8258759" y="44425"/>
                  <a:pt x="8256726" y="44958"/>
                  <a:pt x="8255337" y="46025"/>
                </a:cubicBezTo>
                <a:cubicBezTo>
                  <a:pt x="8253947" y="47092"/>
                  <a:pt x="8253253" y="48642"/>
                  <a:pt x="8253253" y="50676"/>
                </a:cubicBezTo>
                <a:cubicBezTo>
                  <a:pt x="8253253" y="52263"/>
                  <a:pt x="8253724" y="53541"/>
                  <a:pt x="8254667" y="54508"/>
                </a:cubicBezTo>
                <a:cubicBezTo>
                  <a:pt x="8255610" y="55476"/>
                  <a:pt x="8257098" y="56207"/>
                  <a:pt x="8259132" y="56703"/>
                </a:cubicBezTo>
                <a:lnTo>
                  <a:pt x="8264415" y="57968"/>
                </a:lnTo>
                <a:cubicBezTo>
                  <a:pt x="8268037" y="58812"/>
                  <a:pt x="8270703" y="60151"/>
                  <a:pt x="8272415" y="61987"/>
                </a:cubicBezTo>
                <a:cubicBezTo>
                  <a:pt x="8274126" y="63822"/>
                  <a:pt x="8274982" y="66253"/>
                  <a:pt x="8274982" y="69279"/>
                </a:cubicBezTo>
                <a:cubicBezTo>
                  <a:pt x="8274982" y="73000"/>
                  <a:pt x="8273717" y="75902"/>
                  <a:pt x="8271187" y="77986"/>
                </a:cubicBezTo>
                <a:cubicBezTo>
                  <a:pt x="8268657" y="80069"/>
                  <a:pt x="8265135" y="81111"/>
                  <a:pt x="8260620" y="81111"/>
                </a:cubicBezTo>
                <a:cubicBezTo>
                  <a:pt x="8258189" y="81111"/>
                  <a:pt x="8255807" y="80801"/>
                  <a:pt x="8253477" y="80181"/>
                </a:cubicBezTo>
                <a:cubicBezTo>
                  <a:pt x="8251145" y="79561"/>
                  <a:pt x="8249111" y="78705"/>
                  <a:pt x="8247375" y="77614"/>
                </a:cubicBezTo>
                <a:lnTo>
                  <a:pt x="8249309" y="73000"/>
                </a:lnTo>
                <a:cubicBezTo>
                  <a:pt x="8252881" y="75183"/>
                  <a:pt x="8256651" y="76274"/>
                  <a:pt x="8260620" y="76274"/>
                </a:cubicBezTo>
                <a:cubicBezTo>
                  <a:pt x="8263597" y="76274"/>
                  <a:pt x="8265842" y="75716"/>
                  <a:pt x="8267355" y="74600"/>
                </a:cubicBezTo>
                <a:cubicBezTo>
                  <a:pt x="8268867" y="73484"/>
                  <a:pt x="8269624" y="71834"/>
                  <a:pt x="8269624" y="69651"/>
                </a:cubicBezTo>
                <a:cubicBezTo>
                  <a:pt x="8269624" y="67965"/>
                  <a:pt x="8269153" y="66625"/>
                  <a:pt x="8268211" y="65633"/>
                </a:cubicBezTo>
                <a:cubicBezTo>
                  <a:pt x="8267267" y="64641"/>
                  <a:pt x="8265779" y="63897"/>
                  <a:pt x="8263745" y="63401"/>
                </a:cubicBezTo>
                <a:lnTo>
                  <a:pt x="8258462" y="62136"/>
                </a:lnTo>
                <a:cubicBezTo>
                  <a:pt x="8254840" y="61292"/>
                  <a:pt x="8252174" y="59978"/>
                  <a:pt x="8250463" y="58192"/>
                </a:cubicBezTo>
                <a:cubicBezTo>
                  <a:pt x="8248751" y="56406"/>
                  <a:pt x="8247895" y="54049"/>
                  <a:pt x="8247895" y="51122"/>
                </a:cubicBezTo>
                <a:cubicBezTo>
                  <a:pt x="8247895" y="47501"/>
                  <a:pt x="8249099" y="44673"/>
                  <a:pt x="8251505" y="42639"/>
                </a:cubicBezTo>
                <a:cubicBezTo>
                  <a:pt x="8253910" y="40605"/>
                  <a:pt x="8257271" y="39588"/>
                  <a:pt x="8261587" y="39588"/>
                </a:cubicBezTo>
                <a:close/>
                <a:moveTo>
                  <a:pt x="8128237" y="39588"/>
                </a:moveTo>
                <a:cubicBezTo>
                  <a:pt x="8130420" y="39588"/>
                  <a:pt x="8132578" y="39849"/>
                  <a:pt x="8134711" y="40370"/>
                </a:cubicBezTo>
                <a:cubicBezTo>
                  <a:pt x="8136845" y="40890"/>
                  <a:pt x="8138755" y="41597"/>
                  <a:pt x="8140441" y="42490"/>
                </a:cubicBezTo>
                <a:lnTo>
                  <a:pt x="8138283" y="47104"/>
                </a:lnTo>
                <a:cubicBezTo>
                  <a:pt x="8134811" y="45318"/>
                  <a:pt x="8131413" y="44425"/>
                  <a:pt x="8128089" y="44425"/>
                </a:cubicBezTo>
                <a:cubicBezTo>
                  <a:pt x="8125409" y="44425"/>
                  <a:pt x="8123376" y="44958"/>
                  <a:pt x="8121987" y="46025"/>
                </a:cubicBezTo>
                <a:cubicBezTo>
                  <a:pt x="8120597" y="47092"/>
                  <a:pt x="8119903" y="48642"/>
                  <a:pt x="8119903" y="50676"/>
                </a:cubicBezTo>
                <a:cubicBezTo>
                  <a:pt x="8119903" y="52263"/>
                  <a:pt x="8120374" y="53541"/>
                  <a:pt x="8121317" y="54508"/>
                </a:cubicBezTo>
                <a:cubicBezTo>
                  <a:pt x="8122260" y="55476"/>
                  <a:pt x="8123748" y="56207"/>
                  <a:pt x="8125782" y="56703"/>
                </a:cubicBezTo>
                <a:lnTo>
                  <a:pt x="8131065" y="57968"/>
                </a:lnTo>
                <a:cubicBezTo>
                  <a:pt x="8134687" y="58812"/>
                  <a:pt x="8137353" y="60151"/>
                  <a:pt x="8139065" y="61987"/>
                </a:cubicBezTo>
                <a:cubicBezTo>
                  <a:pt x="8140776" y="63822"/>
                  <a:pt x="8141632" y="66253"/>
                  <a:pt x="8141632" y="69279"/>
                </a:cubicBezTo>
                <a:cubicBezTo>
                  <a:pt x="8141632" y="73000"/>
                  <a:pt x="8140367" y="75902"/>
                  <a:pt x="8137837" y="77986"/>
                </a:cubicBezTo>
                <a:cubicBezTo>
                  <a:pt x="8135307" y="80069"/>
                  <a:pt x="8131785" y="81111"/>
                  <a:pt x="8127270" y="81111"/>
                </a:cubicBezTo>
                <a:cubicBezTo>
                  <a:pt x="8124839" y="81111"/>
                  <a:pt x="8122457" y="80801"/>
                  <a:pt x="8120127" y="80181"/>
                </a:cubicBezTo>
                <a:cubicBezTo>
                  <a:pt x="8117795" y="79561"/>
                  <a:pt x="8115761" y="78705"/>
                  <a:pt x="8114025" y="77614"/>
                </a:cubicBezTo>
                <a:lnTo>
                  <a:pt x="8115959" y="73000"/>
                </a:lnTo>
                <a:cubicBezTo>
                  <a:pt x="8119531" y="75183"/>
                  <a:pt x="8123301" y="76274"/>
                  <a:pt x="8127270" y="76274"/>
                </a:cubicBezTo>
                <a:cubicBezTo>
                  <a:pt x="8130247" y="76274"/>
                  <a:pt x="8132492" y="75716"/>
                  <a:pt x="8134005" y="74600"/>
                </a:cubicBezTo>
                <a:cubicBezTo>
                  <a:pt x="8135517" y="73484"/>
                  <a:pt x="8136274" y="71834"/>
                  <a:pt x="8136274" y="69651"/>
                </a:cubicBezTo>
                <a:cubicBezTo>
                  <a:pt x="8136274" y="67965"/>
                  <a:pt x="8135803" y="66625"/>
                  <a:pt x="8134861" y="65633"/>
                </a:cubicBezTo>
                <a:cubicBezTo>
                  <a:pt x="8133917" y="64641"/>
                  <a:pt x="8132429" y="63897"/>
                  <a:pt x="8130395" y="63401"/>
                </a:cubicBezTo>
                <a:lnTo>
                  <a:pt x="8125112" y="62136"/>
                </a:lnTo>
                <a:cubicBezTo>
                  <a:pt x="8121490" y="61292"/>
                  <a:pt x="8118824" y="59978"/>
                  <a:pt x="8117113" y="58192"/>
                </a:cubicBezTo>
                <a:cubicBezTo>
                  <a:pt x="8115401" y="56406"/>
                  <a:pt x="8114545" y="54049"/>
                  <a:pt x="8114545" y="51122"/>
                </a:cubicBezTo>
                <a:cubicBezTo>
                  <a:pt x="8114545" y="47501"/>
                  <a:pt x="8115749" y="44673"/>
                  <a:pt x="8118155" y="42639"/>
                </a:cubicBezTo>
                <a:cubicBezTo>
                  <a:pt x="8120560" y="40605"/>
                  <a:pt x="8123921" y="39588"/>
                  <a:pt x="8128237" y="39588"/>
                </a:cubicBezTo>
                <a:close/>
                <a:moveTo>
                  <a:pt x="7251938" y="39588"/>
                </a:moveTo>
                <a:cubicBezTo>
                  <a:pt x="7254121" y="39588"/>
                  <a:pt x="7256279" y="39849"/>
                  <a:pt x="7258412" y="40370"/>
                </a:cubicBezTo>
                <a:cubicBezTo>
                  <a:pt x="7260545" y="40890"/>
                  <a:pt x="7262455" y="41597"/>
                  <a:pt x="7264142" y="42490"/>
                </a:cubicBezTo>
                <a:lnTo>
                  <a:pt x="7261984" y="47104"/>
                </a:lnTo>
                <a:cubicBezTo>
                  <a:pt x="7258511" y="45318"/>
                  <a:pt x="7255113" y="44425"/>
                  <a:pt x="7251789" y="44425"/>
                </a:cubicBezTo>
                <a:cubicBezTo>
                  <a:pt x="7249110" y="44425"/>
                  <a:pt x="7247076" y="44958"/>
                  <a:pt x="7245687" y="46025"/>
                </a:cubicBezTo>
                <a:cubicBezTo>
                  <a:pt x="7244298" y="47092"/>
                  <a:pt x="7243603" y="48642"/>
                  <a:pt x="7243603" y="50676"/>
                </a:cubicBezTo>
                <a:cubicBezTo>
                  <a:pt x="7243603" y="52263"/>
                  <a:pt x="7244075" y="53541"/>
                  <a:pt x="7245017" y="54508"/>
                </a:cubicBezTo>
                <a:cubicBezTo>
                  <a:pt x="7245960" y="55476"/>
                  <a:pt x="7247448" y="56207"/>
                  <a:pt x="7249482" y="56703"/>
                </a:cubicBezTo>
                <a:lnTo>
                  <a:pt x="7254765" y="57968"/>
                </a:lnTo>
                <a:cubicBezTo>
                  <a:pt x="7258387" y="58812"/>
                  <a:pt x="7261053" y="60151"/>
                  <a:pt x="7262765" y="61987"/>
                </a:cubicBezTo>
                <a:cubicBezTo>
                  <a:pt x="7264476" y="63822"/>
                  <a:pt x="7265332" y="66253"/>
                  <a:pt x="7265332" y="69279"/>
                </a:cubicBezTo>
                <a:cubicBezTo>
                  <a:pt x="7265332" y="73000"/>
                  <a:pt x="7264067" y="75902"/>
                  <a:pt x="7261537" y="77986"/>
                </a:cubicBezTo>
                <a:cubicBezTo>
                  <a:pt x="7259007" y="80069"/>
                  <a:pt x="7255485" y="81111"/>
                  <a:pt x="7250970" y="81111"/>
                </a:cubicBezTo>
                <a:cubicBezTo>
                  <a:pt x="7248540" y="81111"/>
                  <a:pt x="7246158" y="80801"/>
                  <a:pt x="7243827" y="80181"/>
                </a:cubicBezTo>
                <a:cubicBezTo>
                  <a:pt x="7241495" y="79561"/>
                  <a:pt x="7239461" y="78705"/>
                  <a:pt x="7237725" y="77614"/>
                </a:cubicBezTo>
                <a:lnTo>
                  <a:pt x="7239659" y="73000"/>
                </a:lnTo>
                <a:cubicBezTo>
                  <a:pt x="7243231" y="75183"/>
                  <a:pt x="7247001" y="76274"/>
                  <a:pt x="7250970" y="76274"/>
                </a:cubicBezTo>
                <a:cubicBezTo>
                  <a:pt x="7253947" y="76274"/>
                  <a:pt x="7256192" y="75716"/>
                  <a:pt x="7257705" y="74600"/>
                </a:cubicBezTo>
                <a:cubicBezTo>
                  <a:pt x="7259218" y="73484"/>
                  <a:pt x="7259974" y="71834"/>
                  <a:pt x="7259974" y="69651"/>
                </a:cubicBezTo>
                <a:cubicBezTo>
                  <a:pt x="7259974" y="67965"/>
                  <a:pt x="7259503" y="66625"/>
                  <a:pt x="7258561" y="65633"/>
                </a:cubicBezTo>
                <a:cubicBezTo>
                  <a:pt x="7257618" y="64641"/>
                  <a:pt x="7256130" y="63897"/>
                  <a:pt x="7254096" y="63401"/>
                </a:cubicBezTo>
                <a:lnTo>
                  <a:pt x="7248812" y="62136"/>
                </a:lnTo>
                <a:cubicBezTo>
                  <a:pt x="7245191" y="61292"/>
                  <a:pt x="7242524" y="59978"/>
                  <a:pt x="7240813" y="58192"/>
                </a:cubicBezTo>
                <a:cubicBezTo>
                  <a:pt x="7239101" y="56406"/>
                  <a:pt x="7238246" y="54049"/>
                  <a:pt x="7238246" y="51122"/>
                </a:cubicBezTo>
                <a:cubicBezTo>
                  <a:pt x="7238246" y="47501"/>
                  <a:pt x="7239448" y="44673"/>
                  <a:pt x="7241855" y="42639"/>
                </a:cubicBezTo>
                <a:cubicBezTo>
                  <a:pt x="7244261" y="40605"/>
                  <a:pt x="7247622" y="39588"/>
                  <a:pt x="7251938" y="39588"/>
                </a:cubicBezTo>
                <a:close/>
                <a:moveTo>
                  <a:pt x="6804263" y="39588"/>
                </a:moveTo>
                <a:cubicBezTo>
                  <a:pt x="6806446" y="39588"/>
                  <a:pt x="6808604" y="39849"/>
                  <a:pt x="6810737" y="40370"/>
                </a:cubicBezTo>
                <a:cubicBezTo>
                  <a:pt x="6812870" y="40890"/>
                  <a:pt x="6814780" y="41597"/>
                  <a:pt x="6816467" y="42490"/>
                </a:cubicBezTo>
                <a:lnTo>
                  <a:pt x="6814309" y="47104"/>
                </a:lnTo>
                <a:cubicBezTo>
                  <a:pt x="6810836" y="45318"/>
                  <a:pt x="6807438" y="44425"/>
                  <a:pt x="6804114" y="44425"/>
                </a:cubicBezTo>
                <a:cubicBezTo>
                  <a:pt x="6801435" y="44425"/>
                  <a:pt x="6799401" y="44958"/>
                  <a:pt x="6798012" y="46025"/>
                </a:cubicBezTo>
                <a:cubicBezTo>
                  <a:pt x="6796623" y="47092"/>
                  <a:pt x="6795928" y="48642"/>
                  <a:pt x="6795928" y="50676"/>
                </a:cubicBezTo>
                <a:cubicBezTo>
                  <a:pt x="6795928" y="52263"/>
                  <a:pt x="6796400" y="53541"/>
                  <a:pt x="6797342" y="54508"/>
                </a:cubicBezTo>
                <a:cubicBezTo>
                  <a:pt x="6798285" y="55476"/>
                  <a:pt x="6799773" y="56207"/>
                  <a:pt x="6801807" y="56703"/>
                </a:cubicBezTo>
                <a:lnTo>
                  <a:pt x="6807090" y="57968"/>
                </a:lnTo>
                <a:cubicBezTo>
                  <a:pt x="6810712" y="58812"/>
                  <a:pt x="6813378" y="60151"/>
                  <a:pt x="6815090" y="61987"/>
                </a:cubicBezTo>
                <a:cubicBezTo>
                  <a:pt x="6816801" y="63822"/>
                  <a:pt x="6817657" y="66253"/>
                  <a:pt x="6817657" y="69279"/>
                </a:cubicBezTo>
                <a:cubicBezTo>
                  <a:pt x="6817657" y="73000"/>
                  <a:pt x="6816392" y="75902"/>
                  <a:pt x="6813862" y="77986"/>
                </a:cubicBezTo>
                <a:cubicBezTo>
                  <a:pt x="6811332" y="80069"/>
                  <a:pt x="6807810" y="81111"/>
                  <a:pt x="6803295" y="81111"/>
                </a:cubicBezTo>
                <a:cubicBezTo>
                  <a:pt x="6800865" y="81111"/>
                  <a:pt x="6798483" y="80801"/>
                  <a:pt x="6796152" y="80181"/>
                </a:cubicBezTo>
                <a:cubicBezTo>
                  <a:pt x="6793820" y="79561"/>
                  <a:pt x="6791786" y="78705"/>
                  <a:pt x="6790050" y="77614"/>
                </a:cubicBezTo>
                <a:lnTo>
                  <a:pt x="6791984" y="73000"/>
                </a:lnTo>
                <a:cubicBezTo>
                  <a:pt x="6795556" y="75183"/>
                  <a:pt x="6799326" y="76274"/>
                  <a:pt x="6803295" y="76274"/>
                </a:cubicBezTo>
                <a:cubicBezTo>
                  <a:pt x="6806272" y="76274"/>
                  <a:pt x="6808517" y="75716"/>
                  <a:pt x="6810030" y="74600"/>
                </a:cubicBezTo>
                <a:cubicBezTo>
                  <a:pt x="6811543" y="73484"/>
                  <a:pt x="6812299" y="71834"/>
                  <a:pt x="6812299" y="69651"/>
                </a:cubicBezTo>
                <a:cubicBezTo>
                  <a:pt x="6812299" y="67965"/>
                  <a:pt x="6811828" y="66625"/>
                  <a:pt x="6810886" y="65633"/>
                </a:cubicBezTo>
                <a:cubicBezTo>
                  <a:pt x="6809943" y="64641"/>
                  <a:pt x="6808455" y="63897"/>
                  <a:pt x="6806421" y="63401"/>
                </a:cubicBezTo>
                <a:lnTo>
                  <a:pt x="6801137" y="62136"/>
                </a:lnTo>
                <a:cubicBezTo>
                  <a:pt x="6797516" y="61292"/>
                  <a:pt x="6794849" y="59978"/>
                  <a:pt x="6793138" y="58192"/>
                </a:cubicBezTo>
                <a:cubicBezTo>
                  <a:pt x="6791426" y="56406"/>
                  <a:pt x="6790571" y="54049"/>
                  <a:pt x="6790571" y="51122"/>
                </a:cubicBezTo>
                <a:cubicBezTo>
                  <a:pt x="6790571" y="47501"/>
                  <a:pt x="6791774" y="44673"/>
                  <a:pt x="6794180" y="42639"/>
                </a:cubicBezTo>
                <a:cubicBezTo>
                  <a:pt x="6796586" y="40605"/>
                  <a:pt x="6799947" y="39588"/>
                  <a:pt x="6804263" y="39588"/>
                </a:cubicBezTo>
                <a:close/>
                <a:moveTo>
                  <a:pt x="6461363" y="39588"/>
                </a:moveTo>
                <a:cubicBezTo>
                  <a:pt x="6463546" y="39588"/>
                  <a:pt x="6465704" y="39849"/>
                  <a:pt x="6467837" y="40370"/>
                </a:cubicBezTo>
                <a:cubicBezTo>
                  <a:pt x="6469970" y="40890"/>
                  <a:pt x="6471880" y="41597"/>
                  <a:pt x="6473567" y="42490"/>
                </a:cubicBezTo>
                <a:lnTo>
                  <a:pt x="6471409" y="47104"/>
                </a:lnTo>
                <a:cubicBezTo>
                  <a:pt x="6467936" y="45318"/>
                  <a:pt x="6464538" y="44425"/>
                  <a:pt x="6461214" y="44425"/>
                </a:cubicBezTo>
                <a:cubicBezTo>
                  <a:pt x="6458535" y="44425"/>
                  <a:pt x="6456501" y="44958"/>
                  <a:pt x="6455112" y="46025"/>
                </a:cubicBezTo>
                <a:cubicBezTo>
                  <a:pt x="6453723" y="47092"/>
                  <a:pt x="6453028" y="48642"/>
                  <a:pt x="6453028" y="50676"/>
                </a:cubicBezTo>
                <a:cubicBezTo>
                  <a:pt x="6453028" y="52263"/>
                  <a:pt x="6453500" y="53541"/>
                  <a:pt x="6454442" y="54508"/>
                </a:cubicBezTo>
                <a:cubicBezTo>
                  <a:pt x="6455385" y="55476"/>
                  <a:pt x="6456873" y="56207"/>
                  <a:pt x="6458907" y="56703"/>
                </a:cubicBezTo>
                <a:lnTo>
                  <a:pt x="6464190" y="57968"/>
                </a:lnTo>
                <a:cubicBezTo>
                  <a:pt x="6467812" y="58812"/>
                  <a:pt x="6470478" y="60151"/>
                  <a:pt x="6472190" y="61987"/>
                </a:cubicBezTo>
                <a:cubicBezTo>
                  <a:pt x="6473901" y="63822"/>
                  <a:pt x="6474757" y="66253"/>
                  <a:pt x="6474757" y="69279"/>
                </a:cubicBezTo>
                <a:cubicBezTo>
                  <a:pt x="6474757" y="73000"/>
                  <a:pt x="6473492" y="75902"/>
                  <a:pt x="6470962" y="77986"/>
                </a:cubicBezTo>
                <a:cubicBezTo>
                  <a:pt x="6468432" y="80069"/>
                  <a:pt x="6464910" y="81111"/>
                  <a:pt x="6460395" y="81111"/>
                </a:cubicBezTo>
                <a:cubicBezTo>
                  <a:pt x="6457965" y="81111"/>
                  <a:pt x="6455583" y="80801"/>
                  <a:pt x="6453252" y="80181"/>
                </a:cubicBezTo>
                <a:cubicBezTo>
                  <a:pt x="6450920" y="79561"/>
                  <a:pt x="6448886" y="78705"/>
                  <a:pt x="6447150" y="77614"/>
                </a:cubicBezTo>
                <a:lnTo>
                  <a:pt x="6449084" y="73000"/>
                </a:lnTo>
                <a:cubicBezTo>
                  <a:pt x="6452656" y="75183"/>
                  <a:pt x="6456427" y="76274"/>
                  <a:pt x="6460395" y="76274"/>
                </a:cubicBezTo>
                <a:cubicBezTo>
                  <a:pt x="6463372" y="76274"/>
                  <a:pt x="6465617" y="75716"/>
                  <a:pt x="6467130" y="74600"/>
                </a:cubicBezTo>
                <a:cubicBezTo>
                  <a:pt x="6468643" y="73484"/>
                  <a:pt x="6469399" y="71834"/>
                  <a:pt x="6469399" y="69651"/>
                </a:cubicBezTo>
                <a:cubicBezTo>
                  <a:pt x="6469399" y="67965"/>
                  <a:pt x="6468929" y="66625"/>
                  <a:pt x="6467986" y="65633"/>
                </a:cubicBezTo>
                <a:cubicBezTo>
                  <a:pt x="6467043" y="64641"/>
                  <a:pt x="6465555" y="63897"/>
                  <a:pt x="6463521" y="63401"/>
                </a:cubicBezTo>
                <a:lnTo>
                  <a:pt x="6458237" y="62136"/>
                </a:lnTo>
                <a:cubicBezTo>
                  <a:pt x="6454616" y="61292"/>
                  <a:pt x="6451949" y="59978"/>
                  <a:pt x="6450238" y="58192"/>
                </a:cubicBezTo>
                <a:cubicBezTo>
                  <a:pt x="6448526" y="56406"/>
                  <a:pt x="6447671" y="54049"/>
                  <a:pt x="6447671" y="51122"/>
                </a:cubicBezTo>
                <a:cubicBezTo>
                  <a:pt x="6447671" y="47501"/>
                  <a:pt x="6448874" y="44673"/>
                  <a:pt x="6451280" y="42639"/>
                </a:cubicBezTo>
                <a:cubicBezTo>
                  <a:pt x="6453686" y="40605"/>
                  <a:pt x="6457047" y="39588"/>
                  <a:pt x="6461363" y="39588"/>
                </a:cubicBezTo>
                <a:close/>
                <a:moveTo>
                  <a:pt x="6280388" y="39588"/>
                </a:moveTo>
                <a:cubicBezTo>
                  <a:pt x="6282571" y="39588"/>
                  <a:pt x="6284729" y="39849"/>
                  <a:pt x="6286862" y="40370"/>
                </a:cubicBezTo>
                <a:cubicBezTo>
                  <a:pt x="6288995" y="40890"/>
                  <a:pt x="6290905" y="41597"/>
                  <a:pt x="6292592" y="42490"/>
                </a:cubicBezTo>
                <a:lnTo>
                  <a:pt x="6290434" y="47104"/>
                </a:lnTo>
                <a:cubicBezTo>
                  <a:pt x="6286961" y="45318"/>
                  <a:pt x="6283563" y="44425"/>
                  <a:pt x="6280239" y="44425"/>
                </a:cubicBezTo>
                <a:cubicBezTo>
                  <a:pt x="6277560" y="44425"/>
                  <a:pt x="6275526" y="44958"/>
                  <a:pt x="6274137" y="46025"/>
                </a:cubicBezTo>
                <a:cubicBezTo>
                  <a:pt x="6272748" y="47092"/>
                  <a:pt x="6272053" y="48642"/>
                  <a:pt x="6272053" y="50676"/>
                </a:cubicBezTo>
                <a:cubicBezTo>
                  <a:pt x="6272053" y="52263"/>
                  <a:pt x="6272525" y="53541"/>
                  <a:pt x="6273467" y="54508"/>
                </a:cubicBezTo>
                <a:cubicBezTo>
                  <a:pt x="6274410" y="55476"/>
                  <a:pt x="6275898" y="56207"/>
                  <a:pt x="6277932" y="56703"/>
                </a:cubicBezTo>
                <a:lnTo>
                  <a:pt x="6283215" y="57968"/>
                </a:lnTo>
                <a:cubicBezTo>
                  <a:pt x="6286837" y="58812"/>
                  <a:pt x="6289503" y="60151"/>
                  <a:pt x="6291215" y="61987"/>
                </a:cubicBezTo>
                <a:cubicBezTo>
                  <a:pt x="6292926" y="63822"/>
                  <a:pt x="6293782" y="66253"/>
                  <a:pt x="6293782" y="69279"/>
                </a:cubicBezTo>
                <a:cubicBezTo>
                  <a:pt x="6293782" y="73000"/>
                  <a:pt x="6292517" y="75902"/>
                  <a:pt x="6289987" y="77986"/>
                </a:cubicBezTo>
                <a:cubicBezTo>
                  <a:pt x="6287457" y="80069"/>
                  <a:pt x="6283935" y="81111"/>
                  <a:pt x="6279420" y="81111"/>
                </a:cubicBezTo>
                <a:cubicBezTo>
                  <a:pt x="6276990" y="81111"/>
                  <a:pt x="6274608" y="80801"/>
                  <a:pt x="6272277" y="80181"/>
                </a:cubicBezTo>
                <a:cubicBezTo>
                  <a:pt x="6269945" y="79561"/>
                  <a:pt x="6267911" y="78705"/>
                  <a:pt x="6266175" y="77614"/>
                </a:cubicBezTo>
                <a:lnTo>
                  <a:pt x="6268109" y="73000"/>
                </a:lnTo>
                <a:cubicBezTo>
                  <a:pt x="6271681" y="75183"/>
                  <a:pt x="6275452" y="76274"/>
                  <a:pt x="6279420" y="76274"/>
                </a:cubicBezTo>
                <a:cubicBezTo>
                  <a:pt x="6282397" y="76274"/>
                  <a:pt x="6284642" y="75716"/>
                  <a:pt x="6286155" y="74600"/>
                </a:cubicBezTo>
                <a:cubicBezTo>
                  <a:pt x="6287668" y="73484"/>
                  <a:pt x="6288424" y="71834"/>
                  <a:pt x="6288424" y="69651"/>
                </a:cubicBezTo>
                <a:cubicBezTo>
                  <a:pt x="6288424" y="67965"/>
                  <a:pt x="6287954" y="66625"/>
                  <a:pt x="6287011" y="65633"/>
                </a:cubicBezTo>
                <a:cubicBezTo>
                  <a:pt x="6286068" y="64641"/>
                  <a:pt x="6284580" y="63897"/>
                  <a:pt x="6282546" y="63401"/>
                </a:cubicBezTo>
                <a:lnTo>
                  <a:pt x="6277262" y="62136"/>
                </a:lnTo>
                <a:cubicBezTo>
                  <a:pt x="6273641" y="61292"/>
                  <a:pt x="6270974" y="59978"/>
                  <a:pt x="6269263" y="58192"/>
                </a:cubicBezTo>
                <a:cubicBezTo>
                  <a:pt x="6267551" y="56406"/>
                  <a:pt x="6266696" y="54049"/>
                  <a:pt x="6266696" y="51122"/>
                </a:cubicBezTo>
                <a:cubicBezTo>
                  <a:pt x="6266696" y="47501"/>
                  <a:pt x="6267899" y="44673"/>
                  <a:pt x="6270305" y="42639"/>
                </a:cubicBezTo>
                <a:cubicBezTo>
                  <a:pt x="6272711" y="40605"/>
                  <a:pt x="6276072" y="39588"/>
                  <a:pt x="6280388" y="39588"/>
                </a:cubicBezTo>
                <a:close/>
                <a:moveTo>
                  <a:pt x="5756513" y="39588"/>
                </a:moveTo>
                <a:cubicBezTo>
                  <a:pt x="5758696" y="39588"/>
                  <a:pt x="5760854" y="39849"/>
                  <a:pt x="5762987" y="40370"/>
                </a:cubicBezTo>
                <a:cubicBezTo>
                  <a:pt x="5765120" y="40890"/>
                  <a:pt x="5767031" y="41597"/>
                  <a:pt x="5768717" y="42490"/>
                </a:cubicBezTo>
                <a:lnTo>
                  <a:pt x="5766559" y="47104"/>
                </a:lnTo>
                <a:cubicBezTo>
                  <a:pt x="5763086" y="45318"/>
                  <a:pt x="5759688" y="44425"/>
                  <a:pt x="5756364" y="44425"/>
                </a:cubicBezTo>
                <a:cubicBezTo>
                  <a:pt x="5753685" y="44425"/>
                  <a:pt x="5751651" y="44958"/>
                  <a:pt x="5750262" y="46025"/>
                </a:cubicBezTo>
                <a:cubicBezTo>
                  <a:pt x="5748873" y="47092"/>
                  <a:pt x="5748179" y="48642"/>
                  <a:pt x="5748179" y="50676"/>
                </a:cubicBezTo>
                <a:cubicBezTo>
                  <a:pt x="5748179" y="52263"/>
                  <a:pt x="5748650" y="53541"/>
                  <a:pt x="5749593" y="54508"/>
                </a:cubicBezTo>
                <a:cubicBezTo>
                  <a:pt x="5750535" y="55476"/>
                  <a:pt x="5752023" y="56207"/>
                  <a:pt x="5754058" y="56703"/>
                </a:cubicBezTo>
                <a:lnTo>
                  <a:pt x="5759341" y="57968"/>
                </a:lnTo>
                <a:cubicBezTo>
                  <a:pt x="5762962" y="58812"/>
                  <a:pt x="5765629" y="60151"/>
                  <a:pt x="5767340" y="61987"/>
                </a:cubicBezTo>
                <a:cubicBezTo>
                  <a:pt x="5769051" y="63822"/>
                  <a:pt x="5769907" y="66253"/>
                  <a:pt x="5769907" y="69279"/>
                </a:cubicBezTo>
                <a:cubicBezTo>
                  <a:pt x="5769907" y="73000"/>
                  <a:pt x="5768642" y="75902"/>
                  <a:pt x="5766112" y="77986"/>
                </a:cubicBezTo>
                <a:cubicBezTo>
                  <a:pt x="5763583" y="80069"/>
                  <a:pt x="5760060" y="81111"/>
                  <a:pt x="5755546" y="81111"/>
                </a:cubicBezTo>
                <a:cubicBezTo>
                  <a:pt x="5753115" y="81111"/>
                  <a:pt x="5750733" y="80801"/>
                  <a:pt x="5748402" y="80181"/>
                </a:cubicBezTo>
                <a:cubicBezTo>
                  <a:pt x="5746070" y="79561"/>
                  <a:pt x="5744037" y="78705"/>
                  <a:pt x="5742300" y="77614"/>
                </a:cubicBezTo>
                <a:lnTo>
                  <a:pt x="5744234" y="73000"/>
                </a:lnTo>
                <a:cubicBezTo>
                  <a:pt x="5747806" y="75183"/>
                  <a:pt x="5751576" y="76274"/>
                  <a:pt x="5755546" y="76274"/>
                </a:cubicBezTo>
                <a:cubicBezTo>
                  <a:pt x="5758522" y="76274"/>
                  <a:pt x="5760767" y="75716"/>
                  <a:pt x="5762280" y="74600"/>
                </a:cubicBezTo>
                <a:cubicBezTo>
                  <a:pt x="5763793" y="73484"/>
                  <a:pt x="5764549" y="71834"/>
                  <a:pt x="5764549" y="69651"/>
                </a:cubicBezTo>
                <a:cubicBezTo>
                  <a:pt x="5764549" y="67965"/>
                  <a:pt x="5764078" y="66625"/>
                  <a:pt x="5763136" y="65633"/>
                </a:cubicBezTo>
                <a:cubicBezTo>
                  <a:pt x="5762193" y="64641"/>
                  <a:pt x="5760705" y="63897"/>
                  <a:pt x="5758671" y="63401"/>
                </a:cubicBezTo>
                <a:lnTo>
                  <a:pt x="5753387" y="62136"/>
                </a:lnTo>
                <a:cubicBezTo>
                  <a:pt x="5749766" y="61292"/>
                  <a:pt x="5747099" y="59978"/>
                  <a:pt x="5745388" y="58192"/>
                </a:cubicBezTo>
                <a:cubicBezTo>
                  <a:pt x="5743676" y="56406"/>
                  <a:pt x="5742821" y="54049"/>
                  <a:pt x="5742821" y="51122"/>
                </a:cubicBezTo>
                <a:cubicBezTo>
                  <a:pt x="5742821" y="47501"/>
                  <a:pt x="5744023" y="44673"/>
                  <a:pt x="5746430" y="42639"/>
                </a:cubicBezTo>
                <a:cubicBezTo>
                  <a:pt x="5748836" y="40605"/>
                  <a:pt x="5752197" y="39588"/>
                  <a:pt x="5756513" y="39588"/>
                </a:cubicBezTo>
                <a:close/>
                <a:moveTo>
                  <a:pt x="5051663" y="39588"/>
                </a:moveTo>
                <a:cubicBezTo>
                  <a:pt x="5053845" y="39588"/>
                  <a:pt x="5056003" y="39849"/>
                  <a:pt x="5058137" y="40370"/>
                </a:cubicBezTo>
                <a:cubicBezTo>
                  <a:pt x="5060270" y="40890"/>
                  <a:pt x="5062180" y="41597"/>
                  <a:pt x="5063867" y="42490"/>
                </a:cubicBezTo>
                <a:lnTo>
                  <a:pt x="5061709" y="47104"/>
                </a:lnTo>
                <a:cubicBezTo>
                  <a:pt x="5058236" y="45318"/>
                  <a:pt x="5054838" y="44425"/>
                  <a:pt x="5051514" y="44425"/>
                </a:cubicBezTo>
                <a:cubicBezTo>
                  <a:pt x="5048835" y="44425"/>
                  <a:pt x="5046801" y="44958"/>
                  <a:pt x="5045412" y="46025"/>
                </a:cubicBezTo>
                <a:cubicBezTo>
                  <a:pt x="5044022" y="47092"/>
                  <a:pt x="5043328" y="48642"/>
                  <a:pt x="5043328" y="50676"/>
                </a:cubicBezTo>
                <a:cubicBezTo>
                  <a:pt x="5043328" y="52263"/>
                  <a:pt x="5043799" y="53541"/>
                  <a:pt x="5044742" y="54508"/>
                </a:cubicBezTo>
                <a:cubicBezTo>
                  <a:pt x="5045685" y="55476"/>
                  <a:pt x="5047173" y="56207"/>
                  <a:pt x="5049207" y="56703"/>
                </a:cubicBezTo>
                <a:lnTo>
                  <a:pt x="5054490" y="57968"/>
                </a:lnTo>
                <a:cubicBezTo>
                  <a:pt x="5058113" y="58812"/>
                  <a:pt x="5060778" y="60151"/>
                  <a:pt x="5062490" y="61987"/>
                </a:cubicBezTo>
                <a:cubicBezTo>
                  <a:pt x="5064201" y="63822"/>
                  <a:pt x="5065057" y="66253"/>
                  <a:pt x="5065057" y="69279"/>
                </a:cubicBezTo>
                <a:cubicBezTo>
                  <a:pt x="5065057" y="73000"/>
                  <a:pt x="5063792" y="75902"/>
                  <a:pt x="5061262" y="77986"/>
                </a:cubicBezTo>
                <a:cubicBezTo>
                  <a:pt x="5058732" y="80069"/>
                  <a:pt x="5055210" y="81111"/>
                  <a:pt x="5050695" y="81111"/>
                </a:cubicBezTo>
                <a:cubicBezTo>
                  <a:pt x="5048264" y="81111"/>
                  <a:pt x="5045883" y="80801"/>
                  <a:pt x="5043552" y="80181"/>
                </a:cubicBezTo>
                <a:cubicBezTo>
                  <a:pt x="5041220" y="79561"/>
                  <a:pt x="5039186" y="78705"/>
                  <a:pt x="5037450" y="77614"/>
                </a:cubicBezTo>
                <a:lnTo>
                  <a:pt x="5039384" y="73000"/>
                </a:lnTo>
                <a:cubicBezTo>
                  <a:pt x="5042956" y="75183"/>
                  <a:pt x="5046727" y="76274"/>
                  <a:pt x="5050695" y="76274"/>
                </a:cubicBezTo>
                <a:cubicBezTo>
                  <a:pt x="5053672" y="76274"/>
                  <a:pt x="5055917" y="75716"/>
                  <a:pt x="5057430" y="74600"/>
                </a:cubicBezTo>
                <a:cubicBezTo>
                  <a:pt x="5058943" y="73484"/>
                  <a:pt x="5059699" y="71834"/>
                  <a:pt x="5059699" y="69651"/>
                </a:cubicBezTo>
                <a:cubicBezTo>
                  <a:pt x="5059699" y="67965"/>
                  <a:pt x="5059229" y="66625"/>
                  <a:pt x="5058286" y="65633"/>
                </a:cubicBezTo>
                <a:cubicBezTo>
                  <a:pt x="5057343" y="64641"/>
                  <a:pt x="5055854" y="63897"/>
                  <a:pt x="5053821" y="63401"/>
                </a:cubicBezTo>
                <a:lnTo>
                  <a:pt x="5048537" y="62136"/>
                </a:lnTo>
                <a:cubicBezTo>
                  <a:pt x="5044915" y="61292"/>
                  <a:pt x="5042249" y="59978"/>
                  <a:pt x="5040538" y="58192"/>
                </a:cubicBezTo>
                <a:cubicBezTo>
                  <a:pt x="5038826" y="56406"/>
                  <a:pt x="5037971" y="54049"/>
                  <a:pt x="5037971" y="51122"/>
                </a:cubicBezTo>
                <a:cubicBezTo>
                  <a:pt x="5037971" y="47501"/>
                  <a:pt x="5039174" y="44673"/>
                  <a:pt x="5041580" y="42639"/>
                </a:cubicBezTo>
                <a:cubicBezTo>
                  <a:pt x="5043985" y="40605"/>
                  <a:pt x="5047347" y="39588"/>
                  <a:pt x="5051663" y="39588"/>
                </a:cubicBezTo>
                <a:close/>
                <a:moveTo>
                  <a:pt x="3775313" y="39588"/>
                </a:moveTo>
                <a:cubicBezTo>
                  <a:pt x="3777496" y="39588"/>
                  <a:pt x="3779653" y="39849"/>
                  <a:pt x="3781787" y="40370"/>
                </a:cubicBezTo>
                <a:cubicBezTo>
                  <a:pt x="3783920" y="40890"/>
                  <a:pt x="3785830" y="41597"/>
                  <a:pt x="3787517" y="42490"/>
                </a:cubicBezTo>
                <a:lnTo>
                  <a:pt x="3785359" y="47104"/>
                </a:lnTo>
                <a:cubicBezTo>
                  <a:pt x="3781886" y="45318"/>
                  <a:pt x="3778488" y="44425"/>
                  <a:pt x="3775164" y="44425"/>
                </a:cubicBezTo>
                <a:cubicBezTo>
                  <a:pt x="3772486" y="44425"/>
                  <a:pt x="3770452" y="44958"/>
                  <a:pt x="3769062" y="46025"/>
                </a:cubicBezTo>
                <a:cubicBezTo>
                  <a:pt x="3767673" y="47092"/>
                  <a:pt x="3766978" y="48642"/>
                  <a:pt x="3766978" y="50676"/>
                </a:cubicBezTo>
                <a:cubicBezTo>
                  <a:pt x="3766978" y="52263"/>
                  <a:pt x="3767449" y="53541"/>
                  <a:pt x="3768392" y="54508"/>
                </a:cubicBezTo>
                <a:cubicBezTo>
                  <a:pt x="3769335" y="55476"/>
                  <a:pt x="3770823" y="56207"/>
                  <a:pt x="3772857" y="56703"/>
                </a:cubicBezTo>
                <a:lnTo>
                  <a:pt x="3778140" y="57968"/>
                </a:lnTo>
                <a:cubicBezTo>
                  <a:pt x="3781762" y="58812"/>
                  <a:pt x="3784428" y="60151"/>
                  <a:pt x="3786141" y="61987"/>
                </a:cubicBezTo>
                <a:cubicBezTo>
                  <a:pt x="3787851" y="63822"/>
                  <a:pt x="3788707" y="66253"/>
                  <a:pt x="3788707" y="69279"/>
                </a:cubicBezTo>
                <a:cubicBezTo>
                  <a:pt x="3788707" y="73000"/>
                  <a:pt x="3787442" y="75902"/>
                  <a:pt x="3784912" y="77986"/>
                </a:cubicBezTo>
                <a:cubicBezTo>
                  <a:pt x="3782382" y="80069"/>
                  <a:pt x="3778860" y="81111"/>
                  <a:pt x="3774345" y="81111"/>
                </a:cubicBezTo>
                <a:cubicBezTo>
                  <a:pt x="3771914" y="81111"/>
                  <a:pt x="3769533" y="80801"/>
                  <a:pt x="3767201" y="80181"/>
                </a:cubicBezTo>
                <a:cubicBezTo>
                  <a:pt x="3764870" y="79561"/>
                  <a:pt x="3762836" y="78705"/>
                  <a:pt x="3761100" y="77614"/>
                </a:cubicBezTo>
                <a:lnTo>
                  <a:pt x="3763034" y="73000"/>
                </a:lnTo>
                <a:cubicBezTo>
                  <a:pt x="3766607" y="75183"/>
                  <a:pt x="3770377" y="76274"/>
                  <a:pt x="3774345" y="76274"/>
                </a:cubicBezTo>
                <a:cubicBezTo>
                  <a:pt x="3777322" y="76274"/>
                  <a:pt x="3779567" y="75716"/>
                  <a:pt x="3781080" y="74600"/>
                </a:cubicBezTo>
                <a:cubicBezTo>
                  <a:pt x="3782593" y="73484"/>
                  <a:pt x="3783349" y="71834"/>
                  <a:pt x="3783349" y="69651"/>
                </a:cubicBezTo>
                <a:cubicBezTo>
                  <a:pt x="3783349" y="67965"/>
                  <a:pt x="3782878" y="66625"/>
                  <a:pt x="3781935" y="65633"/>
                </a:cubicBezTo>
                <a:cubicBezTo>
                  <a:pt x="3780993" y="64641"/>
                  <a:pt x="3779504" y="63897"/>
                  <a:pt x="3777471" y="63401"/>
                </a:cubicBezTo>
                <a:lnTo>
                  <a:pt x="3772187" y="62136"/>
                </a:lnTo>
                <a:cubicBezTo>
                  <a:pt x="3768566" y="61292"/>
                  <a:pt x="3765899" y="59978"/>
                  <a:pt x="3764188" y="58192"/>
                </a:cubicBezTo>
                <a:cubicBezTo>
                  <a:pt x="3762477" y="56406"/>
                  <a:pt x="3761620" y="54049"/>
                  <a:pt x="3761620" y="51122"/>
                </a:cubicBezTo>
                <a:cubicBezTo>
                  <a:pt x="3761620" y="47501"/>
                  <a:pt x="3762824" y="44673"/>
                  <a:pt x="3765229" y="42639"/>
                </a:cubicBezTo>
                <a:cubicBezTo>
                  <a:pt x="3767635" y="40605"/>
                  <a:pt x="3770997" y="39588"/>
                  <a:pt x="3775313" y="39588"/>
                </a:cubicBezTo>
                <a:close/>
                <a:moveTo>
                  <a:pt x="3565763" y="39588"/>
                </a:moveTo>
                <a:cubicBezTo>
                  <a:pt x="3567946" y="39588"/>
                  <a:pt x="3570104" y="39849"/>
                  <a:pt x="3572237" y="40370"/>
                </a:cubicBezTo>
                <a:cubicBezTo>
                  <a:pt x="3574370" y="40890"/>
                  <a:pt x="3576281" y="41597"/>
                  <a:pt x="3577967" y="42490"/>
                </a:cubicBezTo>
                <a:lnTo>
                  <a:pt x="3575810" y="47104"/>
                </a:lnTo>
                <a:cubicBezTo>
                  <a:pt x="3572337" y="45318"/>
                  <a:pt x="3568938" y="44425"/>
                  <a:pt x="3565615" y="44425"/>
                </a:cubicBezTo>
                <a:cubicBezTo>
                  <a:pt x="3562936" y="44425"/>
                  <a:pt x="3560901" y="44958"/>
                  <a:pt x="3559513" y="46025"/>
                </a:cubicBezTo>
                <a:cubicBezTo>
                  <a:pt x="3558124" y="47092"/>
                  <a:pt x="3557429" y="48642"/>
                  <a:pt x="3557429" y="50676"/>
                </a:cubicBezTo>
                <a:cubicBezTo>
                  <a:pt x="3557429" y="52263"/>
                  <a:pt x="3557900" y="53541"/>
                  <a:pt x="3558842" y="54508"/>
                </a:cubicBezTo>
                <a:cubicBezTo>
                  <a:pt x="3559785" y="55476"/>
                  <a:pt x="3561274" y="56207"/>
                  <a:pt x="3563307" y="56703"/>
                </a:cubicBezTo>
                <a:lnTo>
                  <a:pt x="3568591" y="57968"/>
                </a:lnTo>
                <a:cubicBezTo>
                  <a:pt x="3572212" y="58812"/>
                  <a:pt x="3574879" y="60151"/>
                  <a:pt x="3576591" y="61987"/>
                </a:cubicBezTo>
                <a:cubicBezTo>
                  <a:pt x="3578302" y="63822"/>
                  <a:pt x="3579158" y="66253"/>
                  <a:pt x="3579158" y="69279"/>
                </a:cubicBezTo>
                <a:cubicBezTo>
                  <a:pt x="3579158" y="73000"/>
                  <a:pt x="3577893" y="75902"/>
                  <a:pt x="3575363" y="77986"/>
                </a:cubicBezTo>
                <a:cubicBezTo>
                  <a:pt x="3572833" y="80069"/>
                  <a:pt x="3569310" y="81111"/>
                  <a:pt x="3564796" y="81111"/>
                </a:cubicBezTo>
                <a:cubicBezTo>
                  <a:pt x="3562365" y="81111"/>
                  <a:pt x="3559984" y="80801"/>
                  <a:pt x="3557652" y="80181"/>
                </a:cubicBezTo>
                <a:cubicBezTo>
                  <a:pt x="3555320" y="79561"/>
                  <a:pt x="3553287" y="78705"/>
                  <a:pt x="3551550" y="77614"/>
                </a:cubicBezTo>
                <a:lnTo>
                  <a:pt x="3553485" y="73000"/>
                </a:lnTo>
                <a:cubicBezTo>
                  <a:pt x="3557057" y="75183"/>
                  <a:pt x="3560827" y="76274"/>
                  <a:pt x="3564796" y="76274"/>
                </a:cubicBezTo>
                <a:cubicBezTo>
                  <a:pt x="3567773" y="76274"/>
                  <a:pt x="3570017" y="75716"/>
                  <a:pt x="3571530" y="74600"/>
                </a:cubicBezTo>
                <a:cubicBezTo>
                  <a:pt x="3573044" y="73484"/>
                  <a:pt x="3573800" y="71834"/>
                  <a:pt x="3573800" y="69651"/>
                </a:cubicBezTo>
                <a:cubicBezTo>
                  <a:pt x="3573800" y="67965"/>
                  <a:pt x="3573329" y="66625"/>
                  <a:pt x="3572386" y="65633"/>
                </a:cubicBezTo>
                <a:cubicBezTo>
                  <a:pt x="3571444" y="64641"/>
                  <a:pt x="3569955" y="63897"/>
                  <a:pt x="3567922" y="63401"/>
                </a:cubicBezTo>
                <a:lnTo>
                  <a:pt x="3562638" y="62136"/>
                </a:lnTo>
                <a:cubicBezTo>
                  <a:pt x="3559016" y="61292"/>
                  <a:pt x="3556350" y="59978"/>
                  <a:pt x="3554639" y="58192"/>
                </a:cubicBezTo>
                <a:cubicBezTo>
                  <a:pt x="3552927" y="56406"/>
                  <a:pt x="3552071" y="54049"/>
                  <a:pt x="3552071" y="51122"/>
                </a:cubicBezTo>
                <a:cubicBezTo>
                  <a:pt x="3552071" y="47501"/>
                  <a:pt x="3553274" y="44673"/>
                  <a:pt x="3555680" y="42639"/>
                </a:cubicBezTo>
                <a:cubicBezTo>
                  <a:pt x="3558086" y="40605"/>
                  <a:pt x="3561447" y="39588"/>
                  <a:pt x="3565763" y="39588"/>
                </a:cubicBezTo>
                <a:close/>
                <a:moveTo>
                  <a:pt x="3318113" y="39588"/>
                </a:moveTo>
                <a:cubicBezTo>
                  <a:pt x="3320296" y="39588"/>
                  <a:pt x="3322454" y="39849"/>
                  <a:pt x="3324587" y="40370"/>
                </a:cubicBezTo>
                <a:cubicBezTo>
                  <a:pt x="3326720" y="40890"/>
                  <a:pt x="3328631" y="41597"/>
                  <a:pt x="3330318" y="42490"/>
                </a:cubicBezTo>
                <a:lnTo>
                  <a:pt x="3328159" y="47104"/>
                </a:lnTo>
                <a:cubicBezTo>
                  <a:pt x="3324687" y="45318"/>
                  <a:pt x="3321288" y="44425"/>
                  <a:pt x="3317965" y="44425"/>
                </a:cubicBezTo>
                <a:cubicBezTo>
                  <a:pt x="3315286" y="44425"/>
                  <a:pt x="3313251" y="44958"/>
                  <a:pt x="3311862" y="46025"/>
                </a:cubicBezTo>
                <a:cubicBezTo>
                  <a:pt x="3310474" y="47092"/>
                  <a:pt x="3309779" y="48642"/>
                  <a:pt x="3309779" y="50676"/>
                </a:cubicBezTo>
                <a:cubicBezTo>
                  <a:pt x="3309779" y="52263"/>
                  <a:pt x="3310250" y="53541"/>
                  <a:pt x="3311193" y="54508"/>
                </a:cubicBezTo>
                <a:cubicBezTo>
                  <a:pt x="3312135" y="55476"/>
                  <a:pt x="3313624" y="56207"/>
                  <a:pt x="3315658" y="56703"/>
                </a:cubicBezTo>
                <a:lnTo>
                  <a:pt x="3320941" y="57968"/>
                </a:lnTo>
                <a:cubicBezTo>
                  <a:pt x="3324562" y="58812"/>
                  <a:pt x="3327229" y="60151"/>
                  <a:pt x="3328941" y="61987"/>
                </a:cubicBezTo>
                <a:cubicBezTo>
                  <a:pt x="3330652" y="63822"/>
                  <a:pt x="3331508" y="66253"/>
                  <a:pt x="3331508" y="69279"/>
                </a:cubicBezTo>
                <a:cubicBezTo>
                  <a:pt x="3331508" y="73000"/>
                  <a:pt x="3330243" y="75902"/>
                  <a:pt x="3327712" y="77986"/>
                </a:cubicBezTo>
                <a:cubicBezTo>
                  <a:pt x="3325183" y="80069"/>
                  <a:pt x="3321660" y="81111"/>
                  <a:pt x="3317146" y="81111"/>
                </a:cubicBezTo>
                <a:cubicBezTo>
                  <a:pt x="3314716" y="81111"/>
                  <a:pt x="3312334" y="80801"/>
                  <a:pt x="3310002" y="80181"/>
                </a:cubicBezTo>
                <a:cubicBezTo>
                  <a:pt x="3307671" y="79561"/>
                  <a:pt x="3305637" y="78705"/>
                  <a:pt x="3303900" y="77614"/>
                </a:cubicBezTo>
                <a:lnTo>
                  <a:pt x="3305835" y="73000"/>
                </a:lnTo>
                <a:cubicBezTo>
                  <a:pt x="3309407" y="75183"/>
                  <a:pt x="3313177" y="76274"/>
                  <a:pt x="3317146" y="76274"/>
                </a:cubicBezTo>
                <a:cubicBezTo>
                  <a:pt x="3320123" y="76274"/>
                  <a:pt x="3322367" y="75716"/>
                  <a:pt x="3323880" y="74600"/>
                </a:cubicBezTo>
                <a:cubicBezTo>
                  <a:pt x="3325394" y="73484"/>
                  <a:pt x="3326150" y="71834"/>
                  <a:pt x="3326150" y="69651"/>
                </a:cubicBezTo>
                <a:cubicBezTo>
                  <a:pt x="3326150" y="67965"/>
                  <a:pt x="3325679" y="66625"/>
                  <a:pt x="3324736" y="65633"/>
                </a:cubicBezTo>
                <a:cubicBezTo>
                  <a:pt x="3323794" y="64641"/>
                  <a:pt x="3322305" y="63897"/>
                  <a:pt x="3320271" y="63401"/>
                </a:cubicBezTo>
                <a:lnTo>
                  <a:pt x="3314988" y="62136"/>
                </a:lnTo>
                <a:cubicBezTo>
                  <a:pt x="3311366" y="61292"/>
                  <a:pt x="3308700" y="59978"/>
                  <a:pt x="3306988" y="58192"/>
                </a:cubicBezTo>
                <a:cubicBezTo>
                  <a:pt x="3305277" y="56406"/>
                  <a:pt x="3304421" y="54049"/>
                  <a:pt x="3304421" y="51122"/>
                </a:cubicBezTo>
                <a:cubicBezTo>
                  <a:pt x="3304421" y="47501"/>
                  <a:pt x="3305624" y="44673"/>
                  <a:pt x="3308030" y="42639"/>
                </a:cubicBezTo>
                <a:cubicBezTo>
                  <a:pt x="3310437" y="40605"/>
                  <a:pt x="3313798" y="39588"/>
                  <a:pt x="3318113" y="39588"/>
                </a:cubicBezTo>
                <a:close/>
                <a:moveTo>
                  <a:pt x="2918063" y="39588"/>
                </a:moveTo>
                <a:cubicBezTo>
                  <a:pt x="2920247" y="39588"/>
                  <a:pt x="2922404" y="39849"/>
                  <a:pt x="2924538" y="40370"/>
                </a:cubicBezTo>
                <a:cubicBezTo>
                  <a:pt x="2926670" y="40890"/>
                  <a:pt x="2928581" y="41597"/>
                  <a:pt x="2930267" y="42490"/>
                </a:cubicBezTo>
                <a:lnTo>
                  <a:pt x="2928109" y="47104"/>
                </a:lnTo>
                <a:cubicBezTo>
                  <a:pt x="2924637" y="45318"/>
                  <a:pt x="2921238" y="44425"/>
                  <a:pt x="2917915" y="44425"/>
                </a:cubicBezTo>
                <a:cubicBezTo>
                  <a:pt x="2915235" y="44425"/>
                  <a:pt x="2913202" y="44958"/>
                  <a:pt x="2911812" y="46025"/>
                </a:cubicBezTo>
                <a:cubicBezTo>
                  <a:pt x="2910423" y="47092"/>
                  <a:pt x="2909729" y="48642"/>
                  <a:pt x="2909729" y="50676"/>
                </a:cubicBezTo>
                <a:cubicBezTo>
                  <a:pt x="2909729" y="52263"/>
                  <a:pt x="2910200" y="53541"/>
                  <a:pt x="2911143" y="54508"/>
                </a:cubicBezTo>
                <a:cubicBezTo>
                  <a:pt x="2912086" y="55476"/>
                  <a:pt x="2913574" y="56207"/>
                  <a:pt x="2915608" y="56703"/>
                </a:cubicBezTo>
                <a:lnTo>
                  <a:pt x="2920891" y="57968"/>
                </a:lnTo>
                <a:cubicBezTo>
                  <a:pt x="2924513" y="58812"/>
                  <a:pt x="2927179" y="60151"/>
                  <a:pt x="2928891" y="61987"/>
                </a:cubicBezTo>
                <a:cubicBezTo>
                  <a:pt x="2930602" y="63822"/>
                  <a:pt x="2931458" y="66253"/>
                  <a:pt x="2931458" y="69279"/>
                </a:cubicBezTo>
                <a:cubicBezTo>
                  <a:pt x="2931458" y="73000"/>
                  <a:pt x="2930193" y="75902"/>
                  <a:pt x="2927663" y="77986"/>
                </a:cubicBezTo>
                <a:cubicBezTo>
                  <a:pt x="2925132" y="80069"/>
                  <a:pt x="2921610" y="81111"/>
                  <a:pt x="2917095" y="81111"/>
                </a:cubicBezTo>
                <a:cubicBezTo>
                  <a:pt x="2914666" y="81111"/>
                  <a:pt x="2912284" y="80801"/>
                  <a:pt x="2909952" y="80181"/>
                </a:cubicBezTo>
                <a:cubicBezTo>
                  <a:pt x="2907620" y="79561"/>
                  <a:pt x="2905587" y="78705"/>
                  <a:pt x="2903850" y="77614"/>
                </a:cubicBezTo>
                <a:lnTo>
                  <a:pt x="2905785" y="73000"/>
                </a:lnTo>
                <a:cubicBezTo>
                  <a:pt x="2909357" y="75183"/>
                  <a:pt x="2913127" y="76274"/>
                  <a:pt x="2917095" y="76274"/>
                </a:cubicBezTo>
                <a:cubicBezTo>
                  <a:pt x="2920073" y="76274"/>
                  <a:pt x="2922317" y="75716"/>
                  <a:pt x="2923830" y="74600"/>
                </a:cubicBezTo>
                <a:cubicBezTo>
                  <a:pt x="2925344" y="73484"/>
                  <a:pt x="2926100" y="71834"/>
                  <a:pt x="2926100" y="69651"/>
                </a:cubicBezTo>
                <a:cubicBezTo>
                  <a:pt x="2926100" y="67965"/>
                  <a:pt x="2925629" y="66625"/>
                  <a:pt x="2924686" y="65633"/>
                </a:cubicBezTo>
                <a:cubicBezTo>
                  <a:pt x="2923744" y="64641"/>
                  <a:pt x="2922256" y="63897"/>
                  <a:pt x="2920221" y="63401"/>
                </a:cubicBezTo>
                <a:lnTo>
                  <a:pt x="2914938" y="62136"/>
                </a:lnTo>
                <a:cubicBezTo>
                  <a:pt x="2911317" y="61292"/>
                  <a:pt x="2908650" y="59978"/>
                  <a:pt x="2906938" y="58192"/>
                </a:cubicBezTo>
                <a:cubicBezTo>
                  <a:pt x="2905227" y="56406"/>
                  <a:pt x="2904371" y="54049"/>
                  <a:pt x="2904371" y="51122"/>
                </a:cubicBezTo>
                <a:cubicBezTo>
                  <a:pt x="2904371" y="47501"/>
                  <a:pt x="2905574" y="44673"/>
                  <a:pt x="2907980" y="42639"/>
                </a:cubicBezTo>
                <a:cubicBezTo>
                  <a:pt x="2910386" y="40605"/>
                  <a:pt x="2913747" y="39588"/>
                  <a:pt x="2918063" y="39588"/>
                </a:cubicBezTo>
                <a:close/>
                <a:moveTo>
                  <a:pt x="2394188" y="39588"/>
                </a:moveTo>
                <a:cubicBezTo>
                  <a:pt x="2396371" y="39588"/>
                  <a:pt x="2398529" y="39849"/>
                  <a:pt x="2400662" y="40370"/>
                </a:cubicBezTo>
                <a:cubicBezTo>
                  <a:pt x="2402796" y="40890"/>
                  <a:pt x="2404705" y="41597"/>
                  <a:pt x="2406393" y="42490"/>
                </a:cubicBezTo>
                <a:lnTo>
                  <a:pt x="2404234" y="47104"/>
                </a:lnTo>
                <a:cubicBezTo>
                  <a:pt x="2400762" y="45318"/>
                  <a:pt x="2397363" y="44425"/>
                  <a:pt x="2394040" y="44425"/>
                </a:cubicBezTo>
                <a:cubicBezTo>
                  <a:pt x="2391360" y="44425"/>
                  <a:pt x="2389327" y="44958"/>
                  <a:pt x="2387938" y="46025"/>
                </a:cubicBezTo>
                <a:cubicBezTo>
                  <a:pt x="2386549" y="47092"/>
                  <a:pt x="2385854" y="48642"/>
                  <a:pt x="2385854" y="50676"/>
                </a:cubicBezTo>
                <a:cubicBezTo>
                  <a:pt x="2385854" y="52263"/>
                  <a:pt x="2386325" y="53541"/>
                  <a:pt x="2387268" y="54508"/>
                </a:cubicBezTo>
                <a:cubicBezTo>
                  <a:pt x="2388210" y="55476"/>
                  <a:pt x="2389699" y="56207"/>
                  <a:pt x="2391732" y="56703"/>
                </a:cubicBezTo>
                <a:lnTo>
                  <a:pt x="2397016" y="57968"/>
                </a:lnTo>
                <a:cubicBezTo>
                  <a:pt x="2400638" y="58812"/>
                  <a:pt x="2403304" y="60151"/>
                  <a:pt x="2405016" y="61987"/>
                </a:cubicBezTo>
                <a:cubicBezTo>
                  <a:pt x="2406727" y="63822"/>
                  <a:pt x="2407583" y="66253"/>
                  <a:pt x="2407583" y="69279"/>
                </a:cubicBezTo>
                <a:cubicBezTo>
                  <a:pt x="2407583" y="73000"/>
                  <a:pt x="2406318" y="75902"/>
                  <a:pt x="2403788" y="77986"/>
                </a:cubicBezTo>
                <a:cubicBezTo>
                  <a:pt x="2401258" y="80069"/>
                  <a:pt x="2397736" y="81111"/>
                  <a:pt x="2393221" y="81111"/>
                </a:cubicBezTo>
                <a:cubicBezTo>
                  <a:pt x="2390790" y="81111"/>
                  <a:pt x="2388409" y="80801"/>
                  <a:pt x="2386077" y="80181"/>
                </a:cubicBezTo>
                <a:cubicBezTo>
                  <a:pt x="2383746" y="79561"/>
                  <a:pt x="2381712" y="78705"/>
                  <a:pt x="2379976" y="77614"/>
                </a:cubicBezTo>
                <a:lnTo>
                  <a:pt x="2381910" y="73000"/>
                </a:lnTo>
                <a:cubicBezTo>
                  <a:pt x="2385482" y="75183"/>
                  <a:pt x="2389253" y="76274"/>
                  <a:pt x="2393221" y="76274"/>
                </a:cubicBezTo>
                <a:cubicBezTo>
                  <a:pt x="2396197" y="76274"/>
                  <a:pt x="2398442" y="75716"/>
                  <a:pt x="2399955" y="74600"/>
                </a:cubicBezTo>
                <a:cubicBezTo>
                  <a:pt x="2401468" y="73484"/>
                  <a:pt x="2402225" y="71834"/>
                  <a:pt x="2402225" y="69651"/>
                </a:cubicBezTo>
                <a:cubicBezTo>
                  <a:pt x="2402225" y="67965"/>
                  <a:pt x="2401754" y="66625"/>
                  <a:pt x="2400811" y="65633"/>
                </a:cubicBezTo>
                <a:cubicBezTo>
                  <a:pt x="2399868" y="64641"/>
                  <a:pt x="2398381" y="63897"/>
                  <a:pt x="2396346" y="63401"/>
                </a:cubicBezTo>
                <a:lnTo>
                  <a:pt x="2391062" y="62136"/>
                </a:lnTo>
                <a:cubicBezTo>
                  <a:pt x="2387442" y="61292"/>
                  <a:pt x="2384774" y="59978"/>
                  <a:pt x="2383064" y="58192"/>
                </a:cubicBezTo>
                <a:cubicBezTo>
                  <a:pt x="2381352" y="56406"/>
                  <a:pt x="2380496" y="54049"/>
                  <a:pt x="2380496" y="51122"/>
                </a:cubicBezTo>
                <a:cubicBezTo>
                  <a:pt x="2380496" y="47501"/>
                  <a:pt x="2381699" y="44673"/>
                  <a:pt x="2384105" y="42639"/>
                </a:cubicBezTo>
                <a:cubicBezTo>
                  <a:pt x="2386511" y="40605"/>
                  <a:pt x="2389872" y="39588"/>
                  <a:pt x="2394188" y="39588"/>
                </a:cubicBezTo>
                <a:close/>
                <a:moveTo>
                  <a:pt x="1727438" y="39588"/>
                </a:moveTo>
                <a:cubicBezTo>
                  <a:pt x="1729621" y="39588"/>
                  <a:pt x="1731780" y="39849"/>
                  <a:pt x="1733912" y="40370"/>
                </a:cubicBezTo>
                <a:cubicBezTo>
                  <a:pt x="1736046" y="40890"/>
                  <a:pt x="1737956" y="41597"/>
                  <a:pt x="1739643" y="42490"/>
                </a:cubicBezTo>
                <a:lnTo>
                  <a:pt x="1737484" y="47104"/>
                </a:lnTo>
                <a:cubicBezTo>
                  <a:pt x="1734012" y="45318"/>
                  <a:pt x="1730614" y="44425"/>
                  <a:pt x="1727289" y="44425"/>
                </a:cubicBezTo>
                <a:cubicBezTo>
                  <a:pt x="1724610" y="44425"/>
                  <a:pt x="1722577" y="44958"/>
                  <a:pt x="1721188" y="46025"/>
                </a:cubicBezTo>
                <a:cubicBezTo>
                  <a:pt x="1719798" y="47092"/>
                  <a:pt x="1719104" y="48642"/>
                  <a:pt x="1719104" y="50676"/>
                </a:cubicBezTo>
                <a:cubicBezTo>
                  <a:pt x="1719104" y="52263"/>
                  <a:pt x="1719575" y="53541"/>
                  <a:pt x="1720518" y="54508"/>
                </a:cubicBezTo>
                <a:cubicBezTo>
                  <a:pt x="1721460" y="55476"/>
                  <a:pt x="1722949" y="56207"/>
                  <a:pt x="1724983" y="56703"/>
                </a:cubicBezTo>
                <a:lnTo>
                  <a:pt x="1730266" y="57968"/>
                </a:lnTo>
                <a:cubicBezTo>
                  <a:pt x="1733888" y="58812"/>
                  <a:pt x="1736554" y="60151"/>
                  <a:pt x="1738265" y="61987"/>
                </a:cubicBezTo>
                <a:cubicBezTo>
                  <a:pt x="1739977" y="63822"/>
                  <a:pt x="1740833" y="66253"/>
                  <a:pt x="1740833" y="69279"/>
                </a:cubicBezTo>
                <a:cubicBezTo>
                  <a:pt x="1740833" y="73000"/>
                  <a:pt x="1739568" y="75902"/>
                  <a:pt x="1737038" y="77986"/>
                </a:cubicBezTo>
                <a:cubicBezTo>
                  <a:pt x="1734508" y="80069"/>
                  <a:pt x="1730986" y="81111"/>
                  <a:pt x="1726471" y="81111"/>
                </a:cubicBezTo>
                <a:cubicBezTo>
                  <a:pt x="1724040" y="81111"/>
                  <a:pt x="1721659" y="80801"/>
                  <a:pt x="1719327" y="80181"/>
                </a:cubicBezTo>
                <a:cubicBezTo>
                  <a:pt x="1716996" y="79561"/>
                  <a:pt x="1714962" y="78705"/>
                  <a:pt x="1713226" y="77614"/>
                </a:cubicBezTo>
                <a:lnTo>
                  <a:pt x="1715159" y="73000"/>
                </a:lnTo>
                <a:cubicBezTo>
                  <a:pt x="1718732" y="75183"/>
                  <a:pt x="1722502" y="76274"/>
                  <a:pt x="1726471" y="76274"/>
                </a:cubicBezTo>
                <a:cubicBezTo>
                  <a:pt x="1729447" y="76274"/>
                  <a:pt x="1731692" y="75716"/>
                  <a:pt x="1733206" y="74600"/>
                </a:cubicBezTo>
                <a:cubicBezTo>
                  <a:pt x="1734719" y="73484"/>
                  <a:pt x="1735475" y="71834"/>
                  <a:pt x="1735475" y="69651"/>
                </a:cubicBezTo>
                <a:cubicBezTo>
                  <a:pt x="1735475" y="67965"/>
                  <a:pt x="1735004" y="66625"/>
                  <a:pt x="1734061" y="65633"/>
                </a:cubicBezTo>
                <a:cubicBezTo>
                  <a:pt x="1733119" y="64641"/>
                  <a:pt x="1731630" y="63897"/>
                  <a:pt x="1729596" y="63401"/>
                </a:cubicBezTo>
                <a:lnTo>
                  <a:pt x="1724313" y="62136"/>
                </a:lnTo>
                <a:cubicBezTo>
                  <a:pt x="1720692" y="61292"/>
                  <a:pt x="1718025" y="59978"/>
                  <a:pt x="1716313" y="58192"/>
                </a:cubicBezTo>
                <a:cubicBezTo>
                  <a:pt x="1714602" y="56406"/>
                  <a:pt x="1713746" y="54049"/>
                  <a:pt x="1713746" y="51122"/>
                </a:cubicBezTo>
                <a:cubicBezTo>
                  <a:pt x="1713746" y="47501"/>
                  <a:pt x="1714950" y="44673"/>
                  <a:pt x="1717356" y="42639"/>
                </a:cubicBezTo>
                <a:cubicBezTo>
                  <a:pt x="1719761" y="40605"/>
                  <a:pt x="1723123" y="39588"/>
                  <a:pt x="1727438" y="39588"/>
                </a:cubicBezTo>
                <a:close/>
                <a:moveTo>
                  <a:pt x="1355963" y="39588"/>
                </a:moveTo>
                <a:cubicBezTo>
                  <a:pt x="1358146" y="39588"/>
                  <a:pt x="1360304" y="39849"/>
                  <a:pt x="1362438" y="40370"/>
                </a:cubicBezTo>
                <a:cubicBezTo>
                  <a:pt x="1364571" y="40890"/>
                  <a:pt x="1366481" y="41597"/>
                  <a:pt x="1368168" y="42490"/>
                </a:cubicBezTo>
                <a:lnTo>
                  <a:pt x="1366009" y="47104"/>
                </a:lnTo>
                <a:cubicBezTo>
                  <a:pt x="1362537" y="45318"/>
                  <a:pt x="1359139" y="44425"/>
                  <a:pt x="1355815" y="44425"/>
                </a:cubicBezTo>
                <a:cubicBezTo>
                  <a:pt x="1353136" y="44425"/>
                  <a:pt x="1351102" y="44958"/>
                  <a:pt x="1349713" y="46025"/>
                </a:cubicBezTo>
                <a:cubicBezTo>
                  <a:pt x="1348323" y="47092"/>
                  <a:pt x="1347629" y="48642"/>
                  <a:pt x="1347629" y="50676"/>
                </a:cubicBezTo>
                <a:cubicBezTo>
                  <a:pt x="1347629" y="52263"/>
                  <a:pt x="1348100" y="53541"/>
                  <a:pt x="1349043" y="54508"/>
                </a:cubicBezTo>
                <a:cubicBezTo>
                  <a:pt x="1349985" y="55476"/>
                  <a:pt x="1351474" y="56207"/>
                  <a:pt x="1353508" y="56703"/>
                </a:cubicBezTo>
                <a:lnTo>
                  <a:pt x="1358791" y="57968"/>
                </a:lnTo>
                <a:cubicBezTo>
                  <a:pt x="1362413" y="58812"/>
                  <a:pt x="1365079" y="60151"/>
                  <a:pt x="1366791" y="61987"/>
                </a:cubicBezTo>
                <a:cubicBezTo>
                  <a:pt x="1368502" y="63822"/>
                  <a:pt x="1369358" y="66253"/>
                  <a:pt x="1369358" y="69279"/>
                </a:cubicBezTo>
                <a:cubicBezTo>
                  <a:pt x="1369358" y="73000"/>
                  <a:pt x="1368093" y="75902"/>
                  <a:pt x="1365562" y="77986"/>
                </a:cubicBezTo>
                <a:cubicBezTo>
                  <a:pt x="1363033" y="80069"/>
                  <a:pt x="1359511" y="81111"/>
                  <a:pt x="1354996" y="81111"/>
                </a:cubicBezTo>
                <a:cubicBezTo>
                  <a:pt x="1352565" y="81111"/>
                  <a:pt x="1350184" y="80801"/>
                  <a:pt x="1347852" y="80181"/>
                </a:cubicBezTo>
                <a:cubicBezTo>
                  <a:pt x="1345521" y="79561"/>
                  <a:pt x="1343487" y="78705"/>
                  <a:pt x="1341750" y="77614"/>
                </a:cubicBezTo>
                <a:lnTo>
                  <a:pt x="1343685" y="73000"/>
                </a:lnTo>
                <a:cubicBezTo>
                  <a:pt x="1347257" y="75183"/>
                  <a:pt x="1351027" y="76274"/>
                  <a:pt x="1354996" y="76274"/>
                </a:cubicBezTo>
                <a:cubicBezTo>
                  <a:pt x="1357973" y="76274"/>
                  <a:pt x="1360218" y="75716"/>
                  <a:pt x="1361730" y="74600"/>
                </a:cubicBezTo>
                <a:cubicBezTo>
                  <a:pt x="1363244" y="73484"/>
                  <a:pt x="1364000" y="71834"/>
                  <a:pt x="1364000" y="69651"/>
                </a:cubicBezTo>
                <a:cubicBezTo>
                  <a:pt x="1364000" y="67965"/>
                  <a:pt x="1363529" y="66625"/>
                  <a:pt x="1362586" y="65633"/>
                </a:cubicBezTo>
                <a:cubicBezTo>
                  <a:pt x="1361643" y="64641"/>
                  <a:pt x="1360155" y="63897"/>
                  <a:pt x="1358121" y="63401"/>
                </a:cubicBezTo>
                <a:lnTo>
                  <a:pt x="1352838" y="62136"/>
                </a:lnTo>
                <a:cubicBezTo>
                  <a:pt x="1349217" y="61292"/>
                  <a:pt x="1346550" y="59978"/>
                  <a:pt x="1344839" y="58192"/>
                </a:cubicBezTo>
                <a:cubicBezTo>
                  <a:pt x="1343127" y="56406"/>
                  <a:pt x="1342271" y="54049"/>
                  <a:pt x="1342271" y="51122"/>
                </a:cubicBezTo>
                <a:cubicBezTo>
                  <a:pt x="1342271" y="47501"/>
                  <a:pt x="1343474" y="44673"/>
                  <a:pt x="1345880" y="42639"/>
                </a:cubicBezTo>
                <a:cubicBezTo>
                  <a:pt x="1348287" y="40605"/>
                  <a:pt x="1351648" y="39588"/>
                  <a:pt x="1355963" y="39588"/>
                </a:cubicBezTo>
                <a:close/>
                <a:moveTo>
                  <a:pt x="11180107" y="39514"/>
                </a:moveTo>
                <a:cubicBezTo>
                  <a:pt x="11181992" y="39514"/>
                  <a:pt x="11183927" y="39799"/>
                  <a:pt x="11185911" y="40370"/>
                </a:cubicBezTo>
                <a:cubicBezTo>
                  <a:pt x="11187896" y="40940"/>
                  <a:pt x="11189706" y="41721"/>
                  <a:pt x="11191344" y="42714"/>
                </a:cubicBezTo>
                <a:lnTo>
                  <a:pt x="11189260" y="47104"/>
                </a:lnTo>
                <a:cubicBezTo>
                  <a:pt x="11186036" y="45368"/>
                  <a:pt x="11182935" y="44499"/>
                  <a:pt x="11179958" y="44499"/>
                </a:cubicBezTo>
                <a:cubicBezTo>
                  <a:pt x="11176336" y="44499"/>
                  <a:pt x="11173509" y="45839"/>
                  <a:pt x="11171475" y="48518"/>
                </a:cubicBezTo>
                <a:cubicBezTo>
                  <a:pt x="11169441" y="51197"/>
                  <a:pt x="11168424" y="54942"/>
                  <a:pt x="11168424" y="59754"/>
                </a:cubicBezTo>
                <a:cubicBezTo>
                  <a:pt x="11168424" y="65112"/>
                  <a:pt x="11169479" y="69168"/>
                  <a:pt x="11171587" y="71921"/>
                </a:cubicBezTo>
                <a:cubicBezTo>
                  <a:pt x="11173695" y="74674"/>
                  <a:pt x="11176808" y="76051"/>
                  <a:pt x="11180926" y="76051"/>
                </a:cubicBezTo>
                <a:cubicBezTo>
                  <a:pt x="11184001" y="76051"/>
                  <a:pt x="11186953" y="75208"/>
                  <a:pt x="11189781" y="73521"/>
                </a:cubicBezTo>
                <a:lnTo>
                  <a:pt x="11191790" y="77837"/>
                </a:lnTo>
                <a:cubicBezTo>
                  <a:pt x="11190401" y="78879"/>
                  <a:pt x="11188715" y="79685"/>
                  <a:pt x="11186730" y="80255"/>
                </a:cubicBezTo>
                <a:cubicBezTo>
                  <a:pt x="11184745" y="80826"/>
                  <a:pt x="11182662" y="81111"/>
                  <a:pt x="11180479" y="81111"/>
                </a:cubicBezTo>
                <a:cubicBezTo>
                  <a:pt x="11174922" y="81111"/>
                  <a:pt x="11170595" y="79276"/>
                  <a:pt x="11167494" y="75605"/>
                </a:cubicBezTo>
                <a:cubicBezTo>
                  <a:pt x="11164393" y="71933"/>
                  <a:pt x="11162843" y="66799"/>
                  <a:pt x="11162843" y="60201"/>
                </a:cubicBezTo>
                <a:cubicBezTo>
                  <a:pt x="11162843" y="56083"/>
                  <a:pt x="11163563" y="52462"/>
                  <a:pt x="11165001" y="49336"/>
                </a:cubicBezTo>
                <a:cubicBezTo>
                  <a:pt x="11166439" y="46211"/>
                  <a:pt x="11168461" y="43793"/>
                  <a:pt x="11171066" y="42081"/>
                </a:cubicBezTo>
                <a:cubicBezTo>
                  <a:pt x="11173670" y="40370"/>
                  <a:pt x="11176684" y="39514"/>
                  <a:pt x="11180107" y="39514"/>
                </a:cubicBezTo>
                <a:close/>
                <a:moveTo>
                  <a:pt x="11116409" y="39514"/>
                </a:moveTo>
                <a:cubicBezTo>
                  <a:pt x="11120278" y="39514"/>
                  <a:pt x="11123305" y="40630"/>
                  <a:pt x="11125487" y="42862"/>
                </a:cubicBezTo>
                <a:cubicBezTo>
                  <a:pt x="11127670" y="45095"/>
                  <a:pt x="11128761" y="48171"/>
                  <a:pt x="11128761" y="52090"/>
                </a:cubicBezTo>
                <a:lnTo>
                  <a:pt x="11128761" y="80218"/>
                </a:lnTo>
                <a:lnTo>
                  <a:pt x="11123403" y="80218"/>
                </a:lnTo>
                <a:lnTo>
                  <a:pt x="11123403" y="52462"/>
                </a:lnTo>
                <a:cubicBezTo>
                  <a:pt x="11123403" y="49932"/>
                  <a:pt x="11122684" y="48009"/>
                  <a:pt x="11121245" y="46695"/>
                </a:cubicBezTo>
                <a:cubicBezTo>
                  <a:pt x="11119807" y="45380"/>
                  <a:pt x="11117724" y="44723"/>
                  <a:pt x="11114995" y="44723"/>
                </a:cubicBezTo>
                <a:cubicBezTo>
                  <a:pt x="11113010" y="44723"/>
                  <a:pt x="11111175" y="45033"/>
                  <a:pt x="11109488" y="45653"/>
                </a:cubicBezTo>
                <a:cubicBezTo>
                  <a:pt x="11107801" y="46273"/>
                  <a:pt x="11106164" y="47278"/>
                  <a:pt x="11104577" y="48667"/>
                </a:cubicBezTo>
                <a:lnTo>
                  <a:pt x="11104577" y="80218"/>
                </a:lnTo>
                <a:lnTo>
                  <a:pt x="11099219" y="80218"/>
                </a:lnTo>
                <a:lnTo>
                  <a:pt x="11099219" y="40481"/>
                </a:lnTo>
                <a:lnTo>
                  <a:pt x="11104205" y="40481"/>
                </a:lnTo>
                <a:lnTo>
                  <a:pt x="11104205" y="44723"/>
                </a:lnTo>
                <a:cubicBezTo>
                  <a:pt x="11107529" y="41250"/>
                  <a:pt x="11111596" y="39514"/>
                  <a:pt x="11116409" y="39514"/>
                </a:cubicBezTo>
                <a:close/>
                <a:moveTo>
                  <a:pt x="11074811" y="39514"/>
                </a:moveTo>
                <a:cubicBezTo>
                  <a:pt x="11080070" y="39514"/>
                  <a:pt x="11084113" y="41287"/>
                  <a:pt x="11086941" y="44834"/>
                </a:cubicBezTo>
                <a:cubicBezTo>
                  <a:pt x="11089768" y="48381"/>
                  <a:pt x="11091182" y="53553"/>
                  <a:pt x="11091182" y="60350"/>
                </a:cubicBezTo>
                <a:cubicBezTo>
                  <a:pt x="11091182" y="67146"/>
                  <a:pt x="11089768" y="72318"/>
                  <a:pt x="11086941" y="75865"/>
                </a:cubicBezTo>
                <a:cubicBezTo>
                  <a:pt x="11084113" y="79412"/>
                  <a:pt x="11080045" y="81186"/>
                  <a:pt x="11074737" y="81186"/>
                </a:cubicBezTo>
                <a:cubicBezTo>
                  <a:pt x="11069478" y="81186"/>
                  <a:pt x="11065435" y="79412"/>
                  <a:pt x="11062607" y="75865"/>
                </a:cubicBezTo>
                <a:cubicBezTo>
                  <a:pt x="11059779" y="72318"/>
                  <a:pt x="11058366" y="67146"/>
                  <a:pt x="11058366" y="60350"/>
                </a:cubicBezTo>
                <a:cubicBezTo>
                  <a:pt x="11058366" y="53553"/>
                  <a:pt x="11059779" y="48381"/>
                  <a:pt x="11062607" y="44834"/>
                </a:cubicBezTo>
                <a:cubicBezTo>
                  <a:pt x="11065435" y="41287"/>
                  <a:pt x="11069503" y="39514"/>
                  <a:pt x="11074811" y="39514"/>
                </a:cubicBezTo>
                <a:close/>
                <a:moveTo>
                  <a:pt x="10980082" y="39514"/>
                </a:moveTo>
                <a:cubicBezTo>
                  <a:pt x="10981967" y="39514"/>
                  <a:pt x="10983902" y="39799"/>
                  <a:pt x="10985886" y="40370"/>
                </a:cubicBezTo>
                <a:cubicBezTo>
                  <a:pt x="10987871" y="40940"/>
                  <a:pt x="10989681" y="41721"/>
                  <a:pt x="10991319" y="42714"/>
                </a:cubicBezTo>
                <a:lnTo>
                  <a:pt x="10989235" y="47104"/>
                </a:lnTo>
                <a:cubicBezTo>
                  <a:pt x="10986011" y="45368"/>
                  <a:pt x="10982910" y="44499"/>
                  <a:pt x="10979933" y="44499"/>
                </a:cubicBezTo>
                <a:cubicBezTo>
                  <a:pt x="10976311" y="44499"/>
                  <a:pt x="10973484" y="45839"/>
                  <a:pt x="10971450" y="48518"/>
                </a:cubicBezTo>
                <a:cubicBezTo>
                  <a:pt x="10969416" y="51197"/>
                  <a:pt x="10968399" y="54942"/>
                  <a:pt x="10968399" y="59754"/>
                </a:cubicBezTo>
                <a:cubicBezTo>
                  <a:pt x="10968399" y="65112"/>
                  <a:pt x="10969454" y="69168"/>
                  <a:pt x="10971562" y="71921"/>
                </a:cubicBezTo>
                <a:cubicBezTo>
                  <a:pt x="10973670" y="74674"/>
                  <a:pt x="10976783" y="76051"/>
                  <a:pt x="10980901" y="76051"/>
                </a:cubicBezTo>
                <a:cubicBezTo>
                  <a:pt x="10983976" y="76051"/>
                  <a:pt x="10986928" y="75208"/>
                  <a:pt x="10989756" y="73521"/>
                </a:cubicBezTo>
                <a:lnTo>
                  <a:pt x="10991765" y="77837"/>
                </a:lnTo>
                <a:cubicBezTo>
                  <a:pt x="10990376" y="78879"/>
                  <a:pt x="10988690" y="79685"/>
                  <a:pt x="10986705" y="80255"/>
                </a:cubicBezTo>
                <a:cubicBezTo>
                  <a:pt x="10984720" y="80826"/>
                  <a:pt x="10982637" y="81111"/>
                  <a:pt x="10980454" y="81111"/>
                </a:cubicBezTo>
                <a:cubicBezTo>
                  <a:pt x="10974897" y="81111"/>
                  <a:pt x="10970570" y="79276"/>
                  <a:pt x="10967469" y="75605"/>
                </a:cubicBezTo>
                <a:cubicBezTo>
                  <a:pt x="10964368" y="71933"/>
                  <a:pt x="10962818" y="66799"/>
                  <a:pt x="10962818" y="60201"/>
                </a:cubicBezTo>
                <a:cubicBezTo>
                  <a:pt x="10962818" y="56083"/>
                  <a:pt x="10963538" y="52462"/>
                  <a:pt x="10964976" y="49336"/>
                </a:cubicBezTo>
                <a:cubicBezTo>
                  <a:pt x="10966414" y="46211"/>
                  <a:pt x="10968436" y="43793"/>
                  <a:pt x="10971041" y="42081"/>
                </a:cubicBezTo>
                <a:cubicBezTo>
                  <a:pt x="10973645" y="40370"/>
                  <a:pt x="10976659" y="39514"/>
                  <a:pt x="10980082" y="39514"/>
                </a:cubicBezTo>
                <a:close/>
                <a:moveTo>
                  <a:pt x="10941163" y="39514"/>
                </a:moveTo>
                <a:cubicBezTo>
                  <a:pt x="10946174" y="39514"/>
                  <a:pt x="10950069" y="41200"/>
                  <a:pt x="10952846" y="44574"/>
                </a:cubicBezTo>
                <a:cubicBezTo>
                  <a:pt x="10955624" y="47947"/>
                  <a:pt x="10957014" y="52635"/>
                  <a:pt x="10957014" y="58638"/>
                </a:cubicBezTo>
                <a:cubicBezTo>
                  <a:pt x="10957014" y="59829"/>
                  <a:pt x="10956939" y="60871"/>
                  <a:pt x="10956790" y="61764"/>
                </a:cubicBezTo>
                <a:lnTo>
                  <a:pt x="10930299" y="61764"/>
                </a:lnTo>
                <a:cubicBezTo>
                  <a:pt x="10930498" y="66476"/>
                  <a:pt x="10931651" y="70036"/>
                  <a:pt x="10933759" y="72442"/>
                </a:cubicBezTo>
                <a:cubicBezTo>
                  <a:pt x="10935867" y="74848"/>
                  <a:pt x="10938881" y="76051"/>
                  <a:pt x="10942801" y="76051"/>
                </a:cubicBezTo>
                <a:cubicBezTo>
                  <a:pt x="10946521" y="76051"/>
                  <a:pt x="10949944" y="75009"/>
                  <a:pt x="10953070" y="72926"/>
                </a:cubicBezTo>
                <a:lnTo>
                  <a:pt x="10955153" y="77242"/>
                </a:lnTo>
                <a:cubicBezTo>
                  <a:pt x="10953615" y="78482"/>
                  <a:pt x="10951743" y="79437"/>
                  <a:pt x="10949535" y="80107"/>
                </a:cubicBezTo>
                <a:cubicBezTo>
                  <a:pt x="10947327" y="80776"/>
                  <a:pt x="10944983" y="81111"/>
                  <a:pt x="10942503" y="81111"/>
                </a:cubicBezTo>
                <a:cubicBezTo>
                  <a:pt x="10936946" y="81111"/>
                  <a:pt x="10932619" y="79276"/>
                  <a:pt x="10929518" y="75605"/>
                </a:cubicBezTo>
                <a:cubicBezTo>
                  <a:pt x="10926417" y="71933"/>
                  <a:pt x="10924867" y="66849"/>
                  <a:pt x="10924867" y="60350"/>
                </a:cubicBezTo>
                <a:cubicBezTo>
                  <a:pt x="10924867" y="53801"/>
                  <a:pt x="10926305" y="48691"/>
                  <a:pt x="10929183" y="45020"/>
                </a:cubicBezTo>
                <a:cubicBezTo>
                  <a:pt x="10932061" y="41349"/>
                  <a:pt x="10936053" y="39514"/>
                  <a:pt x="10941163" y="39514"/>
                </a:cubicBezTo>
                <a:close/>
                <a:moveTo>
                  <a:pt x="10817190" y="39514"/>
                </a:moveTo>
                <a:cubicBezTo>
                  <a:pt x="10819372" y="39514"/>
                  <a:pt x="10821381" y="39960"/>
                  <a:pt x="10823217" y="40853"/>
                </a:cubicBezTo>
                <a:cubicBezTo>
                  <a:pt x="10825053" y="41746"/>
                  <a:pt x="10826616" y="43011"/>
                  <a:pt x="10827905" y="44648"/>
                </a:cubicBezTo>
                <a:lnTo>
                  <a:pt x="10827905" y="40481"/>
                </a:lnTo>
                <a:lnTo>
                  <a:pt x="10832891" y="40481"/>
                </a:lnTo>
                <a:lnTo>
                  <a:pt x="10832891" y="80516"/>
                </a:lnTo>
                <a:cubicBezTo>
                  <a:pt x="10832891" y="85576"/>
                  <a:pt x="10831378" y="89520"/>
                  <a:pt x="10828352" y="92348"/>
                </a:cubicBezTo>
                <a:cubicBezTo>
                  <a:pt x="10825325" y="95175"/>
                  <a:pt x="10821109" y="96589"/>
                  <a:pt x="10815701" y="96589"/>
                </a:cubicBezTo>
                <a:cubicBezTo>
                  <a:pt x="10813717" y="96589"/>
                  <a:pt x="10811770" y="96391"/>
                  <a:pt x="10809860" y="95994"/>
                </a:cubicBezTo>
                <a:cubicBezTo>
                  <a:pt x="10807949" y="95597"/>
                  <a:pt x="10806325" y="95051"/>
                  <a:pt x="10804986" y="94357"/>
                </a:cubicBezTo>
                <a:lnTo>
                  <a:pt x="10806623" y="89520"/>
                </a:lnTo>
                <a:cubicBezTo>
                  <a:pt x="10809401" y="90909"/>
                  <a:pt x="10812427" y="91604"/>
                  <a:pt x="10815701" y="91604"/>
                </a:cubicBezTo>
                <a:cubicBezTo>
                  <a:pt x="10819571" y="91604"/>
                  <a:pt x="10822510" y="90661"/>
                  <a:pt x="10824519" y="88776"/>
                </a:cubicBezTo>
                <a:cubicBezTo>
                  <a:pt x="10826529" y="86891"/>
                  <a:pt x="10827533" y="84137"/>
                  <a:pt x="10827533" y="80516"/>
                </a:cubicBezTo>
                <a:lnTo>
                  <a:pt x="10827533" y="73447"/>
                </a:lnTo>
                <a:cubicBezTo>
                  <a:pt x="10824854" y="77118"/>
                  <a:pt x="10821109" y="78953"/>
                  <a:pt x="10816297" y="78953"/>
                </a:cubicBezTo>
                <a:cubicBezTo>
                  <a:pt x="10811584" y="78953"/>
                  <a:pt x="10807888" y="77192"/>
                  <a:pt x="10805209" y="73670"/>
                </a:cubicBezTo>
                <a:cubicBezTo>
                  <a:pt x="10802530" y="70148"/>
                  <a:pt x="10801191" y="65236"/>
                  <a:pt x="10801191" y="58936"/>
                </a:cubicBezTo>
                <a:cubicBezTo>
                  <a:pt x="10801191" y="52834"/>
                  <a:pt x="10802604" y="48071"/>
                  <a:pt x="10805432" y="44648"/>
                </a:cubicBezTo>
                <a:cubicBezTo>
                  <a:pt x="10808260" y="41225"/>
                  <a:pt x="10812179" y="39514"/>
                  <a:pt x="10817190" y="39514"/>
                </a:cubicBezTo>
                <a:close/>
                <a:moveTo>
                  <a:pt x="10773509" y="39514"/>
                </a:moveTo>
                <a:cubicBezTo>
                  <a:pt x="10777378" y="39514"/>
                  <a:pt x="10780405" y="40630"/>
                  <a:pt x="10782587" y="42862"/>
                </a:cubicBezTo>
                <a:cubicBezTo>
                  <a:pt x="10784770" y="45095"/>
                  <a:pt x="10785861" y="48171"/>
                  <a:pt x="10785861" y="52090"/>
                </a:cubicBezTo>
                <a:lnTo>
                  <a:pt x="10785861" y="80218"/>
                </a:lnTo>
                <a:lnTo>
                  <a:pt x="10780503" y="80218"/>
                </a:lnTo>
                <a:lnTo>
                  <a:pt x="10780503" y="52462"/>
                </a:lnTo>
                <a:cubicBezTo>
                  <a:pt x="10780503" y="49932"/>
                  <a:pt x="10779784" y="48009"/>
                  <a:pt x="10778345" y="46695"/>
                </a:cubicBezTo>
                <a:cubicBezTo>
                  <a:pt x="10776907" y="45380"/>
                  <a:pt x="10774824" y="44723"/>
                  <a:pt x="10772095" y="44723"/>
                </a:cubicBezTo>
                <a:cubicBezTo>
                  <a:pt x="10770110" y="44723"/>
                  <a:pt x="10768275" y="45033"/>
                  <a:pt x="10766588" y="45653"/>
                </a:cubicBezTo>
                <a:cubicBezTo>
                  <a:pt x="10764901" y="46273"/>
                  <a:pt x="10763264" y="47278"/>
                  <a:pt x="10761677" y="48667"/>
                </a:cubicBezTo>
                <a:lnTo>
                  <a:pt x="10761677" y="80218"/>
                </a:lnTo>
                <a:lnTo>
                  <a:pt x="10756319" y="80218"/>
                </a:lnTo>
                <a:lnTo>
                  <a:pt x="10756319" y="40481"/>
                </a:lnTo>
                <a:lnTo>
                  <a:pt x="10761305" y="40481"/>
                </a:lnTo>
                <a:lnTo>
                  <a:pt x="10761305" y="44723"/>
                </a:lnTo>
                <a:cubicBezTo>
                  <a:pt x="10764629" y="41250"/>
                  <a:pt x="10768696" y="39514"/>
                  <a:pt x="10773509" y="39514"/>
                </a:cubicBezTo>
                <a:close/>
                <a:moveTo>
                  <a:pt x="10630336" y="39514"/>
                </a:moveTo>
                <a:cubicBezTo>
                  <a:pt x="10632866" y="39514"/>
                  <a:pt x="10635048" y="40047"/>
                  <a:pt x="10636884" y="41114"/>
                </a:cubicBezTo>
                <a:cubicBezTo>
                  <a:pt x="10638720" y="42180"/>
                  <a:pt x="10640084" y="43681"/>
                  <a:pt x="10640977" y="45616"/>
                </a:cubicBezTo>
                <a:cubicBezTo>
                  <a:pt x="10644499" y="41548"/>
                  <a:pt x="10648741" y="39514"/>
                  <a:pt x="10653702" y="39514"/>
                </a:cubicBezTo>
                <a:cubicBezTo>
                  <a:pt x="10657423" y="39514"/>
                  <a:pt x="10660325" y="40618"/>
                  <a:pt x="10662408" y="42825"/>
                </a:cubicBezTo>
                <a:cubicBezTo>
                  <a:pt x="10664492" y="45033"/>
                  <a:pt x="10665534" y="48121"/>
                  <a:pt x="10665534" y="52090"/>
                </a:cubicBezTo>
                <a:lnTo>
                  <a:pt x="10665534" y="80218"/>
                </a:lnTo>
                <a:lnTo>
                  <a:pt x="10660176" y="80218"/>
                </a:lnTo>
                <a:lnTo>
                  <a:pt x="10660176" y="52462"/>
                </a:lnTo>
                <a:cubicBezTo>
                  <a:pt x="10660176" y="49932"/>
                  <a:pt x="10659506" y="48009"/>
                  <a:pt x="10658167" y="46695"/>
                </a:cubicBezTo>
                <a:cubicBezTo>
                  <a:pt x="10656827" y="45380"/>
                  <a:pt x="10654868" y="44723"/>
                  <a:pt x="10652288" y="44723"/>
                </a:cubicBezTo>
                <a:cubicBezTo>
                  <a:pt x="10648666" y="44723"/>
                  <a:pt x="10645219" y="46112"/>
                  <a:pt x="10641945" y="48890"/>
                </a:cubicBezTo>
                <a:cubicBezTo>
                  <a:pt x="10642143" y="49733"/>
                  <a:pt x="10642242" y="50800"/>
                  <a:pt x="10642242" y="52090"/>
                </a:cubicBezTo>
                <a:lnTo>
                  <a:pt x="10642242" y="80218"/>
                </a:lnTo>
                <a:lnTo>
                  <a:pt x="10636884" y="80218"/>
                </a:lnTo>
                <a:lnTo>
                  <a:pt x="10636884" y="52462"/>
                </a:lnTo>
                <a:cubicBezTo>
                  <a:pt x="10636884" y="49932"/>
                  <a:pt x="10636202" y="48009"/>
                  <a:pt x="10634838" y="46695"/>
                </a:cubicBezTo>
                <a:cubicBezTo>
                  <a:pt x="10633474" y="45380"/>
                  <a:pt x="10631502" y="44723"/>
                  <a:pt x="10628922" y="44723"/>
                </a:cubicBezTo>
                <a:cubicBezTo>
                  <a:pt x="10627037" y="44723"/>
                  <a:pt x="10625276" y="45045"/>
                  <a:pt x="10623639" y="45690"/>
                </a:cubicBezTo>
                <a:cubicBezTo>
                  <a:pt x="10622002" y="46335"/>
                  <a:pt x="10620389" y="47327"/>
                  <a:pt x="10618802" y="48667"/>
                </a:cubicBezTo>
                <a:lnTo>
                  <a:pt x="10618802" y="80218"/>
                </a:lnTo>
                <a:lnTo>
                  <a:pt x="10613444" y="80218"/>
                </a:lnTo>
                <a:lnTo>
                  <a:pt x="10613444" y="40481"/>
                </a:lnTo>
                <a:lnTo>
                  <a:pt x="10618430" y="40481"/>
                </a:lnTo>
                <a:lnTo>
                  <a:pt x="10618430" y="44723"/>
                </a:lnTo>
                <a:cubicBezTo>
                  <a:pt x="10621754" y="41250"/>
                  <a:pt x="10625722" y="39514"/>
                  <a:pt x="10630336" y="39514"/>
                </a:cubicBezTo>
                <a:close/>
                <a:moveTo>
                  <a:pt x="10586953" y="39514"/>
                </a:moveTo>
                <a:cubicBezTo>
                  <a:pt x="10591219" y="39514"/>
                  <a:pt x="10594654" y="40580"/>
                  <a:pt x="10597259" y="42714"/>
                </a:cubicBezTo>
                <a:cubicBezTo>
                  <a:pt x="10599863" y="44847"/>
                  <a:pt x="10601166" y="47972"/>
                  <a:pt x="10601166" y="52090"/>
                </a:cubicBezTo>
                <a:lnTo>
                  <a:pt x="10601166" y="80218"/>
                </a:lnTo>
                <a:lnTo>
                  <a:pt x="10596180" y="80218"/>
                </a:lnTo>
                <a:lnTo>
                  <a:pt x="10596180" y="75381"/>
                </a:lnTo>
                <a:cubicBezTo>
                  <a:pt x="10593600" y="79152"/>
                  <a:pt x="10589607" y="81037"/>
                  <a:pt x="10584199" y="81037"/>
                </a:cubicBezTo>
                <a:cubicBezTo>
                  <a:pt x="10580280" y="81037"/>
                  <a:pt x="10577217" y="79995"/>
                  <a:pt x="10575009" y="77911"/>
                </a:cubicBezTo>
                <a:cubicBezTo>
                  <a:pt x="10572801" y="75828"/>
                  <a:pt x="10571698" y="72926"/>
                  <a:pt x="10571698" y="69205"/>
                </a:cubicBezTo>
                <a:cubicBezTo>
                  <a:pt x="10571698" y="64492"/>
                  <a:pt x="10573657" y="61007"/>
                  <a:pt x="10577576" y="58750"/>
                </a:cubicBezTo>
                <a:cubicBezTo>
                  <a:pt x="10581496" y="56493"/>
                  <a:pt x="10587572" y="55339"/>
                  <a:pt x="10595808" y="55290"/>
                </a:cubicBezTo>
                <a:lnTo>
                  <a:pt x="10595808" y="52536"/>
                </a:lnTo>
                <a:cubicBezTo>
                  <a:pt x="10595808" y="49957"/>
                  <a:pt x="10595002" y="47985"/>
                  <a:pt x="10593389" y="46620"/>
                </a:cubicBezTo>
                <a:cubicBezTo>
                  <a:pt x="10591777" y="45256"/>
                  <a:pt x="10589433" y="44574"/>
                  <a:pt x="10586357" y="44574"/>
                </a:cubicBezTo>
                <a:cubicBezTo>
                  <a:pt x="10583133" y="44574"/>
                  <a:pt x="10580008" y="45293"/>
                  <a:pt x="10576981" y="46732"/>
                </a:cubicBezTo>
                <a:lnTo>
                  <a:pt x="10575567" y="42193"/>
                </a:lnTo>
                <a:cubicBezTo>
                  <a:pt x="10579089" y="40407"/>
                  <a:pt x="10582884" y="39514"/>
                  <a:pt x="10586953" y="39514"/>
                </a:cubicBezTo>
                <a:close/>
                <a:moveTo>
                  <a:pt x="10465211" y="39514"/>
                </a:moveTo>
                <a:cubicBezTo>
                  <a:pt x="10470470" y="39514"/>
                  <a:pt x="10474513" y="41287"/>
                  <a:pt x="10477341" y="44834"/>
                </a:cubicBezTo>
                <a:cubicBezTo>
                  <a:pt x="10480168" y="48381"/>
                  <a:pt x="10481582" y="53553"/>
                  <a:pt x="10481582" y="60350"/>
                </a:cubicBezTo>
                <a:cubicBezTo>
                  <a:pt x="10481582" y="67146"/>
                  <a:pt x="10480168" y="72318"/>
                  <a:pt x="10477341" y="75865"/>
                </a:cubicBezTo>
                <a:cubicBezTo>
                  <a:pt x="10474513" y="79412"/>
                  <a:pt x="10470445" y="81186"/>
                  <a:pt x="10465137" y="81186"/>
                </a:cubicBezTo>
                <a:cubicBezTo>
                  <a:pt x="10459878" y="81186"/>
                  <a:pt x="10455835" y="79412"/>
                  <a:pt x="10453007" y="75865"/>
                </a:cubicBezTo>
                <a:cubicBezTo>
                  <a:pt x="10450179" y="72318"/>
                  <a:pt x="10448766" y="67146"/>
                  <a:pt x="10448766" y="60350"/>
                </a:cubicBezTo>
                <a:cubicBezTo>
                  <a:pt x="10448766" y="53553"/>
                  <a:pt x="10450179" y="48381"/>
                  <a:pt x="10453007" y="44834"/>
                </a:cubicBezTo>
                <a:cubicBezTo>
                  <a:pt x="10455835" y="41287"/>
                  <a:pt x="10459903" y="39514"/>
                  <a:pt x="10465211" y="39514"/>
                </a:cubicBezTo>
                <a:close/>
                <a:moveTo>
                  <a:pt x="10373459" y="39514"/>
                </a:moveTo>
                <a:cubicBezTo>
                  <a:pt x="10377328" y="39514"/>
                  <a:pt x="10380355" y="40630"/>
                  <a:pt x="10382537" y="42862"/>
                </a:cubicBezTo>
                <a:cubicBezTo>
                  <a:pt x="10384720" y="45095"/>
                  <a:pt x="10385811" y="48171"/>
                  <a:pt x="10385811" y="52090"/>
                </a:cubicBezTo>
                <a:lnTo>
                  <a:pt x="10385811" y="80218"/>
                </a:lnTo>
                <a:lnTo>
                  <a:pt x="10380453" y="80218"/>
                </a:lnTo>
                <a:lnTo>
                  <a:pt x="10380453" y="52462"/>
                </a:lnTo>
                <a:cubicBezTo>
                  <a:pt x="10380453" y="49932"/>
                  <a:pt x="10379734" y="48009"/>
                  <a:pt x="10378295" y="46695"/>
                </a:cubicBezTo>
                <a:cubicBezTo>
                  <a:pt x="10376857" y="45380"/>
                  <a:pt x="10374774" y="44723"/>
                  <a:pt x="10372045" y="44723"/>
                </a:cubicBezTo>
                <a:cubicBezTo>
                  <a:pt x="10370060" y="44723"/>
                  <a:pt x="10368225" y="45033"/>
                  <a:pt x="10366538" y="45653"/>
                </a:cubicBezTo>
                <a:cubicBezTo>
                  <a:pt x="10364851" y="46273"/>
                  <a:pt x="10363214" y="47278"/>
                  <a:pt x="10361627" y="48667"/>
                </a:cubicBezTo>
                <a:lnTo>
                  <a:pt x="10361627" y="80218"/>
                </a:lnTo>
                <a:lnTo>
                  <a:pt x="10356269" y="80218"/>
                </a:lnTo>
                <a:lnTo>
                  <a:pt x="10356269" y="40481"/>
                </a:lnTo>
                <a:lnTo>
                  <a:pt x="10361255" y="40481"/>
                </a:lnTo>
                <a:lnTo>
                  <a:pt x="10361255" y="44723"/>
                </a:lnTo>
                <a:cubicBezTo>
                  <a:pt x="10364579" y="41250"/>
                  <a:pt x="10368646" y="39514"/>
                  <a:pt x="10373459" y="39514"/>
                </a:cubicBezTo>
                <a:close/>
                <a:moveTo>
                  <a:pt x="10331563" y="39514"/>
                </a:moveTo>
                <a:cubicBezTo>
                  <a:pt x="10336574" y="39514"/>
                  <a:pt x="10340469" y="41200"/>
                  <a:pt x="10343246" y="44574"/>
                </a:cubicBezTo>
                <a:cubicBezTo>
                  <a:pt x="10346024" y="47947"/>
                  <a:pt x="10347414" y="52635"/>
                  <a:pt x="10347414" y="58638"/>
                </a:cubicBezTo>
                <a:cubicBezTo>
                  <a:pt x="10347414" y="59829"/>
                  <a:pt x="10347339" y="60871"/>
                  <a:pt x="10347190" y="61764"/>
                </a:cubicBezTo>
                <a:lnTo>
                  <a:pt x="10320699" y="61764"/>
                </a:lnTo>
                <a:cubicBezTo>
                  <a:pt x="10320898" y="66476"/>
                  <a:pt x="10322051" y="70036"/>
                  <a:pt x="10324159" y="72442"/>
                </a:cubicBezTo>
                <a:cubicBezTo>
                  <a:pt x="10326267" y="74848"/>
                  <a:pt x="10329281" y="76051"/>
                  <a:pt x="10333201" y="76051"/>
                </a:cubicBezTo>
                <a:cubicBezTo>
                  <a:pt x="10336921" y="76051"/>
                  <a:pt x="10340344" y="75009"/>
                  <a:pt x="10343470" y="72926"/>
                </a:cubicBezTo>
                <a:lnTo>
                  <a:pt x="10345553" y="77242"/>
                </a:lnTo>
                <a:cubicBezTo>
                  <a:pt x="10344015" y="78482"/>
                  <a:pt x="10342143" y="79437"/>
                  <a:pt x="10339935" y="80107"/>
                </a:cubicBezTo>
                <a:cubicBezTo>
                  <a:pt x="10337727" y="80776"/>
                  <a:pt x="10335383" y="81111"/>
                  <a:pt x="10332903" y="81111"/>
                </a:cubicBezTo>
                <a:cubicBezTo>
                  <a:pt x="10327346" y="81111"/>
                  <a:pt x="10323019" y="79276"/>
                  <a:pt x="10319918" y="75605"/>
                </a:cubicBezTo>
                <a:cubicBezTo>
                  <a:pt x="10316817" y="71933"/>
                  <a:pt x="10315267" y="66849"/>
                  <a:pt x="10315267" y="60350"/>
                </a:cubicBezTo>
                <a:cubicBezTo>
                  <a:pt x="10315267" y="53801"/>
                  <a:pt x="10316705" y="48691"/>
                  <a:pt x="10319583" y="45020"/>
                </a:cubicBezTo>
                <a:cubicBezTo>
                  <a:pt x="10322461" y="41349"/>
                  <a:pt x="10326453" y="39514"/>
                  <a:pt x="10331563" y="39514"/>
                </a:cubicBezTo>
                <a:close/>
                <a:moveTo>
                  <a:pt x="10249634" y="39514"/>
                </a:moveTo>
                <a:cubicBezTo>
                  <a:pt x="10253503" y="39514"/>
                  <a:pt x="10256530" y="40630"/>
                  <a:pt x="10258712" y="42862"/>
                </a:cubicBezTo>
                <a:cubicBezTo>
                  <a:pt x="10260895" y="45095"/>
                  <a:pt x="10261986" y="48171"/>
                  <a:pt x="10261986" y="52090"/>
                </a:cubicBezTo>
                <a:lnTo>
                  <a:pt x="10261986" y="80218"/>
                </a:lnTo>
                <a:lnTo>
                  <a:pt x="10256628" y="80218"/>
                </a:lnTo>
                <a:lnTo>
                  <a:pt x="10256628" y="52462"/>
                </a:lnTo>
                <a:cubicBezTo>
                  <a:pt x="10256628" y="49932"/>
                  <a:pt x="10255909" y="48009"/>
                  <a:pt x="10254470" y="46695"/>
                </a:cubicBezTo>
                <a:cubicBezTo>
                  <a:pt x="10253032" y="45380"/>
                  <a:pt x="10250949" y="44723"/>
                  <a:pt x="10248220" y="44723"/>
                </a:cubicBezTo>
                <a:cubicBezTo>
                  <a:pt x="10246235" y="44723"/>
                  <a:pt x="10244400" y="45033"/>
                  <a:pt x="10242713" y="45653"/>
                </a:cubicBezTo>
                <a:cubicBezTo>
                  <a:pt x="10241026" y="46273"/>
                  <a:pt x="10239389" y="47278"/>
                  <a:pt x="10237802" y="48667"/>
                </a:cubicBezTo>
                <a:lnTo>
                  <a:pt x="10237802" y="80218"/>
                </a:lnTo>
                <a:lnTo>
                  <a:pt x="10232444" y="80218"/>
                </a:lnTo>
                <a:lnTo>
                  <a:pt x="10232444" y="40481"/>
                </a:lnTo>
                <a:lnTo>
                  <a:pt x="10237430" y="40481"/>
                </a:lnTo>
                <a:lnTo>
                  <a:pt x="10237430" y="44723"/>
                </a:lnTo>
                <a:cubicBezTo>
                  <a:pt x="10240754" y="41250"/>
                  <a:pt x="10244821" y="39514"/>
                  <a:pt x="10249634" y="39514"/>
                </a:cubicBezTo>
                <a:close/>
                <a:moveTo>
                  <a:pt x="10208036" y="39514"/>
                </a:moveTo>
                <a:cubicBezTo>
                  <a:pt x="10213295" y="39514"/>
                  <a:pt x="10217338" y="41287"/>
                  <a:pt x="10220166" y="44834"/>
                </a:cubicBezTo>
                <a:cubicBezTo>
                  <a:pt x="10222993" y="48381"/>
                  <a:pt x="10224407" y="53553"/>
                  <a:pt x="10224407" y="60350"/>
                </a:cubicBezTo>
                <a:cubicBezTo>
                  <a:pt x="10224407" y="67146"/>
                  <a:pt x="10222993" y="72318"/>
                  <a:pt x="10220166" y="75865"/>
                </a:cubicBezTo>
                <a:cubicBezTo>
                  <a:pt x="10217338" y="79412"/>
                  <a:pt x="10213270" y="81186"/>
                  <a:pt x="10207962" y="81186"/>
                </a:cubicBezTo>
                <a:cubicBezTo>
                  <a:pt x="10202703" y="81186"/>
                  <a:pt x="10198660" y="79412"/>
                  <a:pt x="10195832" y="75865"/>
                </a:cubicBezTo>
                <a:cubicBezTo>
                  <a:pt x="10193004" y="72318"/>
                  <a:pt x="10191591" y="67146"/>
                  <a:pt x="10191591" y="60350"/>
                </a:cubicBezTo>
                <a:cubicBezTo>
                  <a:pt x="10191591" y="53553"/>
                  <a:pt x="10193004" y="48381"/>
                  <a:pt x="10195832" y="44834"/>
                </a:cubicBezTo>
                <a:cubicBezTo>
                  <a:pt x="10198660" y="41287"/>
                  <a:pt x="10202728" y="39514"/>
                  <a:pt x="10208036" y="39514"/>
                </a:cubicBezTo>
                <a:close/>
                <a:moveTo>
                  <a:pt x="10170457" y="39514"/>
                </a:moveTo>
                <a:cubicBezTo>
                  <a:pt x="10172342" y="39514"/>
                  <a:pt x="10174277" y="39799"/>
                  <a:pt x="10176261" y="40370"/>
                </a:cubicBezTo>
                <a:cubicBezTo>
                  <a:pt x="10178246" y="40940"/>
                  <a:pt x="10180056" y="41721"/>
                  <a:pt x="10181694" y="42714"/>
                </a:cubicBezTo>
                <a:lnTo>
                  <a:pt x="10179610" y="47104"/>
                </a:lnTo>
                <a:cubicBezTo>
                  <a:pt x="10176386" y="45368"/>
                  <a:pt x="10173285" y="44499"/>
                  <a:pt x="10170308" y="44499"/>
                </a:cubicBezTo>
                <a:cubicBezTo>
                  <a:pt x="10166686" y="44499"/>
                  <a:pt x="10163859" y="45839"/>
                  <a:pt x="10161825" y="48518"/>
                </a:cubicBezTo>
                <a:cubicBezTo>
                  <a:pt x="10159791" y="51197"/>
                  <a:pt x="10158774" y="54942"/>
                  <a:pt x="10158774" y="59754"/>
                </a:cubicBezTo>
                <a:cubicBezTo>
                  <a:pt x="10158774" y="65112"/>
                  <a:pt x="10159829" y="69168"/>
                  <a:pt x="10161937" y="71921"/>
                </a:cubicBezTo>
                <a:cubicBezTo>
                  <a:pt x="10164045" y="74674"/>
                  <a:pt x="10167158" y="76051"/>
                  <a:pt x="10171276" y="76051"/>
                </a:cubicBezTo>
                <a:cubicBezTo>
                  <a:pt x="10174351" y="76051"/>
                  <a:pt x="10177303" y="75208"/>
                  <a:pt x="10180131" y="73521"/>
                </a:cubicBezTo>
                <a:lnTo>
                  <a:pt x="10182140" y="77837"/>
                </a:lnTo>
                <a:cubicBezTo>
                  <a:pt x="10180751" y="78879"/>
                  <a:pt x="10179065" y="79685"/>
                  <a:pt x="10177080" y="80255"/>
                </a:cubicBezTo>
                <a:cubicBezTo>
                  <a:pt x="10175095" y="80826"/>
                  <a:pt x="10173012" y="81111"/>
                  <a:pt x="10170829" y="81111"/>
                </a:cubicBezTo>
                <a:cubicBezTo>
                  <a:pt x="10165272" y="81111"/>
                  <a:pt x="10160945" y="79276"/>
                  <a:pt x="10157844" y="75605"/>
                </a:cubicBezTo>
                <a:cubicBezTo>
                  <a:pt x="10154743" y="71933"/>
                  <a:pt x="10153193" y="66799"/>
                  <a:pt x="10153193" y="60201"/>
                </a:cubicBezTo>
                <a:cubicBezTo>
                  <a:pt x="10153193" y="56083"/>
                  <a:pt x="10153913" y="52462"/>
                  <a:pt x="10155351" y="49336"/>
                </a:cubicBezTo>
                <a:cubicBezTo>
                  <a:pt x="10156789" y="46211"/>
                  <a:pt x="10158811" y="43793"/>
                  <a:pt x="10161416" y="42081"/>
                </a:cubicBezTo>
                <a:cubicBezTo>
                  <a:pt x="10164020" y="40370"/>
                  <a:pt x="10167034" y="39514"/>
                  <a:pt x="10170457" y="39514"/>
                </a:cubicBezTo>
                <a:close/>
                <a:moveTo>
                  <a:pt x="10036288" y="39514"/>
                </a:moveTo>
                <a:cubicBezTo>
                  <a:pt x="10041299" y="39514"/>
                  <a:pt x="10045194" y="41200"/>
                  <a:pt x="10047971" y="44574"/>
                </a:cubicBezTo>
                <a:cubicBezTo>
                  <a:pt x="10050749" y="47947"/>
                  <a:pt x="10052139" y="52635"/>
                  <a:pt x="10052139" y="58638"/>
                </a:cubicBezTo>
                <a:cubicBezTo>
                  <a:pt x="10052139" y="59829"/>
                  <a:pt x="10052064" y="60871"/>
                  <a:pt x="10051915" y="61764"/>
                </a:cubicBezTo>
                <a:lnTo>
                  <a:pt x="10025424" y="61764"/>
                </a:lnTo>
                <a:cubicBezTo>
                  <a:pt x="10025623" y="66476"/>
                  <a:pt x="10026776" y="70036"/>
                  <a:pt x="10028884" y="72442"/>
                </a:cubicBezTo>
                <a:cubicBezTo>
                  <a:pt x="10030992" y="74848"/>
                  <a:pt x="10034006" y="76051"/>
                  <a:pt x="10037926" y="76051"/>
                </a:cubicBezTo>
                <a:cubicBezTo>
                  <a:pt x="10041646" y="76051"/>
                  <a:pt x="10045069" y="75009"/>
                  <a:pt x="10048195" y="72926"/>
                </a:cubicBezTo>
                <a:lnTo>
                  <a:pt x="10050278" y="77242"/>
                </a:lnTo>
                <a:cubicBezTo>
                  <a:pt x="10048740" y="78482"/>
                  <a:pt x="10046868" y="79437"/>
                  <a:pt x="10044660" y="80107"/>
                </a:cubicBezTo>
                <a:cubicBezTo>
                  <a:pt x="10042452" y="80776"/>
                  <a:pt x="10040108" y="81111"/>
                  <a:pt x="10037628" y="81111"/>
                </a:cubicBezTo>
                <a:cubicBezTo>
                  <a:pt x="10032071" y="81111"/>
                  <a:pt x="10027744" y="79276"/>
                  <a:pt x="10024643" y="75605"/>
                </a:cubicBezTo>
                <a:cubicBezTo>
                  <a:pt x="10021542" y="71933"/>
                  <a:pt x="10019992" y="66849"/>
                  <a:pt x="10019992" y="60350"/>
                </a:cubicBezTo>
                <a:cubicBezTo>
                  <a:pt x="10019992" y="53801"/>
                  <a:pt x="10021430" y="48691"/>
                  <a:pt x="10024308" y="45020"/>
                </a:cubicBezTo>
                <a:cubicBezTo>
                  <a:pt x="10027186" y="41349"/>
                  <a:pt x="10031178" y="39514"/>
                  <a:pt x="10036288" y="39514"/>
                </a:cubicBezTo>
                <a:close/>
                <a:moveTo>
                  <a:pt x="9972739" y="39514"/>
                </a:moveTo>
                <a:cubicBezTo>
                  <a:pt x="9977451" y="39514"/>
                  <a:pt x="9981123" y="41374"/>
                  <a:pt x="9983752" y="45095"/>
                </a:cubicBezTo>
                <a:cubicBezTo>
                  <a:pt x="9986381" y="48816"/>
                  <a:pt x="9987696" y="54000"/>
                  <a:pt x="9987696" y="60647"/>
                </a:cubicBezTo>
                <a:cubicBezTo>
                  <a:pt x="9987696" y="67097"/>
                  <a:pt x="9986295" y="72132"/>
                  <a:pt x="9983492" y="75753"/>
                </a:cubicBezTo>
                <a:cubicBezTo>
                  <a:pt x="9980688" y="79375"/>
                  <a:pt x="9976807" y="81186"/>
                  <a:pt x="9971846" y="81186"/>
                </a:cubicBezTo>
                <a:cubicBezTo>
                  <a:pt x="9969812" y="81186"/>
                  <a:pt x="9967915" y="80789"/>
                  <a:pt x="9966153" y="79995"/>
                </a:cubicBezTo>
                <a:cubicBezTo>
                  <a:pt x="9964392" y="79201"/>
                  <a:pt x="9962866" y="78085"/>
                  <a:pt x="9961577" y="76646"/>
                </a:cubicBezTo>
                <a:lnTo>
                  <a:pt x="9961577" y="95622"/>
                </a:lnTo>
                <a:lnTo>
                  <a:pt x="9956219" y="95622"/>
                </a:lnTo>
                <a:lnTo>
                  <a:pt x="9956219" y="40481"/>
                </a:lnTo>
                <a:lnTo>
                  <a:pt x="9961205" y="40481"/>
                </a:lnTo>
                <a:lnTo>
                  <a:pt x="9961205" y="45541"/>
                </a:lnTo>
                <a:cubicBezTo>
                  <a:pt x="9962544" y="43557"/>
                  <a:pt x="9964194" y="42056"/>
                  <a:pt x="9966153" y="41039"/>
                </a:cubicBezTo>
                <a:cubicBezTo>
                  <a:pt x="9968112" y="40022"/>
                  <a:pt x="9970308" y="39514"/>
                  <a:pt x="9972739" y="39514"/>
                </a:cubicBezTo>
                <a:close/>
                <a:moveTo>
                  <a:pt x="9893413" y="39514"/>
                </a:moveTo>
                <a:cubicBezTo>
                  <a:pt x="9898424" y="39514"/>
                  <a:pt x="9902319" y="41200"/>
                  <a:pt x="9905096" y="44574"/>
                </a:cubicBezTo>
                <a:cubicBezTo>
                  <a:pt x="9907874" y="47947"/>
                  <a:pt x="9909264" y="52635"/>
                  <a:pt x="9909264" y="58638"/>
                </a:cubicBezTo>
                <a:cubicBezTo>
                  <a:pt x="9909264" y="59829"/>
                  <a:pt x="9909189" y="60871"/>
                  <a:pt x="9909040" y="61764"/>
                </a:cubicBezTo>
                <a:lnTo>
                  <a:pt x="9882549" y="61764"/>
                </a:lnTo>
                <a:cubicBezTo>
                  <a:pt x="9882748" y="66476"/>
                  <a:pt x="9883901" y="70036"/>
                  <a:pt x="9886009" y="72442"/>
                </a:cubicBezTo>
                <a:cubicBezTo>
                  <a:pt x="9888117" y="74848"/>
                  <a:pt x="9891131" y="76051"/>
                  <a:pt x="9895051" y="76051"/>
                </a:cubicBezTo>
                <a:cubicBezTo>
                  <a:pt x="9898771" y="76051"/>
                  <a:pt x="9902194" y="75009"/>
                  <a:pt x="9905320" y="72926"/>
                </a:cubicBezTo>
                <a:lnTo>
                  <a:pt x="9907403" y="77242"/>
                </a:lnTo>
                <a:cubicBezTo>
                  <a:pt x="9905865" y="78482"/>
                  <a:pt x="9903993" y="79437"/>
                  <a:pt x="9901785" y="80107"/>
                </a:cubicBezTo>
                <a:cubicBezTo>
                  <a:pt x="9899577" y="80776"/>
                  <a:pt x="9897233" y="81111"/>
                  <a:pt x="9894753" y="81111"/>
                </a:cubicBezTo>
                <a:cubicBezTo>
                  <a:pt x="9889196" y="81111"/>
                  <a:pt x="9884869" y="79276"/>
                  <a:pt x="9881768" y="75605"/>
                </a:cubicBezTo>
                <a:cubicBezTo>
                  <a:pt x="9878667" y="71933"/>
                  <a:pt x="9877117" y="66849"/>
                  <a:pt x="9877117" y="60350"/>
                </a:cubicBezTo>
                <a:cubicBezTo>
                  <a:pt x="9877117" y="53801"/>
                  <a:pt x="9878555" y="48691"/>
                  <a:pt x="9881433" y="45020"/>
                </a:cubicBezTo>
                <a:cubicBezTo>
                  <a:pt x="9884311" y="41349"/>
                  <a:pt x="9888303" y="39514"/>
                  <a:pt x="9893413" y="39514"/>
                </a:cubicBezTo>
                <a:close/>
                <a:moveTo>
                  <a:pt x="9836263" y="39514"/>
                </a:moveTo>
                <a:cubicBezTo>
                  <a:pt x="9841274" y="39514"/>
                  <a:pt x="9845169" y="41200"/>
                  <a:pt x="9847946" y="44574"/>
                </a:cubicBezTo>
                <a:cubicBezTo>
                  <a:pt x="9850724" y="47947"/>
                  <a:pt x="9852114" y="52635"/>
                  <a:pt x="9852114" y="58638"/>
                </a:cubicBezTo>
                <a:cubicBezTo>
                  <a:pt x="9852114" y="59829"/>
                  <a:pt x="9852039" y="60871"/>
                  <a:pt x="9851890" y="61764"/>
                </a:cubicBezTo>
                <a:lnTo>
                  <a:pt x="9825399" y="61764"/>
                </a:lnTo>
                <a:cubicBezTo>
                  <a:pt x="9825598" y="66476"/>
                  <a:pt x="9826751" y="70036"/>
                  <a:pt x="9828859" y="72442"/>
                </a:cubicBezTo>
                <a:cubicBezTo>
                  <a:pt x="9830967" y="74848"/>
                  <a:pt x="9833981" y="76051"/>
                  <a:pt x="9837901" y="76051"/>
                </a:cubicBezTo>
                <a:cubicBezTo>
                  <a:pt x="9841621" y="76051"/>
                  <a:pt x="9845044" y="75009"/>
                  <a:pt x="9848170" y="72926"/>
                </a:cubicBezTo>
                <a:lnTo>
                  <a:pt x="9850253" y="77242"/>
                </a:lnTo>
                <a:cubicBezTo>
                  <a:pt x="9848715" y="78482"/>
                  <a:pt x="9846843" y="79437"/>
                  <a:pt x="9844635" y="80107"/>
                </a:cubicBezTo>
                <a:cubicBezTo>
                  <a:pt x="9842427" y="80776"/>
                  <a:pt x="9840083" y="81111"/>
                  <a:pt x="9837603" y="81111"/>
                </a:cubicBezTo>
                <a:cubicBezTo>
                  <a:pt x="9832046" y="81111"/>
                  <a:pt x="9827719" y="79276"/>
                  <a:pt x="9824618" y="75605"/>
                </a:cubicBezTo>
                <a:cubicBezTo>
                  <a:pt x="9821517" y="71933"/>
                  <a:pt x="9819967" y="66849"/>
                  <a:pt x="9819967" y="60350"/>
                </a:cubicBezTo>
                <a:cubicBezTo>
                  <a:pt x="9819967" y="53801"/>
                  <a:pt x="9821405" y="48691"/>
                  <a:pt x="9824283" y="45020"/>
                </a:cubicBezTo>
                <a:cubicBezTo>
                  <a:pt x="9827161" y="41349"/>
                  <a:pt x="9831153" y="39514"/>
                  <a:pt x="9836263" y="39514"/>
                </a:cubicBezTo>
                <a:close/>
                <a:moveTo>
                  <a:pt x="9636536" y="39514"/>
                </a:moveTo>
                <a:cubicBezTo>
                  <a:pt x="9641795" y="39514"/>
                  <a:pt x="9645838" y="41287"/>
                  <a:pt x="9648666" y="44834"/>
                </a:cubicBezTo>
                <a:cubicBezTo>
                  <a:pt x="9651493" y="48381"/>
                  <a:pt x="9652907" y="53553"/>
                  <a:pt x="9652907" y="60350"/>
                </a:cubicBezTo>
                <a:cubicBezTo>
                  <a:pt x="9652907" y="67146"/>
                  <a:pt x="9651493" y="72318"/>
                  <a:pt x="9648666" y="75865"/>
                </a:cubicBezTo>
                <a:cubicBezTo>
                  <a:pt x="9645838" y="79412"/>
                  <a:pt x="9641770" y="81186"/>
                  <a:pt x="9636462" y="81186"/>
                </a:cubicBezTo>
                <a:cubicBezTo>
                  <a:pt x="9631203" y="81186"/>
                  <a:pt x="9627160" y="79412"/>
                  <a:pt x="9624332" y="75865"/>
                </a:cubicBezTo>
                <a:cubicBezTo>
                  <a:pt x="9621504" y="72318"/>
                  <a:pt x="9620091" y="67146"/>
                  <a:pt x="9620091" y="60350"/>
                </a:cubicBezTo>
                <a:cubicBezTo>
                  <a:pt x="9620091" y="53553"/>
                  <a:pt x="9621504" y="48381"/>
                  <a:pt x="9624332" y="44834"/>
                </a:cubicBezTo>
                <a:cubicBezTo>
                  <a:pt x="9627160" y="41287"/>
                  <a:pt x="9631228" y="39514"/>
                  <a:pt x="9636536" y="39514"/>
                </a:cubicBezTo>
                <a:close/>
                <a:moveTo>
                  <a:pt x="9348703" y="39514"/>
                </a:moveTo>
                <a:cubicBezTo>
                  <a:pt x="9352969" y="39514"/>
                  <a:pt x="9356404" y="40580"/>
                  <a:pt x="9359009" y="42714"/>
                </a:cubicBezTo>
                <a:cubicBezTo>
                  <a:pt x="9361613" y="44847"/>
                  <a:pt x="9362916" y="47972"/>
                  <a:pt x="9362916" y="52090"/>
                </a:cubicBezTo>
                <a:lnTo>
                  <a:pt x="9362916" y="80218"/>
                </a:lnTo>
                <a:lnTo>
                  <a:pt x="9357930" y="80218"/>
                </a:lnTo>
                <a:lnTo>
                  <a:pt x="9357930" y="75381"/>
                </a:lnTo>
                <a:cubicBezTo>
                  <a:pt x="9355350" y="79152"/>
                  <a:pt x="9351357" y="81037"/>
                  <a:pt x="9345949" y="81037"/>
                </a:cubicBezTo>
                <a:cubicBezTo>
                  <a:pt x="9342030" y="81037"/>
                  <a:pt x="9338967" y="79995"/>
                  <a:pt x="9336759" y="77911"/>
                </a:cubicBezTo>
                <a:cubicBezTo>
                  <a:pt x="9334551" y="75828"/>
                  <a:pt x="9333448" y="72926"/>
                  <a:pt x="9333448" y="69205"/>
                </a:cubicBezTo>
                <a:cubicBezTo>
                  <a:pt x="9333448" y="64492"/>
                  <a:pt x="9335407" y="61007"/>
                  <a:pt x="9339326" y="58750"/>
                </a:cubicBezTo>
                <a:cubicBezTo>
                  <a:pt x="9343246" y="56493"/>
                  <a:pt x="9349322" y="55339"/>
                  <a:pt x="9357558" y="55290"/>
                </a:cubicBezTo>
                <a:lnTo>
                  <a:pt x="9357558" y="52536"/>
                </a:lnTo>
                <a:cubicBezTo>
                  <a:pt x="9357558" y="49957"/>
                  <a:pt x="9356752" y="47985"/>
                  <a:pt x="9355139" y="46620"/>
                </a:cubicBezTo>
                <a:cubicBezTo>
                  <a:pt x="9353527" y="45256"/>
                  <a:pt x="9351183" y="44574"/>
                  <a:pt x="9348107" y="44574"/>
                </a:cubicBezTo>
                <a:cubicBezTo>
                  <a:pt x="9344883" y="44574"/>
                  <a:pt x="9341758" y="45293"/>
                  <a:pt x="9338731" y="46732"/>
                </a:cubicBezTo>
                <a:lnTo>
                  <a:pt x="9337317" y="42193"/>
                </a:lnTo>
                <a:cubicBezTo>
                  <a:pt x="9340839" y="40407"/>
                  <a:pt x="9344634" y="39514"/>
                  <a:pt x="9348703" y="39514"/>
                </a:cubicBezTo>
                <a:close/>
                <a:moveTo>
                  <a:pt x="9315514" y="39514"/>
                </a:moveTo>
                <a:cubicBezTo>
                  <a:pt x="9320226" y="39514"/>
                  <a:pt x="9323898" y="41374"/>
                  <a:pt x="9326527" y="45095"/>
                </a:cubicBezTo>
                <a:cubicBezTo>
                  <a:pt x="9329156" y="48816"/>
                  <a:pt x="9330471" y="54000"/>
                  <a:pt x="9330471" y="60647"/>
                </a:cubicBezTo>
                <a:cubicBezTo>
                  <a:pt x="9330471" y="67097"/>
                  <a:pt x="9329070" y="72132"/>
                  <a:pt x="9326267" y="75753"/>
                </a:cubicBezTo>
                <a:cubicBezTo>
                  <a:pt x="9323463" y="79375"/>
                  <a:pt x="9319582" y="81186"/>
                  <a:pt x="9314621" y="81186"/>
                </a:cubicBezTo>
                <a:cubicBezTo>
                  <a:pt x="9312587" y="81186"/>
                  <a:pt x="9310690" y="80789"/>
                  <a:pt x="9308928" y="79995"/>
                </a:cubicBezTo>
                <a:cubicBezTo>
                  <a:pt x="9307167" y="79201"/>
                  <a:pt x="9305641" y="78085"/>
                  <a:pt x="9304352" y="76646"/>
                </a:cubicBezTo>
                <a:lnTo>
                  <a:pt x="9304352" y="95622"/>
                </a:lnTo>
                <a:lnTo>
                  <a:pt x="9298994" y="95622"/>
                </a:lnTo>
                <a:lnTo>
                  <a:pt x="9298994" y="40481"/>
                </a:lnTo>
                <a:lnTo>
                  <a:pt x="9303980" y="40481"/>
                </a:lnTo>
                <a:lnTo>
                  <a:pt x="9303980" y="45541"/>
                </a:lnTo>
                <a:cubicBezTo>
                  <a:pt x="9305319" y="43557"/>
                  <a:pt x="9306969" y="42056"/>
                  <a:pt x="9308928" y="41039"/>
                </a:cubicBezTo>
                <a:cubicBezTo>
                  <a:pt x="9310887" y="40022"/>
                  <a:pt x="9313083" y="39514"/>
                  <a:pt x="9315514" y="39514"/>
                </a:cubicBezTo>
                <a:close/>
                <a:moveTo>
                  <a:pt x="9249509" y="39514"/>
                </a:moveTo>
                <a:cubicBezTo>
                  <a:pt x="9253378" y="39514"/>
                  <a:pt x="9256405" y="40630"/>
                  <a:pt x="9258587" y="42862"/>
                </a:cubicBezTo>
                <a:cubicBezTo>
                  <a:pt x="9260770" y="45095"/>
                  <a:pt x="9261861" y="48171"/>
                  <a:pt x="9261861" y="52090"/>
                </a:cubicBezTo>
                <a:lnTo>
                  <a:pt x="9261861" y="80218"/>
                </a:lnTo>
                <a:lnTo>
                  <a:pt x="9256503" y="80218"/>
                </a:lnTo>
                <a:lnTo>
                  <a:pt x="9256503" y="52462"/>
                </a:lnTo>
                <a:cubicBezTo>
                  <a:pt x="9256503" y="49932"/>
                  <a:pt x="9255784" y="48009"/>
                  <a:pt x="9254345" y="46695"/>
                </a:cubicBezTo>
                <a:cubicBezTo>
                  <a:pt x="9252907" y="45380"/>
                  <a:pt x="9250824" y="44723"/>
                  <a:pt x="9248095" y="44723"/>
                </a:cubicBezTo>
                <a:cubicBezTo>
                  <a:pt x="9246110" y="44723"/>
                  <a:pt x="9244275" y="45033"/>
                  <a:pt x="9242588" y="45653"/>
                </a:cubicBezTo>
                <a:cubicBezTo>
                  <a:pt x="9240901" y="46273"/>
                  <a:pt x="9239264" y="47278"/>
                  <a:pt x="9237677" y="48667"/>
                </a:cubicBezTo>
                <a:lnTo>
                  <a:pt x="9237677" y="80218"/>
                </a:lnTo>
                <a:lnTo>
                  <a:pt x="9232319" y="80218"/>
                </a:lnTo>
                <a:lnTo>
                  <a:pt x="9232319" y="40481"/>
                </a:lnTo>
                <a:lnTo>
                  <a:pt x="9237305" y="40481"/>
                </a:lnTo>
                <a:lnTo>
                  <a:pt x="9237305" y="44723"/>
                </a:lnTo>
                <a:cubicBezTo>
                  <a:pt x="9240629" y="41250"/>
                  <a:pt x="9244696" y="39514"/>
                  <a:pt x="9249509" y="39514"/>
                </a:cubicBezTo>
                <a:close/>
                <a:moveTo>
                  <a:pt x="9141236" y="39514"/>
                </a:moveTo>
                <a:cubicBezTo>
                  <a:pt x="9146495" y="39514"/>
                  <a:pt x="9150538" y="41287"/>
                  <a:pt x="9153366" y="44834"/>
                </a:cubicBezTo>
                <a:cubicBezTo>
                  <a:pt x="9156193" y="48381"/>
                  <a:pt x="9157607" y="53553"/>
                  <a:pt x="9157607" y="60350"/>
                </a:cubicBezTo>
                <a:cubicBezTo>
                  <a:pt x="9157607" y="67146"/>
                  <a:pt x="9156193" y="72318"/>
                  <a:pt x="9153366" y="75865"/>
                </a:cubicBezTo>
                <a:cubicBezTo>
                  <a:pt x="9150538" y="79412"/>
                  <a:pt x="9146470" y="81186"/>
                  <a:pt x="9141162" y="81186"/>
                </a:cubicBezTo>
                <a:cubicBezTo>
                  <a:pt x="9135903" y="81186"/>
                  <a:pt x="9131860" y="79412"/>
                  <a:pt x="9129032" y="75865"/>
                </a:cubicBezTo>
                <a:cubicBezTo>
                  <a:pt x="9126204" y="72318"/>
                  <a:pt x="9124791" y="67146"/>
                  <a:pt x="9124791" y="60350"/>
                </a:cubicBezTo>
                <a:cubicBezTo>
                  <a:pt x="9124791" y="53553"/>
                  <a:pt x="9126204" y="48381"/>
                  <a:pt x="9129032" y="44834"/>
                </a:cubicBezTo>
                <a:cubicBezTo>
                  <a:pt x="9131860" y="41287"/>
                  <a:pt x="9135928" y="39514"/>
                  <a:pt x="9141236" y="39514"/>
                </a:cubicBezTo>
                <a:close/>
                <a:moveTo>
                  <a:pt x="9083788" y="39514"/>
                </a:moveTo>
                <a:cubicBezTo>
                  <a:pt x="9088799" y="39514"/>
                  <a:pt x="9092694" y="41200"/>
                  <a:pt x="9095471" y="44574"/>
                </a:cubicBezTo>
                <a:cubicBezTo>
                  <a:pt x="9098249" y="47947"/>
                  <a:pt x="9099639" y="52635"/>
                  <a:pt x="9099639" y="58638"/>
                </a:cubicBezTo>
                <a:cubicBezTo>
                  <a:pt x="9099639" y="59829"/>
                  <a:pt x="9099564" y="60871"/>
                  <a:pt x="9099415" y="61764"/>
                </a:cubicBezTo>
                <a:lnTo>
                  <a:pt x="9072924" y="61764"/>
                </a:lnTo>
                <a:cubicBezTo>
                  <a:pt x="9073123" y="66476"/>
                  <a:pt x="9074276" y="70036"/>
                  <a:pt x="9076384" y="72442"/>
                </a:cubicBezTo>
                <a:cubicBezTo>
                  <a:pt x="9078492" y="74848"/>
                  <a:pt x="9081506" y="76051"/>
                  <a:pt x="9085426" y="76051"/>
                </a:cubicBezTo>
                <a:cubicBezTo>
                  <a:pt x="9089146" y="76051"/>
                  <a:pt x="9092569" y="75009"/>
                  <a:pt x="9095695" y="72926"/>
                </a:cubicBezTo>
                <a:lnTo>
                  <a:pt x="9097778" y="77242"/>
                </a:lnTo>
                <a:cubicBezTo>
                  <a:pt x="9096240" y="78482"/>
                  <a:pt x="9094368" y="79437"/>
                  <a:pt x="9092160" y="80107"/>
                </a:cubicBezTo>
                <a:cubicBezTo>
                  <a:pt x="9089952" y="80776"/>
                  <a:pt x="9087608" y="81111"/>
                  <a:pt x="9085128" y="81111"/>
                </a:cubicBezTo>
                <a:cubicBezTo>
                  <a:pt x="9079571" y="81111"/>
                  <a:pt x="9075244" y="79276"/>
                  <a:pt x="9072143" y="75605"/>
                </a:cubicBezTo>
                <a:cubicBezTo>
                  <a:pt x="9069042" y="71933"/>
                  <a:pt x="9067492" y="66849"/>
                  <a:pt x="9067492" y="60350"/>
                </a:cubicBezTo>
                <a:cubicBezTo>
                  <a:pt x="9067492" y="53801"/>
                  <a:pt x="9068930" y="48691"/>
                  <a:pt x="9071808" y="45020"/>
                </a:cubicBezTo>
                <a:cubicBezTo>
                  <a:pt x="9074686" y="41349"/>
                  <a:pt x="9078678" y="39514"/>
                  <a:pt x="9083788" y="39514"/>
                </a:cubicBezTo>
                <a:close/>
                <a:moveTo>
                  <a:pt x="9026936" y="39514"/>
                </a:moveTo>
                <a:cubicBezTo>
                  <a:pt x="9032195" y="39514"/>
                  <a:pt x="9036238" y="41287"/>
                  <a:pt x="9039066" y="44834"/>
                </a:cubicBezTo>
                <a:cubicBezTo>
                  <a:pt x="9041893" y="48381"/>
                  <a:pt x="9043307" y="53553"/>
                  <a:pt x="9043307" y="60350"/>
                </a:cubicBezTo>
                <a:cubicBezTo>
                  <a:pt x="9043307" y="67146"/>
                  <a:pt x="9041893" y="72318"/>
                  <a:pt x="9039066" y="75865"/>
                </a:cubicBezTo>
                <a:cubicBezTo>
                  <a:pt x="9036238" y="79412"/>
                  <a:pt x="9032170" y="81186"/>
                  <a:pt x="9026862" y="81186"/>
                </a:cubicBezTo>
                <a:cubicBezTo>
                  <a:pt x="9021603" y="81186"/>
                  <a:pt x="9017560" y="79412"/>
                  <a:pt x="9014732" y="75865"/>
                </a:cubicBezTo>
                <a:cubicBezTo>
                  <a:pt x="9011904" y="72318"/>
                  <a:pt x="9010491" y="67146"/>
                  <a:pt x="9010491" y="60350"/>
                </a:cubicBezTo>
                <a:cubicBezTo>
                  <a:pt x="9010491" y="53553"/>
                  <a:pt x="9011904" y="48381"/>
                  <a:pt x="9014732" y="44834"/>
                </a:cubicBezTo>
                <a:cubicBezTo>
                  <a:pt x="9017560" y="41287"/>
                  <a:pt x="9021628" y="39514"/>
                  <a:pt x="9026936" y="39514"/>
                </a:cubicBezTo>
                <a:close/>
                <a:moveTo>
                  <a:pt x="8858984" y="39514"/>
                </a:moveTo>
                <a:cubicBezTo>
                  <a:pt x="8862853" y="39514"/>
                  <a:pt x="8865880" y="40630"/>
                  <a:pt x="8868062" y="42862"/>
                </a:cubicBezTo>
                <a:cubicBezTo>
                  <a:pt x="8870245" y="45095"/>
                  <a:pt x="8871336" y="48171"/>
                  <a:pt x="8871336" y="52090"/>
                </a:cubicBezTo>
                <a:lnTo>
                  <a:pt x="8871336" y="80218"/>
                </a:lnTo>
                <a:lnTo>
                  <a:pt x="8865978" y="80218"/>
                </a:lnTo>
                <a:lnTo>
                  <a:pt x="8865978" y="52462"/>
                </a:lnTo>
                <a:cubicBezTo>
                  <a:pt x="8865978" y="49932"/>
                  <a:pt x="8865259" y="48009"/>
                  <a:pt x="8863820" y="46695"/>
                </a:cubicBezTo>
                <a:cubicBezTo>
                  <a:pt x="8862382" y="45380"/>
                  <a:pt x="8860299" y="44723"/>
                  <a:pt x="8857570" y="44723"/>
                </a:cubicBezTo>
                <a:cubicBezTo>
                  <a:pt x="8855585" y="44723"/>
                  <a:pt x="8853750" y="45033"/>
                  <a:pt x="8852063" y="45653"/>
                </a:cubicBezTo>
                <a:cubicBezTo>
                  <a:pt x="8850376" y="46273"/>
                  <a:pt x="8848739" y="47278"/>
                  <a:pt x="8847152" y="48667"/>
                </a:cubicBezTo>
                <a:lnTo>
                  <a:pt x="8847152" y="80218"/>
                </a:lnTo>
                <a:lnTo>
                  <a:pt x="8841794" y="80218"/>
                </a:lnTo>
                <a:lnTo>
                  <a:pt x="8841794" y="40481"/>
                </a:lnTo>
                <a:lnTo>
                  <a:pt x="8846780" y="40481"/>
                </a:lnTo>
                <a:lnTo>
                  <a:pt x="8846780" y="44723"/>
                </a:lnTo>
                <a:cubicBezTo>
                  <a:pt x="8850104" y="41250"/>
                  <a:pt x="8854171" y="39514"/>
                  <a:pt x="8858984" y="39514"/>
                </a:cubicBezTo>
                <a:close/>
                <a:moveTo>
                  <a:pt x="8740888" y="39514"/>
                </a:moveTo>
                <a:cubicBezTo>
                  <a:pt x="8745899" y="39514"/>
                  <a:pt x="8749794" y="41200"/>
                  <a:pt x="8752571" y="44574"/>
                </a:cubicBezTo>
                <a:cubicBezTo>
                  <a:pt x="8755349" y="47947"/>
                  <a:pt x="8756739" y="52635"/>
                  <a:pt x="8756739" y="58638"/>
                </a:cubicBezTo>
                <a:cubicBezTo>
                  <a:pt x="8756739" y="59829"/>
                  <a:pt x="8756664" y="60871"/>
                  <a:pt x="8756515" y="61764"/>
                </a:cubicBezTo>
                <a:lnTo>
                  <a:pt x="8730024" y="61764"/>
                </a:lnTo>
                <a:cubicBezTo>
                  <a:pt x="8730223" y="66476"/>
                  <a:pt x="8731376" y="70036"/>
                  <a:pt x="8733484" y="72442"/>
                </a:cubicBezTo>
                <a:cubicBezTo>
                  <a:pt x="8735592" y="74848"/>
                  <a:pt x="8738606" y="76051"/>
                  <a:pt x="8742526" y="76051"/>
                </a:cubicBezTo>
                <a:cubicBezTo>
                  <a:pt x="8746246" y="76051"/>
                  <a:pt x="8749669" y="75009"/>
                  <a:pt x="8752795" y="72926"/>
                </a:cubicBezTo>
                <a:lnTo>
                  <a:pt x="8754878" y="77242"/>
                </a:lnTo>
                <a:cubicBezTo>
                  <a:pt x="8753340" y="78482"/>
                  <a:pt x="8751468" y="79437"/>
                  <a:pt x="8749260" y="80107"/>
                </a:cubicBezTo>
                <a:cubicBezTo>
                  <a:pt x="8747052" y="80776"/>
                  <a:pt x="8744708" y="81111"/>
                  <a:pt x="8742228" y="81111"/>
                </a:cubicBezTo>
                <a:cubicBezTo>
                  <a:pt x="8736671" y="81111"/>
                  <a:pt x="8732344" y="79276"/>
                  <a:pt x="8729243" y="75605"/>
                </a:cubicBezTo>
                <a:cubicBezTo>
                  <a:pt x="8726142" y="71933"/>
                  <a:pt x="8724592" y="66849"/>
                  <a:pt x="8724592" y="60350"/>
                </a:cubicBezTo>
                <a:cubicBezTo>
                  <a:pt x="8724592" y="53801"/>
                  <a:pt x="8726030" y="48691"/>
                  <a:pt x="8728908" y="45020"/>
                </a:cubicBezTo>
                <a:cubicBezTo>
                  <a:pt x="8731786" y="41349"/>
                  <a:pt x="8735778" y="39514"/>
                  <a:pt x="8740888" y="39514"/>
                </a:cubicBezTo>
                <a:close/>
                <a:moveTo>
                  <a:pt x="8601511" y="39514"/>
                </a:moveTo>
                <a:cubicBezTo>
                  <a:pt x="8604041" y="39514"/>
                  <a:pt x="8606223" y="40047"/>
                  <a:pt x="8608059" y="41114"/>
                </a:cubicBezTo>
                <a:cubicBezTo>
                  <a:pt x="8609895" y="42180"/>
                  <a:pt x="8611259" y="43681"/>
                  <a:pt x="8612152" y="45616"/>
                </a:cubicBezTo>
                <a:cubicBezTo>
                  <a:pt x="8615674" y="41548"/>
                  <a:pt x="8619916" y="39514"/>
                  <a:pt x="8624877" y="39514"/>
                </a:cubicBezTo>
                <a:cubicBezTo>
                  <a:pt x="8628598" y="39514"/>
                  <a:pt x="8631500" y="40618"/>
                  <a:pt x="8633583" y="42825"/>
                </a:cubicBezTo>
                <a:cubicBezTo>
                  <a:pt x="8635667" y="45033"/>
                  <a:pt x="8636709" y="48121"/>
                  <a:pt x="8636709" y="52090"/>
                </a:cubicBezTo>
                <a:lnTo>
                  <a:pt x="8636709" y="80218"/>
                </a:lnTo>
                <a:lnTo>
                  <a:pt x="8631351" y="80218"/>
                </a:lnTo>
                <a:lnTo>
                  <a:pt x="8631351" y="52462"/>
                </a:lnTo>
                <a:cubicBezTo>
                  <a:pt x="8631351" y="49932"/>
                  <a:pt x="8630681" y="48009"/>
                  <a:pt x="8629342" y="46695"/>
                </a:cubicBezTo>
                <a:cubicBezTo>
                  <a:pt x="8628002" y="45380"/>
                  <a:pt x="8626043" y="44723"/>
                  <a:pt x="8623463" y="44723"/>
                </a:cubicBezTo>
                <a:cubicBezTo>
                  <a:pt x="8619841" y="44723"/>
                  <a:pt x="8616394" y="46112"/>
                  <a:pt x="8613120" y="48890"/>
                </a:cubicBezTo>
                <a:cubicBezTo>
                  <a:pt x="8613318" y="49733"/>
                  <a:pt x="8613417" y="50800"/>
                  <a:pt x="8613417" y="52090"/>
                </a:cubicBezTo>
                <a:lnTo>
                  <a:pt x="8613417" y="80218"/>
                </a:lnTo>
                <a:lnTo>
                  <a:pt x="8608059" y="80218"/>
                </a:lnTo>
                <a:lnTo>
                  <a:pt x="8608059" y="52462"/>
                </a:lnTo>
                <a:cubicBezTo>
                  <a:pt x="8608059" y="49932"/>
                  <a:pt x="8607377" y="48009"/>
                  <a:pt x="8606013" y="46695"/>
                </a:cubicBezTo>
                <a:cubicBezTo>
                  <a:pt x="8604649" y="45380"/>
                  <a:pt x="8602677" y="44723"/>
                  <a:pt x="8600097" y="44723"/>
                </a:cubicBezTo>
                <a:cubicBezTo>
                  <a:pt x="8598212" y="44723"/>
                  <a:pt x="8596451" y="45045"/>
                  <a:pt x="8594814" y="45690"/>
                </a:cubicBezTo>
                <a:cubicBezTo>
                  <a:pt x="8593177" y="46335"/>
                  <a:pt x="8591564" y="47327"/>
                  <a:pt x="8589977" y="48667"/>
                </a:cubicBezTo>
                <a:lnTo>
                  <a:pt x="8589977" y="80218"/>
                </a:lnTo>
                <a:lnTo>
                  <a:pt x="8584619" y="80218"/>
                </a:lnTo>
                <a:lnTo>
                  <a:pt x="8584619" y="40481"/>
                </a:lnTo>
                <a:lnTo>
                  <a:pt x="8589605" y="40481"/>
                </a:lnTo>
                <a:lnTo>
                  <a:pt x="8589605" y="44723"/>
                </a:lnTo>
                <a:cubicBezTo>
                  <a:pt x="8592929" y="41250"/>
                  <a:pt x="8596897" y="39514"/>
                  <a:pt x="8601511" y="39514"/>
                </a:cubicBezTo>
                <a:close/>
                <a:moveTo>
                  <a:pt x="8516084" y="39514"/>
                </a:moveTo>
                <a:cubicBezTo>
                  <a:pt x="8519953" y="39514"/>
                  <a:pt x="8522980" y="40630"/>
                  <a:pt x="8525162" y="42862"/>
                </a:cubicBezTo>
                <a:cubicBezTo>
                  <a:pt x="8527345" y="45095"/>
                  <a:pt x="8528436" y="48171"/>
                  <a:pt x="8528436" y="52090"/>
                </a:cubicBezTo>
                <a:lnTo>
                  <a:pt x="8528436" y="80218"/>
                </a:lnTo>
                <a:lnTo>
                  <a:pt x="8523078" y="80218"/>
                </a:lnTo>
                <a:lnTo>
                  <a:pt x="8523078" y="52462"/>
                </a:lnTo>
                <a:cubicBezTo>
                  <a:pt x="8523078" y="49932"/>
                  <a:pt x="8522359" y="48009"/>
                  <a:pt x="8520920" y="46695"/>
                </a:cubicBezTo>
                <a:cubicBezTo>
                  <a:pt x="8519482" y="45380"/>
                  <a:pt x="8517399" y="44723"/>
                  <a:pt x="8514670" y="44723"/>
                </a:cubicBezTo>
                <a:cubicBezTo>
                  <a:pt x="8512685" y="44723"/>
                  <a:pt x="8510850" y="45033"/>
                  <a:pt x="8509163" y="45653"/>
                </a:cubicBezTo>
                <a:cubicBezTo>
                  <a:pt x="8507476" y="46273"/>
                  <a:pt x="8505839" y="47278"/>
                  <a:pt x="8504252" y="48667"/>
                </a:cubicBezTo>
                <a:lnTo>
                  <a:pt x="8504252" y="80218"/>
                </a:lnTo>
                <a:lnTo>
                  <a:pt x="8498894" y="80218"/>
                </a:lnTo>
                <a:lnTo>
                  <a:pt x="8498894" y="40481"/>
                </a:lnTo>
                <a:lnTo>
                  <a:pt x="8503880" y="40481"/>
                </a:lnTo>
                <a:lnTo>
                  <a:pt x="8503880" y="44723"/>
                </a:lnTo>
                <a:cubicBezTo>
                  <a:pt x="8507204" y="41250"/>
                  <a:pt x="8511271" y="39514"/>
                  <a:pt x="8516084" y="39514"/>
                </a:cubicBezTo>
                <a:close/>
                <a:moveTo>
                  <a:pt x="8472403" y="39514"/>
                </a:moveTo>
                <a:cubicBezTo>
                  <a:pt x="8476669" y="39514"/>
                  <a:pt x="8480104" y="40580"/>
                  <a:pt x="8482709" y="42714"/>
                </a:cubicBezTo>
                <a:cubicBezTo>
                  <a:pt x="8485313" y="44847"/>
                  <a:pt x="8486616" y="47972"/>
                  <a:pt x="8486616" y="52090"/>
                </a:cubicBezTo>
                <a:lnTo>
                  <a:pt x="8486616" y="80218"/>
                </a:lnTo>
                <a:lnTo>
                  <a:pt x="8481630" y="80218"/>
                </a:lnTo>
                <a:lnTo>
                  <a:pt x="8481630" y="75381"/>
                </a:lnTo>
                <a:cubicBezTo>
                  <a:pt x="8479050" y="79152"/>
                  <a:pt x="8475057" y="81037"/>
                  <a:pt x="8469649" y="81037"/>
                </a:cubicBezTo>
                <a:cubicBezTo>
                  <a:pt x="8465730" y="81037"/>
                  <a:pt x="8462667" y="79995"/>
                  <a:pt x="8460459" y="77911"/>
                </a:cubicBezTo>
                <a:cubicBezTo>
                  <a:pt x="8458251" y="75828"/>
                  <a:pt x="8457148" y="72926"/>
                  <a:pt x="8457148" y="69205"/>
                </a:cubicBezTo>
                <a:cubicBezTo>
                  <a:pt x="8457148" y="64492"/>
                  <a:pt x="8459107" y="61007"/>
                  <a:pt x="8463026" y="58750"/>
                </a:cubicBezTo>
                <a:cubicBezTo>
                  <a:pt x="8466946" y="56493"/>
                  <a:pt x="8473022" y="55339"/>
                  <a:pt x="8481258" y="55290"/>
                </a:cubicBezTo>
                <a:lnTo>
                  <a:pt x="8481258" y="52536"/>
                </a:lnTo>
                <a:cubicBezTo>
                  <a:pt x="8481258" y="49957"/>
                  <a:pt x="8480452" y="47985"/>
                  <a:pt x="8478839" y="46620"/>
                </a:cubicBezTo>
                <a:cubicBezTo>
                  <a:pt x="8477227" y="45256"/>
                  <a:pt x="8474883" y="44574"/>
                  <a:pt x="8471807" y="44574"/>
                </a:cubicBezTo>
                <a:cubicBezTo>
                  <a:pt x="8468583" y="44574"/>
                  <a:pt x="8465458" y="45293"/>
                  <a:pt x="8462431" y="46732"/>
                </a:cubicBezTo>
                <a:lnTo>
                  <a:pt x="8461017" y="42193"/>
                </a:lnTo>
                <a:cubicBezTo>
                  <a:pt x="8464539" y="40407"/>
                  <a:pt x="8468334" y="39514"/>
                  <a:pt x="8472403" y="39514"/>
                </a:cubicBezTo>
                <a:close/>
                <a:moveTo>
                  <a:pt x="8302739" y="39514"/>
                </a:moveTo>
                <a:cubicBezTo>
                  <a:pt x="8307749" y="39514"/>
                  <a:pt x="8311643" y="41200"/>
                  <a:pt x="8314421" y="44574"/>
                </a:cubicBezTo>
                <a:cubicBezTo>
                  <a:pt x="8317199" y="47947"/>
                  <a:pt x="8318589" y="52635"/>
                  <a:pt x="8318589" y="58638"/>
                </a:cubicBezTo>
                <a:cubicBezTo>
                  <a:pt x="8318589" y="59829"/>
                  <a:pt x="8318514" y="60871"/>
                  <a:pt x="8318365" y="61764"/>
                </a:cubicBezTo>
                <a:lnTo>
                  <a:pt x="8291874" y="61764"/>
                </a:lnTo>
                <a:cubicBezTo>
                  <a:pt x="8292073" y="66476"/>
                  <a:pt x="8293226" y="70036"/>
                  <a:pt x="8295335" y="72442"/>
                </a:cubicBezTo>
                <a:cubicBezTo>
                  <a:pt x="8297443" y="74848"/>
                  <a:pt x="8300456" y="76051"/>
                  <a:pt x="8304375" y="76051"/>
                </a:cubicBezTo>
                <a:cubicBezTo>
                  <a:pt x="8308097" y="76051"/>
                  <a:pt x="8311519" y="75009"/>
                  <a:pt x="8314645" y="72926"/>
                </a:cubicBezTo>
                <a:lnTo>
                  <a:pt x="8316729" y="77242"/>
                </a:lnTo>
                <a:cubicBezTo>
                  <a:pt x="8315190" y="78482"/>
                  <a:pt x="8313318" y="79437"/>
                  <a:pt x="8311110" y="80107"/>
                </a:cubicBezTo>
                <a:cubicBezTo>
                  <a:pt x="8308902" y="80776"/>
                  <a:pt x="8306558" y="81111"/>
                  <a:pt x="8304078" y="81111"/>
                </a:cubicBezTo>
                <a:cubicBezTo>
                  <a:pt x="8298521" y="81111"/>
                  <a:pt x="8294193" y="79276"/>
                  <a:pt x="8291093" y="75605"/>
                </a:cubicBezTo>
                <a:cubicBezTo>
                  <a:pt x="8287991" y="71933"/>
                  <a:pt x="8286442" y="66849"/>
                  <a:pt x="8286442" y="60350"/>
                </a:cubicBezTo>
                <a:cubicBezTo>
                  <a:pt x="8286442" y="53801"/>
                  <a:pt x="8287880" y="48691"/>
                  <a:pt x="8290758" y="45020"/>
                </a:cubicBezTo>
                <a:cubicBezTo>
                  <a:pt x="8293635" y="41349"/>
                  <a:pt x="8297629" y="39514"/>
                  <a:pt x="8302739" y="39514"/>
                </a:cubicBezTo>
                <a:close/>
                <a:moveTo>
                  <a:pt x="8226836" y="39514"/>
                </a:moveTo>
                <a:cubicBezTo>
                  <a:pt x="8232095" y="39514"/>
                  <a:pt x="8236138" y="41287"/>
                  <a:pt x="8238965" y="44834"/>
                </a:cubicBezTo>
                <a:cubicBezTo>
                  <a:pt x="8241793" y="48381"/>
                  <a:pt x="8243207" y="53553"/>
                  <a:pt x="8243207" y="60350"/>
                </a:cubicBezTo>
                <a:cubicBezTo>
                  <a:pt x="8243207" y="67146"/>
                  <a:pt x="8241793" y="72318"/>
                  <a:pt x="8238965" y="75865"/>
                </a:cubicBezTo>
                <a:cubicBezTo>
                  <a:pt x="8236138" y="79412"/>
                  <a:pt x="8232069" y="81186"/>
                  <a:pt x="8226761" y="81186"/>
                </a:cubicBezTo>
                <a:cubicBezTo>
                  <a:pt x="8221503" y="81186"/>
                  <a:pt x="8217460" y="79412"/>
                  <a:pt x="8214632" y="75865"/>
                </a:cubicBezTo>
                <a:cubicBezTo>
                  <a:pt x="8211805" y="72318"/>
                  <a:pt x="8210391" y="67146"/>
                  <a:pt x="8210391" y="60350"/>
                </a:cubicBezTo>
                <a:cubicBezTo>
                  <a:pt x="8210391" y="53553"/>
                  <a:pt x="8211805" y="48381"/>
                  <a:pt x="8214632" y="44834"/>
                </a:cubicBezTo>
                <a:cubicBezTo>
                  <a:pt x="8217460" y="41287"/>
                  <a:pt x="8221529" y="39514"/>
                  <a:pt x="8226836" y="39514"/>
                </a:cubicBezTo>
                <a:close/>
                <a:moveTo>
                  <a:pt x="8170207" y="39514"/>
                </a:moveTo>
                <a:cubicBezTo>
                  <a:pt x="8172092" y="39514"/>
                  <a:pt x="8174027" y="39799"/>
                  <a:pt x="8176011" y="40370"/>
                </a:cubicBezTo>
                <a:cubicBezTo>
                  <a:pt x="8177996" y="40940"/>
                  <a:pt x="8179807" y="41721"/>
                  <a:pt x="8181443" y="42714"/>
                </a:cubicBezTo>
                <a:lnTo>
                  <a:pt x="8179360" y="47104"/>
                </a:lnTo>
                <a:cubicBezTo>
                  <a:pt x="8176135" y="45368"/>
                  <a:pt x="8173035" y="44499"/>
                  <a:pt x="8170058" y="44499"/>
                </a:cubicBezTo>
                <a:cubicBezTo>
                  <a:pt x="8166437" y="44499"/>
                  <a:pt x="8163609" y="45839"/>
                  <a:pt x="8161575" y="48518"/>
                </a:cubicBezTo>
                <a:cubicBezTo>
                  <a:pt x="8159541" y="51197"/>
                  <a:pt x="8158524" y="54942"/>
                  <a:pt x="8158524" y="59754"/>
                </a:cubicBezTo>
                <a:cubicBezTo>
                  <a:pt x="8158524" y="65112"/>
                  <a:pt x="8159579" y="69168"/>
                  <a:pt x="8161687" y="71921"/>
                </a:cubicBezTo>
                <a:cubicBezTo>
                  <a:pt x="8163795" y="74674"/>
                  <a:pt x="8166909" y="76051"/>
                  <a:pt x="8171025" y="76051"/>
                </a:cubicBezTo>
                <a:cubicBezTo>
                  <a:pt x="8174101" y="76051"/>
                  <a:pt x="8177053" y="75208"/>
                  <a:pt x="8179881" y="73521"/>
                </a:cubicBezTo>
                <a:lnTo>
                  <a:pt x="8181890" y="77837"/>
                </a:lnTo>
                <a:cubicBezTo>
                  <a:pt x="8180501" y="78879"/>
                  <a:pt x="8178815" y="79685"/>
                  <a:pt x="8176830" y="80255"/>
                </a:cubicBezTo>
                <a:cubicBezTo>
                  <a:pt x="8174845" y="80826"/>
                  <a:pt x="8172761" y="81111"/>
                  <a:pt x="8170579" y="81111"/>
                </a:cubicBezTo>
                <a:cubicBezTo>
                  <a:pt x="8165023" y="81111"/>
                  <a:pt x="8160695" y="79276"/>
                  <a:pt x="8157594" y="75605"/>
                </a:cubicBezTo>
                <a:cubicBezTo>
                  <a:pt x="8154493" y="71933"/>
                  <a:pt x="8152943" y="66799"/>
                  <a:pt x="8152943" y="60201"/>
                </a:cubicBezTo>
                <a:cubicBezTo>
                  <a:pt x="8152943" y="56083"/>
                  <a:pt x="8153663" y="52462"/>
                  <a:pt x="8155101" y="49336"/>
                </a:cubicBezTo>
                <a:cubicBezTo>
                  <a:pt x="8156539" y="46211"/>
                  <a:pt x="8158561" y="43793"/>
                  <a:pt x="8161165" y="42081"/>
                </a:cubicBezTo>
                <a:cubicBezTo>
                  <a:pt x="8163770" y="40370"/>
                  <a:pt x="8166784" y="39514"/>
                  <a:pt x="8170207" y="39514"/>
                </a:cubicBezTo>
                <a:close/>
                <a:moveTo>
                  <a:pt x="7950313" y="39514"/>
                </a:moveTo>
                <a:cubicBezTo>
                  <a:pt x="7955323" y="39514"/>
                  <a:pt x="7959219" y="41200"/>
                  <a:pt x="7961997" y="44574"/>
                </a:cubicBezTo>
                <a:cubicBezTo>
                  <a:pt x="7964774" y="47947"/>
                  <a:pt x="7966163" y="52635"/>
                  <a:pt x="7966163" y="58638"/>
                </a:cubicBezTo>
                <a:cubicBezTo>
                  <a:pt x="7966163" y="59829"/>
                  <a:pt x="7966089" y="60871"/>
                  <a:pt x="7965941" y="61764"/>
                </a:cubicBezTo>
                <a:lnTo>
                  <a:pt x="7939449" y="61764"/>
                </a:lnTo>
                <a:cubicBezTo>
                  <a:pt x="7939648" y="66476"/>
                  <a:pt x="7940801" y="70036"/>
                  <a:pt x="7942910" y="72442"/>
                </a:cubicBezTo>
                <a:cubicBezTo>
                  <a:pt x="7945017" y="74848"/>
                  <a:pt x="7948031" y="76051"/>
                  <a:pt x="7951951" y="76051"/>
                </a:cubicBezTo>
                <a:cubicBezTo>
                  <a:pt x="7955671" y="76051"/>
                  <a:pt x="7959095" y="75009"/>
                  <a:pt x="7962219" y="72926"/>
                </a:cubicBezTo>
                <a:lnTo>
                  <a:pt x="7964303" y="77242"/>
                </a:lnTo>
                <a:cubicBezTo>
                  <a:pt x="7962765" y="78482"/>
                  <a:pt x="7960893" y="79437"/>
                  <a:pt x="7958685" y="80107"/>
                </a:cubicBezTo>
                <a:cubicBezTo>
                  <a:pt x="7956477" y="80776"/>
                  <a:pt x="7954133" y="81111"/>
                  <a:pt x="7951653" y="81111"/>
                </a:cubicBezTo>
                <a:cubicBezTo>
                  <a:pt x="7946097" y="81111"/>
                  <a:pt x="7941769" y="79276"/>
                  <a:pt x="7938668" y="75605"/>
                </a:cubicBezTo>
                <a:cubicBezTo>
                  <a:pt x="7935567" y="71933"/>
                  <a:pt x="7934017" y="66849"/>
                  <a:pt x="7934017" y="60350"/>
                </a:cubicBezTo>
                <a:cubicBezTo>
                  <a:pt x="7934017" y="53801"/>
                  <a:pt x="7935455" y="48691"/>
                  <a:pt x="7938333" y="45020"/>
                </a:cubicBezTo>
                <a:cubicBezTo>
                  <a:pt x="7941211" y="41349"/>
                  <a:pt x="7945203" y="39514"/>
                  <a:pt x="7950313" y="39514"/>
                </a:cubicBezTo>
                <a:close/>
                <a:moveTo>
                  <a:pt x="7896289" y="39514"/>
                </a:moveTo>
                <a:cubicBezTo>
                  <a:pt x="7901002" y="39514"/>
                  <a:pt x="7904673" y="41374"/>
                  <a:pt x="7907302" y="45095"/>
                </a:cubicBezTo>
                <a:cubicBezTo>
                  <a:pt x="7909931" y="48816"/>
                  <a:pt x="7911246" y="54000"/>
                  <a:pt x="7911246" y="60647"/>
                </a:cubicBezTo>
                <a:cubicBezTo>
                  <a:pt x="7911246" y="67097"/>
                  <a:pt x="7909845" y="72132"/>
                  <a:pt x="7907042" y="75753"/>
                </a:cubicBezTo>
                <a:cubicBezTo>
                  <a:pt x="7904239" y="79375"/>
                  <a:pt x="7900357" y="81186"/>
                  <a:pt x="7895396" y="81186"/>
                </a:cubicBezTo>
                <a:cubicBezTo>
                  <a:pt x="7893363" y="81186"/>
                  <a:pt x="7891464" y="80789"/>
                  <a:pt x="7889703" y="79995"/>
                </a:cubicBezTo>
                <a:cubicBezTo>
                  <a:pt x="7887943" y="79201"/>
                  <a:pt x="7886417" y="78085"/>
                  <a:pt x="7885127" y="76646"/>
                </a:cubicBezTo>
                <a:lnTo>
                  <a:pt x="7885127" y="95622"/>
                </a:lnTo>
                <a:lnTo>
                  <a:pt x="7879769" y="95622"/>
                </a:lnTo>
                <a:lnTo>
                  <a:pt x="7879769" y="40481"/>
                </a:lnTo>
                <a:lnTo>
                  <a:pt x="7884755" y="40481"/>
                </a:lnTo>
                <a:lnTo>
                  <a:pt x="7884755" y="45541"/>
                </a:lnTo>
                <a:cubicBezTo>
                  <a:pt x="7886094" y="43557"/>
                  <a:pt x="7887744" y="42056"/>
                  <a:pt x="7889703" y="41039"/>
                </a:cubicBezTo>
                <a:cubicBezTo>
                  <a:pt x="7891663" y="40022"/>
                  <a:pt x="7893858" y="39514"/>
                  <a:pt x="7896289" y="39514"/>
                </a:cubicBezTo>
                <a:close/>
                <a:moveTo>
                  <a:pt x="7855361" y="39514"/>
                </a:moveTo>
                <a:cubicBezTo>
                  <a:pt x="7860620" y="39514"/>
                  <a:pt x="7864663" y="41287"/>
                  <a:pt x="7867491" y="44834"/>
                </a:cubicBezTo>
                <a:cubicBezTo>
                  <a:pt x="7870319" y="48381"/>
                  <a:pt x="7871732" y="53553"/>
                  <a:pt x="7871732" y="60350"/>
                </a:cubicBezTo>
                <a:cubicBezTo>
                  <a:pt x="7871732" y="67146"/>
                  <a:pt x="7870319" y="72318"/>
                  <a:pt x="7867491" y="75865"/>
                </a:cubicBezTo>
                <a:cubicBezTo>
                  <a:pt x="7864663" y="79412"/>
                  <a:pt x="7860595" y="81186"/>
                  <a:pt x="7855287" y="81186"/>
                </a:cubicBezTo>
                <a:cubicBezTo>
                  <a:pt x="7850029" y="81186"/>
                  <a:pt x="7845985" y="79412"/>
                  <a:pt x="7843157" y="75865"/>
                </a:cubicBezTo>
                <a:cubicBezTo>
                  <a:pt x="7840330" y="72318"/>
                  <a:pt x="7838916" y="67146"/>
                  <a:pt x="7838916" y="60350"/>
                </a:cubicBezTo>
                <a:cubicBezTo>
                  <a:pt x="7838916" y="53553"/>
                  <a:pt x="7840330" y="48381"/>
                  <a:pt x="7843157" y="44834"/>
                </a:cubicBezTo>
                <a:cubicBezTo>
                  <a:pt x="7845985" y="41287"/>
                  <a:pt x="7850053" y="39514"/>
                  <a:pt x="7855361" y="39514"/>
                </a:cubicBezTo>
                <a:close/>
                <a:moveTo>
                  <a:pt x="7817782" y="39514"/>
                </a:moveTo>
                <a:cubicBezTo>
                  <a:pt x="7819668" y="39514"/>
                  <a:pt x="7821602" y="39799"/>
                  <a:pt x="7823587" y="40370"/>
                </a:cubicBezTo>
                <a:cubicBezTo>
                  <a:pt x="7825571" y="40940"/>
                  <a:pt x="7827382" y="41721"/>
                  <a:pt x="7829019" y="42714"/>
                </a:cubicBezTo>
                <a:lnTo>
                  <a:pt x="7826935" y="47104"/>
                </a:lnTo>
                <a:cubicBezTo>
                  <a:pt x="7823710" y="45368"/>
                  <a:pt x="7820610" y="44499"/>
                  <a:pt x="7817633" y="44499"/>
                </a:cubicBezTo>
                <a:cubicBezTo>
                  <a:pt x="7814012" y="44499"/>
                  <a:pt x="7811184" y="45839"/>
                  <a:pt x="7809150" y="48518"/>
                </a:cubicBezTo>
                <a:cubicBezTo>
                  <a:pt x="7807116" y="51197"/>
                  <a:pt x="7806099" y="54942"/>
                  <a:pt x="7806099" y="59754"/>
                </a:cubicBezTo>
                <a:cubicBezTo>
                  <a:pt x="7806099" y="65112"/>
                  <a:pt x="7807153" y="69168"/>
                  <a:pt x="7809262" y="71921"/>
                </a:cubicBezTo>
                <a:cubicBezTo>
                  <a:pt x="7811370" y="74674"/>
                  <a:pt x="7814483" y="76051"/>
                  <a:pt x="7818601" y="76051"/>
                </a:cubicBezTo>
                <a:cubicBezTo>
                  <a:pt x="7821677" y="76051"/>
                  <a:pt x="7824628" y="75208"/>
                  <a:pt x="7827456" y="73521"/>
                </a:cubicBezTo>
                <a:lnTo>
                  <a:pt x="7829465" y="77837"/>
                </a:lnTo>
                <a:cubicBezTo>
                  <a:pt x="7828076" y="78879"/>
                  <a:pt x="7826389" y="79685"/>
                  <a:pt x="7824405" y="80255"/>
                </a:cubicBezTo>
                <a:cubicBezTo>
                  <a:pt x="7822421" y="80826"/>
                  <a:pt x="7820337" y="81111"/>
                  <a:pt x="7818154" y="81111"/>
                </a:cubicBezTo>
                <a:cubicBezTo>
                  <a:pt x="7812598" y="81111"/>
                  <a:pt x="7808269" y="79276"/>
                  <a:pt x="7805169" y="75605"/>
                </a:cubicBezTo>
                <a:cubicBezTo>
                  <a:pt x="7802069" y="71933"/>
                  <a:pt x="7800518" y="66799"/>
                  <a:pt x="7800518" y="60201"/>
                </a:cubicBezTo>
                <a:cubicBezTo>
                  <a:pt x="7800518" y="56083"/>
                  <a:pt x="7801237" y="52462"/>
                  <a:pt x="7802676" y="49336"/>
                </a:cubicBezTo>
                <a:cubicBezTo>
                  <a:pt x="7804115" y="46211"/>
                  <a:pt x="7806136" y="43793"/>
                  <a:pt x="7808741" y="42081"/>
                </a:cubicBezTo>
                <a:cubicBezTo>
                  <a:pt x="7811345" y="40370"/>
                  <a:pt x="7814359" y="39514"/>
                  <a:pt x="7817782" y="39514"/>
                </a:cubicBezTo>
                <a:close/>
                <a:moveTo>
                  <a:pt x="7693139" y="39514"/>
                </a:moveTo>
                <a:cubicBezTo>
                  <a:pt x="7698149" y="39514"/>
                  <a:pt x="7702043" y="41200"/>
                  <a:pt x="7704822" y="44574"/>
                </a:cubicBezTo>
                <a:cubicBezTo>
                  <a:pt x="7707600" y="47947"/>
                  <a:pt x="7708989" y="52635"/>
                  <a:pt x="7708989" y="58638"/>
                </a:cubicBezTo>
                <a:cubicBezTo>
                  <a:pt x="7708989" y="59829"/>
                  <a:pt x="7708914" y="60871"/>
                  <a:pt x="7708766" y="61764"/>
                </a:cubicBezTo>
                <a:lnTo>
                  <a:pt x="7682274" y="61764"/>
                </a:lnTo>
                <a:cubicBezTo>
                  <a:pt x="7682472" y="66476"/>
                  <a:pt x="7683626" y="70036"/>
                  <a:pt x="7685735" y="72442"/>
                </a:cubicBezTo>
                <a:cubicBezTo>
                  <a:pt x="7687843" y="74848"/>
                  <a:pt x="7690857" y="76051"/>
                  <a:pt x="7694776" y="76051"/>
                </a:cubicBezTo>
                <a:cubicBezTo>
                  <a:pt x="7698497" y="76051"/>
                  <a:pt x="7701920" y="75009"/>
                  <a:pt x="7705045" y="72926"/>
                </a:cubicBezTo>
                <a:lnTo>
                  <a:pt x="7707129" y="77242"/>
                </a:lnTo>
                <a:cubicBezTo>
                  <a:pt x="7705591" y="78482"/>
                  <a:pt x="7703718" y="79437"/>
                  <a:pt x="7701510" y="80107"/>
                </a:cubicBezTo>
                <a:cubicBezTo>
                  <a:pt x="7699303" y="80776"/>
                  <a:pt x="7696959" y="81111"/>
                  <a:pt x="7694478" y="81111"/>
                </a:cubicBezTo>
                <a:cubicBezTo>
                  <a:pt x="7688922" y="81111"/>
                  <a:pt x="7684593" y="79276"/>
                  <a:pt x="7681493" y="75605"/>
                </a:cubicBezTo>
                <a:cubicBezTo>
                  <a:pt x="7678393" y="71933"/>
                  <a:pt x="7676842" y="66849"/>
                  <a:pt x="7676842" y="60350"/>
                </a:cubicBezTo>
                <a:cubicBezTo>
                  <a:pt x="7676842" y="53801"/>
                  <a:pt x="7678281" y="48691"/>
                  <a:pt x="7681158" y="45020"/>
                </a:cubicBezTo>
                <a:cubicBezTo>
                  <a:pt x="7684035" y="41349"/>
                  <a:pt x="7688029" y="39514"/>
                  <a:pt x="7693139" y="39514"/>
                </a:cubicBezTo>
                <a:close/>
                <a:moveTo>
                  <a:pt x="7655857" y="39514"/>
                </a:moveTo>
                <a:cubicBezTo>
                  <a:pt x="7657743" y="39514"/>
                  <a:pt x="7659677" y="39799"/>
                  <a:pt x="7661662" y="40370"/>
                </a:cubicBezTo>
                <a:cubicBezTo>
                  <a:pt x="7663646" y="40940"/>
                  <a:pt x="7665457" y="41721"/>
                  <a:pt x="7667094" y="42714"/>
                </a:cubicBezTo>
                <a:lnTo>
                  <a:pt x="7665010" y="47104"/>
                </a:lnTo>
                <a:cubicBezTo>
                  <a:pt x="7661785" y="45368"/>
                  <a:pt x="7658685" y="44499"/>
                  <a:pt x="7655708" y="44499"/>
                </a:cubicBezTo>
                <a:cubicBezTo>
                  <a:pt x="7652087" y="44499"/>
                  <a:pt x="7649259" y="45839"/>
                  <a:pt x="7647225" y="48518"/>
                </a:cubicBezTo>
                <a:cubicBezTo>
                  <a:pt x="7645191" y="51197"/>
                  <a:pt x="7644174" y="54942"/>
                  <a:pt x="7644174" y="59754"/>
                </a:cubicBezTo>
                <a:cubicBezTo>
                  <a:pt x="7644174" y="65112"/>
                  <a:pt x="7645228" y="69168"/>
                  <a:pt x="7647337" y="71921"/>
                </a:cubicBezTo>
                <a:cubicBezTo>
                  <a:pt x="7649445" y="74674"/>
                  <a:pt x="7652558" y="76051"/>
                  <a:pt x="7656676" y="76051"/>
                </a:cubicBezTo>
                <a:cubicBezTo>
                  <a:pt x="7659752" y="76051"/>
                  <a:pt x="7662703" y="75208"/>
                  <a:pt x="7665531" y="73521"/>
                </a:cubicBezTo>
                <a:lnTo>
                  <a:pt x="7667540" y="77837"/>
                </a:lnTo>
                <a:cubicBezTo>
                  <a:pt x="7666151" y="78879"/>
                  <a:pt x="7664464" y="79685"/>
                  <a:pt x="7662480" y="80255"/>
                </a:cubicBezTo>
                <a:cubicBezTo>
                  <a:pt x="7660496" y="80826"/>
                  <a:pt x="7658412" y="81111"/>
                  <a:pt x="7656229" y="81111"/>
                </a:cubicBezTo>
                <a:cubicBezTo>
                  <a:pt x="7650673" y="81111"/>
                  <a:pt x="7646344" y="79276"/>
                  <a:pt x="7643244" y="75605"/>
                </a:cubicBezTo>
                <a:cubicBezTo>
                  <a:pt x="7640144" y="71933"/>
                  <a:pt x="7638593" y="66799"/>
                  <a:pt x="7638593" y="60201"/>
                </a:cubicBezTo>
                <a:cubicBezTo>
                  <a:pt x="7638593" y="56083"/>
                  <a:pt x="7639312" y="52462"/>
                  <a:pt x="7640751" y="49336"/>
                </a:cubicBezTo>
                <a:cubicBezTo>
                  <a:pt x="7642190" y="46211"/>
                  <a:pt x="7644211" y="43793"/>
                  <a:pt x="7646816" y="42081"/>
                </a:cubicBezTo>
                <a:cubicBezTo>
                  <a:pt x="7649420" y="40370"/>
                  <a:pt x="7652434" y="39514"/>
                  <a:pt x="7655857" y="39514"/>
                </a:cubicBezTo>
                <a:close/>
                <a:moveTo>
                  <a:pt x="7541036" y="39514"/>
                </a:moveTo>
                <a:cubicBezTo>
                  <a:pt x="7546295" y="39514"/>
                  <a:pt x="7550338" y="41287"/>
                  <a:pt x="7553166" y="44834"/>
                </a:cubicBezTo>
                <a:cubicBezTo>
                  <a:pt x="7555994" y="48381"/>
                  <a:pt x="7557407" y="53553"/>
                  <a:pt x="7557407" y="60350"/>
                </a:cubicBezTo>
                <a:cubicBezTo>
                  <a:pt x="7557407" y="67146"/>
                  <a:pt x="7555994" y="72318"/>
                  <a:pt x="7553166" y="75865"/>
                </a:cubicBezTo>
                <a:cubicBezTo>
                  <a:pt x="7550338" y="79412"/>
                  <a:pt x="7546270" y="81186"/>
                  <a:pt x="7540962" y="81186"/>
                </a:cubicBezTo>
                <a:cubicBezTo>
                  <a:pt x="7535704" y="81186"/>
                  <a:pt x="7531660" y="79412"/>
                  <a:pt x="7528832" y="75865"/>
                </a:cubicBezTo>
                <a:cubicBezTo>
                  <a:pt x="7526005" y="72318"/>
                  <a:pt x="7524591" y="67146"/>
                  <a:pt x="7524591" y="60350"/>
                </a:cubicBezTo>
                <a:cubicBezTo>
                  <a:pt x="7524591" y="53553"/>
                  <a:pt x="7526005" y="48381"/>
                  <a:pt x="7528832" y="44834"/>
                </a:cubicBezTo>
                <a:cubicBezTo>
                  <a:pt x="7531660" y="41287"/>
                  <a:pt x="7535728" y="39514"/>
                  <a:pt x="7541036" y="39514"/>
                </a:cubicBezTo>
                <a:close/>
                <a:moveTo>
                  <a:pt x="7477189" y="39514"/>
                </a:moveTo>
                <a:cubicBezTo>
                  <a:pt x="7481902" y="39514"/>
                  <a:pt x="7485573" y="41374"/>
                  <a:pt x="7488202" y="45095"/>
                </a:cubicBezTo>
                <a:cubicBezTo>
                  <a:pt x="7490832" y="48816"/>
                  <a:pt x="7492146" y="54000"/>
                  <a:pt x="7492146" y="60647"/>
                </a:cubicBezTo>
                <a:cubicBezTo>
                  <a:pt x="7492146" y="67097"/>
                  <a:pt x="7490745" y="72132"/>
                  <a:pt x="7487942" y="75753"/>
                </a:cubicBezTo>
                <a:cubicBezTo>
                  <a:pt x="7485139" y="79375"/>
                  <a:pt x="7481257" y="81186"/>
                  <a:pt x="7476296" y="81186"/>
                </a:cubicBezTo>
                <a:cubicBezTo>
                  <a:pt x="7474262" y="81186"/>
                  <a:pt x="7472364" y="80789"/>
                  <a:pt x="7470603" y="79995"/>
                </a:cubicBezTo>
                <a:cubicBezTo>
                  <a:pt x="7468843" y="79201"/>
                  <a:pt x="7467317" y="78085"/>
                  <a:pt x="7466027" y="76646"/>
                </a:cubicBezTo>
                <a:lnTo>
                  <a:pt x="7466027" y="95622"/>
                </a:lnTo>
                <a:lnTo>
                  <a:pt x="7460669" y="95622"/>
                </a:lnTo>
                <a:lnTo>
                  <a:pt x="7460669" y="40481"/>
                </a:lnTo>
                <a:lnTo>
                  <a:pt x="7465655" y="40481"/>
                </a:lnTo>
                <a:lnTo>
                  <a:pt x="7465655" y="45541"/>
                </a:lnTo>
                <a:cubicBezTo>
                  <a:pt x="7466994" y="43557"/>
                  <a:pt x="7468644" y="42056"/>
                  <a:pt x="7470603" y="41039"/>
                </a:cubicBezTo>
                <a:cubicBezTo>
                  <a:pt x="7472563" y="40022"/>
                  <a:pt x="7474758" y="39514"/>
                  <a:pt x="7477189" y="39514"/>
                </a:cubicBezTo>
                <a:close/>
                <a:moveTo>
                  <a:pt x="7435964" y="39514"/>
                </a:moveTo>
                <a:cubicBezTo>
                  <a:pt x="7440974" y="39514"/>
                  <a:pt x="7444868" y="41200"/>
                  <a:pt x="7447647" y="44574"/>
                </a:cubicBezTo>
                <a:cubicBezTo>
                  <a:pt x="7450425" y="47947"/>
                  <a:pt x="7451814" y="52635"/>
                  <a:pt x="7451814" y="58638"/>
                </a:cubicBezTo>
                <a:cubicBezTo>
                  <a:pt x="7451814" y="59829"/>
                  <a:pt x="7451739" y="60871"/>
                  <a:pt x="7451591" y="61764"/>
                </a:cubicBezTo>
                <a:lnTo>
                  <a:pt x="7425099" y="61764"/>
                </a:lnTo>
                <a:cubicBezTo>
                  <a:pt x="7425297" y="66476"/>
                  <a:pt x="7426451" y="70036"/>
                  <a:pt x="7428560" y="72442"/>
                </a:cubicBezTo>
                <a:cubicBezTo>
                  <a:pt x="7430668" y="74848"/>
                  <a:pt x="7433682" y="76051"/>
                  <a:pt x="7437601" y="76051"/>
                </a:cubicBezTo>
                <a:cubicBezTo>
                  <a:pt x="7441322" y="76051"/>
                  <a:pt x="7444745" y="75009"/>
                  <a:pt x="7447870" y="72926"/>
                </a:cubicBezTo>
                <a:lnTo>
                  <a:pt x="7449954" y="77242"/>
                </a:lnTo>
                <a:cubicBezTo>
                  <a:pt x="7448416" y="78482"/>
                  <a:pt x="7446543" y="79437"/>
                  <a:pt x="7444335" y="80107"/>
                </a:cubicBezTo>
                <a:cubicBezTo>
                  <a:pt x="7442128" y="80776"/>
                  <a:pt x="7439784" y="81111"/>
                  <a:pt x="7437303" y="81111"/>
                </a:cubicBezTo>
                <a:cubicBezTo>
                  <a:pt x="7431747" y="81111"/>
                  <a:pt x="7427418" y="79276"/>
                  <a:pt x="7424318" y="75605"/>
                </a:cubicBezTo>
                <a:cubicBezTo>
                  <a:pt x="7421218" y="71933"/>
                  <a:pt x="7419667" y="66849"/>
                  <a:pt x="7419667" y="60350"/>
                </a:cubicBezTo>
                <a:cubicBezTo>
                  <a:pt x="7419667" y="53801"/>
                  <a:pt x="7421106" y="48691"/>
                  <a:pt x="7423983" y="45020"/>
                </a:cubicBezTo>
                <a:cubicBezTo>
                  <a:pt x="7426860" y="41349"/>
                  <a:pt x="7430854" y="39514"/>
                  <a:pt x="7435964" y="39514"/>
                </a:cubicBezTo>
                <a:close/>
                <a:moveTo>
                  <a:pt x="7293089" y="39514"/>
                </a:moveTo>
                <a:cubicBezTo>
                  <a:pt x="7298099" y="39514"/>
                  <a:pt x="7301993" y="41200"/>
                  <a:pt x="7304772" y="44574"/>
                </a:cubicBezTo>
                <a:cubicBezTo>
                  <a:pt x="7307550" y="47947"/>
                  <a:pt x="7308939" y="52635"/>
                  <a:pt x="7308939" y="58638"/>
                </a:cubicBezTo>
                <a:cubicBezTo>
                  <a:pt x="7308939" y="59829"/>
                  <a:pt x="7308864" y="60871"/>
                  <a:pt x="7308716" y="61764"/>
                </a:cubicBezTo>
                <a:lnTo>
                  <a:pt x="7282224" y="61764"/>
                </a:lnTo>
                <a:cubicBezTo>
                  <a:pt x="7282423" y="66476"/>
                  <a:pt x="7283576" y="70036"/>
                  <a:pt x="7285685" y="72442"/>
                </a:cubicBezTo>
                <a:cubicBezTo>
                  <a:pt x="7287793" y="74848"/>
                  <a:pt x="7290807" y="76051"/>
                  <a:pt x="7294726" y="76051"/>
                </a:cubicBezTo>
                <a:cubicBezTo>
                  <a:pt x="7298447" y="76051"/>
                  <a:pt x="7301870" y="75009"/>
                  <a:pt x="7304995" y="72926"/>
                </a:cubicBezTo>
                <a:lnTo>
                  <a:pt x="7307079" y="77242"/>
                </a:lnTo>
                <a:cubicBezTo>
                  <a:pt x="7305541" y="78482"/>
                  <a:pt x="7303668" y="79437"/>
                  <a:pt x="7301460" y="80107"/>
                </a:cubicBezTo>
                <a:cubicBezTo>
                  <a:pt x="7299253" y="80776"/>
                  <a:pt x="7296909" y="81111"/>
                  <a:pt x="7294428" y="81111"/>
                </a:cubicBezTo>
                <a:cubicBezTo>
                  <a:pt x="7288872" y="81111"/>
                  <a:pt x="7284543" y="79276"/>
                  <a:pt x="7281443" y="75605"/>
                </a:cubicBezTo>
                <a:cubicBezTo>
                  <a:pt x="7278343" y="71933"/>
                  <a:pt x="7276792" y="66849"/>
                  <a:pt x="7276792" y="60350"/>
                </a:cubicBezTo>
                <a:cubicBezTo>
                  <a:pt x="7276792" y="53801"/>
                  <a:pt x="7278231" y="48691"/>
                  <a:pt x="7281108" y="45020"/>
                </a:cubicBezTo>
                <a:cubicBezTo>
                  <a:pt x="7283986" y="41349"/>
                  <a:pt x="7287979" y="39514"/>
                  <a:pt x="7293089" y="39514"/>
                </a:cubicBezTo>
                <a:close/>
                <a:moveTo>
                  <a:pt x="7159739" y="39514"/>
                </a:moveTo>
                <a:cubicBezTo>
                  <a:pt x="7164749" y="39514"/>
                  <a:pt x="7168644" y="41200"/>
                  <a:pt x="7171422" y="44574"/>
                </a:cubicBezTo>
                <a:cubicBezTo>
                  <a:pt x="7174200" y="47947"/>
                  <a:pt x="7175589" y="52635"/>
                  <a:pt x="7175589" y="58638"/>
                </a:cubicBezTo>
                <a:cubicBezTo>
                  <a:pt x="7175589" y="59829"/>
                  <a:pt x="7175514" y="60871"/>
                  <a:pt x="7175366" y="61764"/>
                </a:cubicBezTo>
                <a:lnTo>
                  <a:pt x="7148874" y="61764"/>
                </a:lnTo>
                <a:cubicBezTo>
                  <a:pt x="7149072" y="66476"/>
                  <a:pt x="7150226" y="70036"/>
                  <a:pt x="7152335" y="72442"/>
                </a:cubicBezTo>
                <a:cubicBezTo>
                  <a:pt x="7154443" y="74848"/>
                  <a:pt x="7157457" y="76051"/>
                  <a:pt x="7161376" y="76051"/>
                </a:cubicBezTo>
                <a:cubicBezTo>
                  <a:pt x="7165097" y="76051"/>
                  <a:pt x="7168520" y="75009"/>
                  <a:pt x="7171645" y="72926"/>
                </a:cubicBezTo>
                <a:lnTo>
                  <a:pt x="7173729" y="77242"/>
                </a:lnTo>
                <a:cubicBezTo>
                  <a:pt x="7172191" y="78482"/>
                  <a:pt x="7170318" y="79437"/>
                  <a:pt x="7168110" y="80107"/>
                </a:cubicBezTo>
                <a:cubicBezTo>
                  <a:pt x="7165903" y="80776"/>
                  <a:pt x="7163559" y="81111"/>
                  <a:pt x="7161078" y="81111"/>
                </a:cubicBezTo>
                <a:cubicBezTo>
                  <a:pt x="7155522" y="81111"/>
                  <a:pt x="7151194" y="79276"/>
                  <a:pt x="7148093" y="75605"/>
                </a:cubicBezTo>
                <a:cubicBezTo>
                  <a:pt x="7144993" y="71933"/>
                  <a:pt x="7143442" y="66849"/>
                  <a:pt x="7143442" y="60350"/>
                </a:cubicBezTo>
                <a:cubicBezTo>
                  <a:pt x="7143442" y="53801"/>
                  <a:pt x="7144881" y="48691"/>
                  <a:pt x="7147758" y="45020"/>
                </a:cubicBezTo>
                <a:cubicBezTo>
                  <a:pt x="7150635" y="41349"/>
                  <a:pt x="7154629" y="39514"/>
                  <a:pt x="7159739" y="39514"/>
                </a:cubicBezTo>
                <a:close/>
                <a:moveTo>
                  <a:pt x="7036211" y="39514"/>
                </a:moveTo>
                <a:cubicBezTo>
                  <a:pt x="7041470" y="39514"/>
                  <a:pt x="7045513" y="41287"/>
                  <a:pt x="7048341" y="44834"/>
                </a:cubicBezTo>
                <a:cubicBezTo>
                  <a:pt x="7051169" y="48381"/>
                  <a:pt x="7052582" y="53553"/>
                  <a:pt x="7052582" y="60350"/>
                </a:cubicBezTo>
                <a:cubicBezTo>
                  <a:pt x="7052582" y="67146"/>
                  <a:pt x="7051169" y="72318"/>
                  <a:pt x="7048341" y="75865"/>
                </a:cubicBezTo>
                <a:cubicBezTo>
                  <a:pt x="7045513" y="79412"/>
                  <a:pt x="7041445" y="81186"/>
                  <a:pt x="7036137" y="81186"/>
                </a:cubicBezTo>
                <a:cubicBezTo>
                  <a:pt x="7030879" y="81186"/>
                  <a:pt x="7026835" y="79412"/>
                  <a:pt x="7024007" y="75865"/>
                </a:cubicBezTo>
                <a:cubicBezTo>
                  <a:pt x="7021180" y="72318"/>
                  <a:pt x="7019766" y="67146"/>
                  <a:pt x="7019766" y="60350"/>
                </a:cubicBezTo>
                <a:cubicBezTo>
                  <a:pt x="7019766" y="53553"/>
                  <a:pt x="7021180" y="48381"/>
                  <a:pt x="7024007" y="44834"/>
                </a:cubicBezTo>
                <a:cubicBezTo>
                  <a:pt x="7026835" y="41287"/>
                  <a:pt x="7030903" y="39514"/>
                  <a:pt x="7036211" y="39514"/>
                </a:cubicBezTo>
                <a:close/>
                <a:moveTo>
                  <a:pt x="6992084" y="39514"/>
                </a:moveTo>
                <a:cubicBezTo>
                  <a:pt x="6995953" y="39514"/>
                  <a:pt x="6998980" y="40630"/>
                  <a:pt x="7001162" y="42862"/>
                </a:cubicBezTo>
                <a:cubicBezTo>
                  <a:pt x="7003345" y="45095"/>
                  <a:pt x="7004437" y="48171"/>
                  <a:pt x="7004437" y="52090"/>
                </a:cubicBezTo>
                <a:lnTo>
                  <a:pt x="7004437" y="80218"/>
                </a:lnTo>
                <a:lnTo>
                  <a:pt x="6999079" y="80218"/>
                </a:lnTo>
                <a:lnTo>
                  <a:pt x="6999079" y="52462"/>
                </a:lnTo>
                <a:cubicBezTo>
                  <a:pt x="6999079" y="49932"/>
                  <a:pt x="6998360" y="48009"/>
                  <a:pt x="6996921" y="46695"/>
                </a:cubicBezTo>
                <a:cubicBezTo>
                  <a:pt x="6995482" y="45380"/>
                  <a:pt x="6993398" y="44723"/>
                  <a:pt x="6990670" y="44723"/>
                </a:cubicBezTo>
                <a:cubicBezTo>
                  <a:pt x="6988686" y="44723"/>
                  <a:pt x="6986850" y="45033"/>
                  <a:pt x="6985163" y="45653"/>
                </a:cubicBezTo>
                <a:cubicBezTo>
                  <a:pt x="6983477" y="46273"/>
                  <a:pt x="6981840" y="47278"/>
                  <a:pt x="6980252" y="48667"/>
                </a:cubicBezTo>
                <a:lnTo>
                  <a:pt x="6980252" y="80218"/>
                </a:lnTo>
                <a:lnTo>
                  <a:pt x="6974894" y="80218"/>
                </a:lnTo>
                <a:lnTo>
                  <a:pt x="6974894" y="40481"/>
                </a:lnTo>
                <a:lnTo>
                  <a:pt x="6979880" y="40481"/>
                </a:lnTo>
                <a:lnTo>
                  <a:pt x="6979880" y="44723"/>
                </a:lnTo>
                <a:cubicBezTo>
                  <a:pt x="6983204" y="41250"/>
                  <a:pt x="6987272" y="39514"/>
                  <a:pt x="6992084" y="39514"/>
                </a:cubicBezTo>
                <a:close/>
                <a:moveTo>
                  <a:pt x="6891253" y="39514"/>
                </a:moveTo>
                <a:cubicBezTo>
                  <a:pt x="6895519" y="39514"/>
                  <a:pt x="6898955" y="40580"/>
                  <a:pt x="6901559" y="42714"/>
                </a:cubicBezTo>
                <a:cubicBezTo>
                  <a:pt x="6904164" y="44847"/>
                  <a:pt x="6905466" y="47972"/>
                  <a:pt x="6905466" y="52090"/>
                </a:cubicBezTo>
                <a:lnTo>
                  <a:pt x="6905466" y="80218"/>
                </a:lnTo>
                <a:lnTo>
                  <a:pt x="6900480" y="80218"/>
                </a:lnTo>
                <a:lnTo>
                  <a:pt x="6900480" y="75381"/>
                </a:lnTo>
                <a:cubicBezTo>
                  <a:pt x="6897901" y="79152"/>
                  <a:pt x="6893907" y="81037"/>
                  <a:pt x="6888499" y="81037"/>
                </a:cubicBezTo>
                <a:cubicBezTo>
                  <a:pt x="6884580" y="81037"/>
                  <a:pt x="6881517" y="79995"/>
                  <a:pt x="6879309" y="77911"/>
                </a:cubicBezTo>
                <a:cubicBezTo>
                  <a:pt x="6877102" y="75828"/>
                  <a:pt x="6875998" y="72926"/>
                  <a:pt x="6875998" y="69205"/>
                </a:cubicBezTo>
                <a:cubicBezTo>
                  <a:pt x="6875998" y="64492"/>
                  <a:pt x="6877958" y="61007"/>
                  <a:pt x="6881877" y="58750"/>
                </a:cubicBezTo>
                <a:cubicBezTo>
                  <a:pt x="6885796" y="56493"/>
                  <a:pt x="6891873" y="55339"/>
                  <a:pt x="6900108" y="55290"/>
                </a:cubicBezTo>
                <a:lnTo>
                  <a:pt x="6900108" y="52536"/>
                </a:lnTo>
                <a:cubicBezTo>
                  <a:pt x="6900108" y="49957"/>
                  <a:pt x="6899302" y="47985"/>
                  <a:pt x="6897690" y="46620"/>
                </a:cubicBezTo>
                <a:cubicBezTo>
                  <a:pt x="6896077" y="45256"/>
                  <a:pt x="6893733" y="44574"/>
                  <a:pt x="6890657" y="44574"/>
                </a:cubicBezTo>
                <a:cubicBezTo>
                  <a:pt x="6887433" y="44574"/>
                  <a:pt x="6884307" y="45293"/>
                  <a:pt x="6881281" y="46732"/>
                </a:cubicBezTo>
                <a:lnTo>
                  <a:pt x="6879867" y="42193"/>
                </a:lnTo>
                <a:cubicBezTo>
                  <a:pt x="6883390" y="40407"/>
                  <a:pt x="6887185" y="39514"/>
                  <a:pt x="6891253" y="39514"/>
                </a:cubicBezTo>
                <a:close/>
                <a:moveTo>
                  <a:pt x="6729328" y="39514"/>
                </a:moveTo>
                <a:cubicBezTo>
                  <a:pt x="6733594" y="39514"/>
                  <a:pt x="6737030" y="40580"/>
                  <a:pt x="6739634" y="42714"/>
                </a:cubicBezTo>
                <a:cubicBezTo>
                  <a:pt x="6742239" y="44847"/>
                  <a:pt x="6743541" y="47972"/>
                  <a:pt x="6743541" y="52090"/>
                </a:cubicBezTo>
                <a:lnTo>
                  <a:pt x="6743541" y="80218"/>
                </a:lnTo>
                <a:lnTo>
                  <a:pt x="6738555" y="80218"/>
                </a:lnTo>
                <a:lnTo>
                  <a:pt x="6738555" y="75381"/>
                </a:lnTo>
                <a:cubicBezTo>
                  <a:pt x="6735976" y="79152"/>
                  <a:pt x="6731982" y="81037"/>
                  <a:pt x="6726574" y="81037"/>
                </a:cubicBezTo>
                <a:cubicBezTo>
                  <a:pt x="6722655" y="81037"/>
                  <a:pt x="6719592" y="79995"/>
                  <a:pt x="6717384" y="77911"/>
                </a:cubicBezTo>
                <a:cubicBezTo>
                  <a:pt x="6715177" y="75828"/>
                  <a:pt x="6714073" y="72926"/>
                  <a:pt x="6714073" y="69205"/>
                </a:cubicBezTo>
                <a:cubicBezTo>
                  <a:pt x="6714073" y="64492"/>
                  <a:pt x="6716033" y="61007"/>
                  <a:pt x="6719952" y="58750"/>
                </a:cubicBezTo>
                <a:cubicBezTo>
                  <a:pt x="6723871" y="56493"/>
                  <a:pt x="6729948" y="55339"/>
                  <a:pt x="6738183" y="55290"/>
                </a:cubicBezTo>
                <a:lnTo>
                  <a:pt x="6738183" y="52536"/>
                </a:lnTo>
                <a:cubicBezTo>
                  <a:pt x="6738183" y="49957"/>
                  <a:pt x="6737377" y="47985"/>
                  <a:pt x="6735765" y="46620"/>
                </a:cubicBezTo>
                <a:cubicBezTo>
                  <a:pt x="6734152" y="45256"/>
                  <a:pt x="6731808" y="44574"/>
                  <a:pt x="6728732" y="44574"/>
                </a:cubicBezTo>
                <a:cubicBezTo>
                  <a:pt x="6725508" y="44574"/>
                  <a:pt x="6722383" y="45293"/>
                  <a:pt x="6719356" y="46732"/>
                </a:cubicBezTo>
                <a:lnTo>
                  <a:pt x="6717942" y="42193"/>
                </a:lnTo>
                <a:cubicBezTo>
                  <a:pt x="6721465" y="40407"/>
                  <a:pt x="6725260" y="39514"/>
                  <a:pt x="6729328" y="39514"/>
                </a:cubicBezTo>
                <a:close/>
                <a:moveTo>
                  <a:pt x="6645389" y="39514"/>
                </a:moveTo>
                <a:cubicBezTo>
                  <a:pt x="6650399" y="39514"/>
                  <a:pt x="6654294" y="41200"/>
                  <a:pt x="6657072" y="44574"/>
                </a:cubicBezTo>
                <a:cubicBezTo>
                  <a:pt x="6659850" y="47947"/>
                  <a:pt x="6661239" y="52635"/>
                  <a:pt x="6661239" y="58638"/>
                </a:cubicBezTo>
                <a:cubicBezTo>
                  <a:pt x="6661239" y="59829"/>
                  <a:pt x="6661164" y="60871"/>
                  <a:pt x="6661016" y="61764"/>
                </a:cubicBezTo>
                <a:lnTo>
                  <a:pt x="6634524" y="61764"/>
                </a:lnTo>
                <a:cubicBezTo>
                  <a:pt x="6634723" y="66476"/>
                  <a:pt x="6635876" y="70036"/>
                  <a:pt x="6637985" y="72442"/>
                </a:cubicBezTo>
                <a:cubicBezTo>
                  <a:pt x="6640093" y="74848"/>
                  <a:pt x="6643107" y="76051"/>
                  <a:pt x="6647026" y="76051"/>
                </a:cubicBezTo>
                <a:cubicBezTo>
                  <a:pt x="6650747" y="76051"/>
                  <a:pt x="6654170" y="75009"/>
                  <a:pt x="6657295" y="72926"/>
                </a:cubicBezTo>
                <a:lnTo>
                  <a:pt x="6659379" y="77242"/>
                </a:lnTo>
                <a:cubicBezTo>
                  <a:pt x="6657841" y="78482"/>
                  <a:pt x="6655968" y="79437"/>
                  <a:pt x="6653760" y="80107"/>
                </a:cubicBezTo>
                <a:cubicBezTo>
                  <a:pt x="6651553" y="80776"/>
                  <a:pt x="6649209" y="81111"/>
                  <a:pt x="6646728" y="81111"/>
                </a:cubicBezTo>
                <a:cubicBezTo>
                  <a:pt x="6641172" y="81111"/>
                  <a:pt x="6636844" y="79276"/>
                  <a:pt x="6633743" y="75605"/>
                </a:cubicBezTo>
                <a:cubicBezTo>
                  <a:pt x="6630643" y="71933"/>
                  <a:pt x="6629092" y="66849"/>
                  <a:pt x="6629092" y="60350"/>
                </a:cubicBezTo>
                <a:cubicBezTo>
                  <a:pt x="6629092" y="53801"/>
                  <a:pt x="6630531" y="48691"/>
                  <a:pt x="6633408" y="45020"/>
                </a:cubicBezTo>
                <a:cubicBezTo>
                  <a:pt x="6636286" y="41349"/>
                  <a:pt x="6640279" y="39514"/>
                  <a:pt x="6645389" y="39514"/>
                </a:cubicBezTo>
                <a:close/>
                <a:moveTo>
                  <a:pt x="6576928" y="39514"/>
                </a:moveTo>
                <a:cubicBezTo>
                  <a:pt x="6581194" y="39514"/>
                  <a:pt x="6584630" y="40580"/>
                  <a:pt x="6587234" y="42714"/>
                </a:cubicBezTo>
                <a:cubicBezTo>
                  <a:pt x="6589839" y="44847"/>
                  <a:pt x="6591141" y="47972"/>
                  <a:pt x="6591141" y="52090"/>
                </a:cubicBezTo>
                <a:lnTo>
                  <a:pt x="6591141" y="80218"/>
                </a:lnTo>
                <a:lnTo>
                  <a:pt x="6586155" y="80218"/>
                </a:lnTo>
                <a:lnTo>
                  <a:pt x="6586155" y="75381"/>
                </a:lnTo>
                <a:cubicBezTo>
                  <a:pt x="6583576" y="79152"/>
                  <a:pt x="6579582" y="81037"/>
                  <a:pt x="6574174" y="81037"/>
                </a:cubicBezTo>
                <a:cubicBezTo>
                  <a:pt x="6570255" y="81037"/>
                  <a:pt x="6567192" y="79995"/>
                  <a:pt x="6564984" y="77911"/>
                </a:cubicBezTo>
                <a:cubicBezTo>
                  <a:pt x="6562777" y="75828"/>
                  <a:pt x="6561673" y="72926"/>
                  <a:pt x="6561673" y="69205"/>
                </a:cubicBezTo>
                <a:cubicBezTo>
                  <a:pt x="6561673" y="64492"/>
                  <a:pt x="6563633" y="61007"/>
                  <a:pt x="6567552" y="58750"/>
                </a:cubicBezTo>
                <a:cubicBezTo>
                  <a:pt x="6571471" y="56493"/>
                  <a:pt x="6577548" y="55339"/>
                  <a:pt x="6585783" y="55290"/>
                </a:cubicBezTo>
                <a:lnTo>
                  <a:pt x="6585783" y="52536"/>
                </a:lnTo>
                <a:cubicBezTo>
                  <a:pt x="6585783" y="49957"/>
                  <a:pt x="6584977" y="47985"/>
                  <a:pt x="6583365" y="46620"/>
                </a:cubicBezTo>
                <a:cubicBezTo>
                  <a:pt x="6581752" y="45256"/>
                  <a:pt x="6579408" y="44574"/>
                  <a:pt x="6576332" y="44574"/>
                </a:cubicBezTo>
                <a:cubicBezTo>
                  <a:pt x="6573108" y="44574"/>
                  <a:pt x="6569983" y="45293"/>
                  <a:pt x="6566956" y="46732"/>
                </a:cubicBezTo>
                <a:lnTo>
                  <a:pt x="6565542" y="42193"/>
                </a:lnTo>
                <a:cubicBezTo>
                  <a:pt x="6569065" y="40407"/>
                  <a:pt x="6572860" y="39514"/>
                  <a:pt x="6576928" y="39514"/>
                </a:cubicBezTo>
                <a:close/>
                <a:moveTo>
                  <a:pt x="6525061" y="39514"/>
                </a:moveTo>
                <a:cubicBezTo>
                  <a:pt x="6527591" y="39514"/>
                  <a:pt x="6529774" y="40047"/>
                  <a:pt x="6531610" y="41114"/>
                </a:cubicBezTo>
                <a:cubicBezTo>
                  <a:pt x="6533446" y="42180"/>
                  <a:pt x="6534809" y="43681"/>
                  <a:pt x="6535702" y="45616"/>
                </a:cubicBezTo>
                <a:cubicBezTo>
                  <a:pt x="6539225" y="41548"/>
                  <a:pt x="6543466" y="39514"/>
                  <a:pt x="6548427" y="39514"/>
                </a:cubicBezTo>
                <a:cubicBezTo>
                  <a:pt x="6552148" y="39514"/>
                  <a:pt x="6555050" y="40618"/>
                  <a:pt x="6557134" y="42825"/>
                </a:cubicBezTo>
                <a:cubicBezTo>
                  <a:pt x="6559217" y="45033"/>
                  <a:pt x="6560259" y="48121"/>
                  <a:pt x="6560259" y="52090"/>
                </a:cubicBezTo>
                <a:lnTo>
                  <a:pt x="6560259" y="80218"/>
                </a:lnTo>
                <a:lnTo>
                  <a:pt x="6554901" y="80218"/>
                </a:lnTo>
                <a:lnTo>
                  <a:pt x="6554901" y="52462"/>
                </a:lnTo>
                <a:cubicBezTo>
                  <a:pt x="6554901" y="49932"/>
                  <a:pt x="6554231" y="48009"/>
                  <a:pt x="6552892" y="46695"/>
                </a:cubicBezTo>
                <a:cubicBezTo>
                  <a:pt x="6551553" y="45380"/>
                  <a:pt x="6549593" y="44723"/>
                  <a:pt x="6547013" y="44723"/>
                </a:cubicBezTo>
                <a:cubicBezTo>
                  <a:pt x="6543392" y="44723"/>
                  <a:pt x="6539944" y="46112"/>
                  <a:pt x="6536670" y="48890"/>
                </a:cubicBezTo>
                <a:cubicBezTo>
                  <a:pt x="6536869" y="49733"/>
                  <a:pt x="6536967" y="50800"/>
                  <a:pt x="6536967" y="52090"/>
                </a:cubicBezTo>
                <a:lnTo>
                  <a:pt x="6536967" y="80218"/>
                </a:lnTo>
                <a:lnTo>
                  <a:pt x="6531610" y="80218"/>
                </a:lnTo>
                <a:lnTo>
                  <a:pt x="6531610" y="52462"/>
                </a:lnTo>
                <a:cubicBezTo>
                  <a:pt x="6531610" y="49932"/>
                  <a:pt x="6530928" y="48009"/>
                  <a:pt x="6529563" y="46695"/>
                </a:cubicBezTo>
                <a:cubicBezTo>
                  <a:pt x="6528199" y="45380"/>
                  <a:pt x="6526227" y="44723"/>
                  <a:pt x="6523647" y="44723"/>
                </a:cubicBezTo>
                <a:cubicBezTo>
                  <a:pt x="6521763" y="44723"/>
                  <a:pt x="6520001" y="45045"/>
                  <a:pt x="6518364" y="45690"/>
                </a:cubicBezTo>
                <a:cubicBezTo>
                  <a:pt x="6516727" y="46335"/>
                  <a:pt x="6515115" y="47327"/>
                  <a:pt x="6513527" y="48667"/>
                </a:cubicBezTo>
                <a:lnTo>
                  <a:pt x="6513527" y="80218"/>
                </a:lnTo>
                <a:lnTo>
                  <a:pt x="6508169" y="80218"/>
                </a:lnTo>
                <a:lnTo>
                  <a:pt x="6508169" y="40481"/>
                </a:lnTo>
                <a:lnTo>
                  <a:pt x="6513155" y="40481"/>
                </a:lnTo>
                <a:lnTo>
                  <a:pt x="6513155" y="44723"/>
                </a:lnTo>
                <a:cubicBezTo>
                  <a:pt x="6516479" y="41250"/>
                  <a:pt x="6520447" y="39514"/>
                  <a:pt x="6525061" y="39514"/>
                </a:cubicBezTo>
                <a:close/>
                <a:moveTo>
                  <a:pt x="6246157" y="39514"/>
                </a:moveTo>
                <a:cubicBezTo>
                  <a:pt x="6248043" y="39514"/>
                  <a:pt x="6249977" y="39799"/>
                  <a:pt x="6251962" y="40370"/>
                </a:cubicBezTo>
                <a:cubicBezTo>
                  <a:pt x="6253946" y="40940"/>
                  <a:pt x="6255757" y="41721"/>
                  <a:pt x="6257394" y="42714"/>
                </a:cubicBezTo>
                <a:lnTo>
                  <a:pt x="6255310" y="47104"/>
                </a:lnTo>
                <a:cubicBezTo>
                  <a:pt x="6252086" y="45368"/>
                  <a:pt x="6248985" y="44499"/>
                  <a:pt x="6246008" y="44499"/>
                </a:cubicBezTo>
                <a:cubicBezTo>
                  <a:pt x="6242387" y="44499"/>
                  <a:pt x="6239559" y="45839"/>
                  <a:pt x="6237525" y="48518"/>
                </a:cubicBezTo>
                <a:cubicBezTo>
                  <a:pt x="6235492" y="51197"/>
                  <a:pt x="6234474" y="54942"/>
                  <a:pt x="6234474" y="59754"/>
                </a:cubicBezTo>
                <a:cubicBezTo>
                  <a:pt x="6234474" y="65112"/>
                  <a:pt x="6235529" y="69168"/>
                  <a:pt x="6237637" y="71921"/>
                </a:cubicBezTo>
                <a:cubicBezTo>
                  <a:pt x="6239745" y="74674"/>
                  <a:pt x="6242859" y="76051"/>
                  <a:pt x="6246976" y="76051"/>
                </a:cubicBezTo>
                <a:cubicBezTo>
                  <a:pt x="6250052" y="76051"/>
                  <a:pt x="6253003" y="75208"/>
                  <a:pt x="6255831" y="73521"/>
                </a:cubicBezTo>
                <a:lnTo>
                  <a:pt x="6257840" y="77837"/>
                </a:lnTo>
                <a:cubicBezTo>
                  <a:pt x="6256451" y="78879"/>
                  <a:pt x="6254765" y="79685"/>
                  <a:pt x="6252780" y="80255"/>
                </a:cubicBezTo>
                <a:cubicBezTo>
                  <a:pt x="6250796" y="80826"/>
                  <a:pt x="6248712" y="81111"/>
                  <a:pt x="6246529" y="81111"/>
                </a:cubicBezTo>
                <a:cubicBezTo>
                  <a:pt x="6240973" y="81111"/>
                  <a:pt x="6236645" y="79276"/>
                  <a:pt x="6233544" y="75605"/>
                </a:cubicBezTo>
                <a:cubicBezTo>
                  <a:pt x="6230444" y="71933"/>
                  <a:pt x="6228893" y="66799"/>
                  <a:pt x="6228893" y="60201"/>
                </a:cubicBezTo>
                <a:cubicBezTo>
                  <a:pt x="6228893" y="56083"/>
                  <a:pt x="6229613" y="52462"/>
                  <a:pt x="6231051" y="49336"/>
                </a:cubicBezTo>
                <a:cubicBezTo>
                  <a:pt x="6232490" y="46211"/>
                  <a:pt x="6234511" y="43793"/>
                  <a:pt x="6237116" y="42081"/>
                </a:cubicBezTo>
                <a:cubicBezTo>
                  <a:pt x="6239720" y="40370"/>
                  <a:pt x="6242734" y="39514"/>
                  <a:pt x="6246157" y="39514"/>
                </a:cubicBezTo>
                <a:close/>
                <a:moveTo>
                  <a:pt x="6182459" y="39514"/>
                </a:moveTo>
                <a:cubicBezTo>
                  <a:pt x="6186328" y="39514"/>
                  <a:pt x="6189355" y="40630"/>
                  <a:pt x="6191537" y="42862"/>
                </a:cubicBezTo>
                <a:cubicBezTo>
                  <a:pt x="6193720" y="45095"/>
                  <a:pt x="6194812" y="48171"/>
                  <a:pt x="6194812" y="52090"/>
                </a:cubicBezTo>
                <a:lnTo>
                  <a:pt x="6194812" y="80218"/>
                </a:lnTo>
                <a:lnTo>
                  <a:pt x="6189454" y="80218"/>
                </a:lnTo>
                <a:lnTo>
                  <a:pt x="6189454" y="52462"/>
                </a:lnTo>
                <a:cubicBezTo>
                  <a:pt x="6189454" y="49932"/>
                  <a:pt x="6188735" y="48009"/>
                  <a:pt x="6187296" y="46695"/>
                </a:cubicBezTo>
                <a:cubicBezTo>
                  <a:pt x="6185857" y="45380"/>
                  <a:pt x="6183774" y="44723"/>
                  <a:pt x="6181045" y="44723"/>
                </a:cubicBezTo>
                <a:cubicBezTo>
                  <a:pt x="6179061" y="44723"/>
                  <a:pt x="6177225" y="45033"/>
                  <a:pt x="6175538" y="45653"/>
                </a:cubicBezTo>
                <a:cubicBezTo>
                  <a:pt x="6173852" y="46273"/>
                  <a:pt x="6172215" y="47278"/>
                  <a:pt x="6170627" y="48667"/>
                </a:cubicBezTo>
                <a:lnTo>
                  <a:pt x="6170627" y="80218"/>
                </a:lnTo>
                <a:lnTo>
                  <a:pt x="6165269" y="80218"/>
                </a:lnTo>
                <a:lnTo>
                  <a:pt x="6165269" y="40481"/>
                </a:lnTo>
                <a:lnTo>
                  <a:pt x="6170255" y="40481"/>
                </a:lnTo>
                <a:lnTo>
                  <a:pt x="6170255" y="44723"/>
                </a:lnTo>
                <a:cubicBezTo>
                  <a:pt x="6173579" y="41250"/>
                  <a:pt x="6177647" y="39514"/>
                  <a:pt x="6182459" y="39514"/>
                </a:cubicBezTo>
                <a:close/>
                <a:moveTo>
                  <a:pt x="6140861" y="39514"/>
                </a:moveTo>
                <a:cubicBezTo>
                  <a:pt x="6146120" y="39514"/>
                  <a:pt x="6150163" y="41287"/>
                  <a:pt x="6152991" y="44834"/>
                </a:cubicBezTo>
                <a:cubicBezTo>
                  <a:pt x="6155819" y="48381"/>
                  <a:pt x="6157232" y="53553"/>
                  <a:pt x="6157232" y="60350"/>
                </a:cubicBezTo>
                <a:cubicBezTo>
                  <a:pt x="6157232" y="67146"/>
                  <a:pt x="6155819" y="72318"/>
                  <a:pt x="6152991" y="75865"/>
                </a:cubicBezTo>
                <a:cubicBezTo>
                  <a:pt x="6150163" y="79412"/>
                  <a:pt x="6146095" y="81186"/>
                  <a:pt x="6140787" y="81186"/>
                </a:cubicBezTo>
                <a:cubicBezTo>
                  <a:pt x="6135529" y="81186"/>
                  <a:pt x="6131485" y="79412"/>
                  <a:pt x="6128657" y="75865"/>
                </a:cubicBezTo>
                <a:cubicBezTo>
                  <a:pt x="6125830" y="72318"/>
                  <a:pt x="6124416" y="67146"/>
                  <a:pt x="6124416" y="60350"/>
                </a:cubicBezTo>
                <a:cubicBezTo>
                  <a:pt x="6124416" y="53553"/>
                  <a:pt x="6125830" y="48381"/>
                  <a:pt x="6128657" y="44834"/>
                </a:cubicBezTo>
                <a:cubicBezTo>
                  <a:pt x="6131485" y="41287"/>
                  <a:pt x="6135554" y="39514"/>
                  <a:pt x="6140861" y="39514"/>
                </a:cubicBezTo>
                <a:close/>
                <a:moveTo>
                  <a:pt x="6046132" y="39514"/>
                </a:moveTo>
                <a:cubicBezTo>
                  <a:pt x="6048018" y="39514"/>
                  <a:pt x="6049952" y="39799"/>
                  <a:pt x="6051937" y="40370"/>
                </a:cubicBezTo>
                <a:cubicBezTo>
                  <a:pt x="6053921" y="40940"/>
                  <a:pt x="6055732" y="41721"/>
                  <a:pt x="6057369" y="42714"/>
                </a:cubicBezTo>
                <a:lnTo>
                  <a:pt x="6055285" y="47104"/>
                </a:lnTo>
                <a:cubicBezTo>
                  <a:pt x="6052060" y="45368"/>
                  <a:pt x="6048960" y="44499"/>
                  <a:pt x="6045983" y="44499"/>
                </a:cubicBezTo>
                <a:cubicBezTo>
                  <a:pt x="6042362" y="44499"/>
                  <a:pt x="6039534" y="45839"/>
                  <a:pt x="6037500" y="48518"/>
                </a:cubicBezTo>
                <a:cubicBezTo>
                  <a:pt x="6035466" y="51197"/>
                  <a:pt x="6034449" y="54942"/>
                  <a:pt x="6034449" y="59754"/>
                </a:cubicBezTo>
                <a:cubicBezTo>
                  <a:pt x="6034449" y="65112"/>
                  <a:pt x="6035503" y="69168"/>
                  <a:pt x="6037612" y="71921"/>
                </a:cubicBezTo>
                <a:cubicBezTo>
                  <a:pt x="6039720" y="74674"/>
                  <a:pt x="6042833" y="76051"/>
                  <a:pt x="6046951" y="76051"/>
                </a:cubicBezTo>
                <a:cubicBezTo>
                  <a:pt x="6050027" y="76051"/>
                  <a:pt x="6052978" y="75208"/>
                  <a:pt x="6055806" y="73521"/>
                </a:cubicBezTo>
                <a:lnTo>
                  <a:pt x="6057815" y="77837"/>
                </a:lnTo>
                <a:cubicBezTo>
                  <a:pt x="6056426" y="78879"/>
                  <a:pt x="6054739" y="79685"/>
                  <a:pt x="6052755" y="80255"/>
                </a:cubicBezTo>
                <a:cubicBezTo>
                  <a:pt x="6050771" y="80826"/>
                  <a:pt x="6048687" y="81111"/>
                  <a:pt x="6046504" y="81111"/>
                </a:cubicBezTo>
                <a:cubicBezTo>
                  <a:pt x="6040948" y="81111"/>
                  <a:pt x="6036619" y="79276"/>
                  <a:pt x="6033519" y="75605"/>
                </a:cubicBezTo>
                <a:cubicBezTo>
                  <a:pt x="6030419" y="71933"/>
                  <a:pt x="6028868" y="66799"/>
                  <a:pt x="6028868" y="60201"/>
                </a:cubicBezTo>
                <a:cubicBezTo>
                  <a:pt x="6028868" y="56083"/>
                  <a:pt x="6029587" y="52462"/>
                  <a:pt x="6031026" y="49336"/>
                </a:cubicBezTo>
                <a:cubicBezTo>
                  <a:pt x="6032465" y="46211"/>
                  <a:pt x="6034486" y="43793"/>
                  <a:pt x="6037091" y="42081"/>
                </a:cubicBezTo>
                <a:cubicBezTo>
                  <a:pt x="6039695" y="40370"/>
                  <a:pt x="6042709" y="39514"/>
                  <a:pt x="6046132" y="39514"/>
                </a:cubicBezTo>
                <a:close/>
                <a:moveTo>
                  <a:pt x="6007214" y="39514"/>
                </a:moveTo>
                <a:cubicBezTo>
                  <a:pt x="6012224" y="39514"/>
                  <a:pt x="6016118" y="41200"/>
                  <a:pt x="6018897" y="44574"/>
                </a:cubicBezTo>
                <a:cubicBezTo>
                  <a:pt x="6021675" y="47947"/>
                  <a:pt x="6023064" y="52635"/>
                  <a:pt x="6023064" y="58638"/>
                </a:cubicBezTo>
                <a:cubicBezTo>
                  <a:pt x="6023064" y="59829"/>
                  <a:pt x="6022989" y="60871"/>
                  <a:pt x="6022841" y="61764"/>
                </a:cubicBezTo>
                <a:lnTo>
                  <a:pt x="5996349" y="61764"/>
                </a:lnTo>
                <a:cubicBezTo>
                  <a:pt x="5996547" y="66476"/>
                  <a:pt x="5997701" y="70036"/>
                  <a:pt x="5999810" y="72442"/>
                </a:cubicBezTo>
                <a:cubicBezTo>
                  <a:pt x="6001918" y="74848"/>
                  <a:pt x="6004932" y="76051"/>
                  <a:pt x="6008851" y="76051"/>
                </a:cubicBezTo>
                <a:cubicBezTo>
                  <a:pt x="6012572" y="76051"/>
                  <a:pt x="6015995" y="75009"/>
                  <a:pt x="6019120" y="72926"/>
                </a:cubicBezTo>
                <a:lnTo>
                  <a:pt x="6021204" y="77242"/>
                </a:lnTo>
                <a:cubicBezTo>
                  <a:pt x="6019666" y="78482"/>
                  <a:pt x="6017793" y="79437"/>
                  <a:pt x="6015585" y="80107"/>
                </a:cubicBezTo>
                <a:cubicBezTo>
                  <a:pt x="6013378" y="80776"/>
                  <a:pt x="6011034" y="81111"/>
                  <a:pt x="6008553" y="81111"/>
                </a:cubicBezTo>
                <a:cubicBezTo>
                  <a:pt x="6002997" y="81111"/>
                  <a:pt x="5998668" y="79276"/>
                  <a:pt x="5995568" y="75605"/>
                </a:cubicBezTo>
                <a:cubicBezTo>
                  <a:pt x="5992468" y="71933"/>
                  <a:pt x="5990917" y="66849"/>
                  <a:pt x="5990917" y="60350"/>
                </a:cubicBezTo>
                <a:cubicBezTo>
                  <a:pt x="5990917" y="53801"/>
                  <a:pt x="5992356" y="48691"/>
                  <a:pt x="5995233" y="45020"/>
                </a:cubicBezTo>
                <a:cubicBezTo>
                  <a:pt x="5998110" y="41349"/>
                  <a:pt x="6002104" y="39514"/>
                  <a:pt x="6007214" y="39514"/>
                </a:cubicBezTo>
                <a:close/>
                <a:moveTo>
                  <a:pt x="5883240" y="39514"/>
                </a:moveTo>
                <a:cubicBezTo>
                  <a:pt x="5885423" y="39514"/>
                  <a:pt x="5887432" y="39960"/>
                  <a:pt x="5889267" y="40853"/>
                </a:cubicBezTo>
                <a:cubicBezTo>
                  <a:pt x="5891103" y="41746"/>
                  <a:pt x="5892665" y="43011"/>
                  <a:pt x="5893955" y="44648"/>
                </a:cubicBezTo>
                <a:lnTo>
                  <a:pt x="5893955" y="40481"/>
                </a:lnTo>
                <a:lnTo>
                  <a:pt x="5898941" y="40481"/>
                </a:lnTo>
                <a:lnTo>
                  <a:pt x="5898941" y="80516"/>
                </a:lnTo>
                <a:cubicBezTo>
                  <a:pt x="5898941" y="85576"/>
                  <a:pt x="5897428" y="89520"/>
                  <a:pt x="5894402" y="92348"/>
                </a:cubicBezTo>
                <a:cubicBezTo>
                  <a:pt x="5891376" y="95175"/>
                  <a:pt x="5887159" y="96589"/>
                  <a:pt x="5881752" y="96589"/>
                </a:cubicBezTo>
                <a:cubicBezTo>
                  <a:pt x="5879767" y="96589"/>
                  <a:pt x="5877820" y="96391"/>
                  <a:pt x="5875910" y="95994"/>
                </a:cubicBezTo>
                <a:cubicBezTo>
                  <a:pt x="5874000" y="95597"/>
                  <a:pt x="5872375" y="95051"/>
                  <a:pt x="5871036" y="94357"/>
                </a:cubicBezTo>
                <a:lnTo>
                  <a:pt x="5872673" y="89520"/>
                </a:lnTo>
                <a:cubicBezTo>
                  <a:pt x="5875451" y="90909"/>
                  <a:pt x="5878477" y="91604"/>
                  <a:pt x="5881752" y="91604"/>
                </a:cubicBezTo>
                <a:cubicBezTo>
                  <a:pt x="5885621" y="91604"/>
                  <a:pt x="5888560" y="90661"/>
                  <a:pt x="5890570" y="88776"/>
                </a:cubicBezTo>
                <a:cubicBezTo>
                  <a:pt x="5892579" y="86891"/>
                  <a:pt x="5893583" y="84137"/>
                  <a:pt x="5893583" y="80516"/>
                </a:cubicBezTo>
                <a:lnTo>
                  <a:pt x="5893583" y="73447"/>
                </a:lnTo>
                <a:cubicBezTo>
                  <a:pt x="5890905" y="77118"/>
                  <a:pt x="5887159" y="78953"/>
                  <a:pt x="5882347" y="78953"/>
                </a:cubicBezTo>
                <a:cubicBezTo>
                  <a:pt x="5877634" y="78953"/>
                  <a:pt x="5873938" y="77192"/>
                  <a:pt x="5871259" y="73670"/>
                </a:cubicBezTo>
                <a:cubicBezTo>
                  <a:pt x="5868580" y="70148"/>
                  <a:pt x="5867241" y="65236"/>
                  <a:pt x="5867241" y="58936"/>
                </a:cubicBezTo>
                <a:cubicBezTo>
                  <a:pt x="5867241" y="52834"/>
                  <a:pt x="5868655" y="48071"/>
                  <a:pt x="5871482" y="44648"/>
                </a:cubicBezTo>
                <a:cubicBezTo>
                  <a:pt x="5874310" y="41225"/>
                  <a:pt x="5878229" y="39514"/>
                  <a:pt x="5883240" y="39514"/>
                </a:cubicBezTo>
                <a:close/>
                <a:moveTo>
                  <a:pt x="5839559" y="39514"/>
                </a:moveTo>
                <a:cubicBezTo>
                  <a:pt x="5843428" y="39514"/>
                  <a:pt x="5846454" y="40630"/>
                  <a:pt x="5848637" y="42862"/>
                </a:cubicBezTo>
                <a:cubicBezTo>
                  <a:pt x="5850820" y="45095"/>
                  <a:pt x="5851912" y="48171"/>
                  <a:pt x="5851912" y="52090"/>
                </a:cubicBezTo>
                <a:lnTo>
                  <a:pt x="5851912" y="80218"/>
                </a:lnTo>
                <a:lnTo>
                  <a:pt x="5846554" y="80218"/>
                </a:lnTo>
                <a:lnTo>
                  <a:pt x="5846554" y="52462"/>
                </a:lnTo>
                <a:cubicBezTo>
                  <a:pt x="5846554" y="49932"/>
                  <a:pt x="5845835" y="48009"/>
                  <a:pt x="5844396" y="46695"/>
                </a:cubicBezTo>
                <a:cubicBezTo>
                  <a:pt x="5842957" y="45380"/>
                  <a:pt x="5840873" y="44723"/>
                  <a:pt x="5838145" y="44723"/>
                </a:cubicBezTo>
                <a:cubicBezTo>
                  <a:pt x="5836161" y="44723"/>
                  <a:pt x="5834325" y="45033"/>
                  <a:pt x="5832639" y="45653"/>
                </a:cubicBezTo>
                <a:cubicBezTo>
                  <a:pt x="5830952" y="46273"/>
                  <a:pt x="5829315" y="47278"/>
                  <a:pt x="5827727" y="48667"/>
                </a:cubicBezTo>
                <a:lnTo>
                  <a:pt x="5827727" y="80218"/>
                </a:lnTo>
                <a:lnTo>
                  <a:pt x="5822369" y="80218"/>
                </a:lnTo>
                <a:lnTo>
                  <a:pt x="5822369" y="40481"/>
                </a:lnTo>
                <a:lnTo>
                  <a:pt x="5827355" y="40481"/>
                </a:lnTo>
                <a:lnTo>
                  <a:pt x="5827355" y="44723"/>
                </a:lnTo>
                <a:cubicBezTo>
                  <a:pt x="5830679" y="41250"/>
                  <a:pt x="5834747" y="39514"/>
                  <a:pt x="5839559" y="39514"/>
                </a:cubicBezTo>
                <a:close/>
                <a:moveTo>
                  <a:pt x="5696386" y="39514"/>
                </a:moveTo>
                <a:cubicBezTo>
                  <a:pt x="5698916" y="39514"/>
                  <a:pt x="5701100" y="40047"/>
                  <a:pt x="5702935" y="41114"/>
                </a:cubicBezTo>
                <a:cubicBezTo>
                  <a:pt x="5704770" y="42180"/>
                  <a:pt x="5706134" y="43681"/>
                  <a:pt x="5707027" y="45616"/>
                </a:cubicBezTo>
                <a:cubicBezTo>
                  <a:pt x="5710550" y="41548"/>
                  <a:pt x="5714791" y="39514"/>
                  <a:pt x="5719752" y="39514"/>
                </a:cubicBezTo>
                <a:cubicBezTo>
                  <a:pt x="5723473" y="39514"/>
                  <a:pt x="5726375" y="40618"/>
                  <a:pt x="5728459" y="42825"/>
                </a:cubicBezTo>
                <a:cubicBezTo>
                  <a:pt x="5730542" y="45033"/>
                  <a:pt x="5731584" y="48121"/>
                  <a:pt x="5731584" y="52090"/>
                </a:cubicBezTo>
                <a:lnTo>
                  <a:pt x="5731584" y="80218"/>
                </a:lnTo>
                <a:lnTo>
                  <a:pt x="5726226" y="80218"/>
                </a:lnTo>
                <a:lnTo>
                  <a:pt x="5726226" y="52462"/>
                </a:lnTo>
                <a:cubicBezTo>
                  <a:pt x="5726226" y="49932"/>
                  <a:pt x="5725556" y="48009"/>
                  <a:pt x="5724217" y="46695"/>
                </a:cubicBezTo>
                <a:cubicBezTo>
                  <a:pt x="5722878" y="45380"/>
                  <a:pt x="5720918" y="44723"/>
                  <a:pt x="5718338" y="44723"/>
                </a:cubicBezTo>
                <a:cubicBezTo>
                  <a:pt x="5714717" y="44723"/>
                  <a:pt x="5711269" y="46112"/>
                  <a:pt x="5707995" y="48890"/>
                </a:cubicBezTo>
                <a:cubicBezTo>
                  <a:pt x="5708193" y="49733"/>
                  <a:pt x="5708292" y="50800"/>
                  <a:pt x="5708292" y="52090"/>
                </a:cubicBezTo>
                <a:lnTo>
                  <a:pt x="5708292" y="80218"/>
                </a:lnTo>
                <a:lnTo>
                  <a:pt x="5702935" y="80218"/>
                </a:lnTo>
                <a:lnTo>
                  <a:pt x="5702935" y="52462"/>
                </a:lnTo>
                <a:cubicBezTo>
                  <a:pt x="5702935" y="49932"/>
                  <a:pt x="5702253" y="48009"/>
                  <a:pt x="5700888" y="46695"/>
                </a:cubicBezTo>
                <a:cubicBezTo>
                  <a:pt x="5699524" y="45380"/>
                  <a:pt x="5697552" y="44723"/>
                  <a:pt x="5694972" y="44723"/>
                </a:cubicBezTo>
                <a:cubicBezTo>
                  <a:pt x="5693087" y="44723"/>
                  <a:pt x="5691326" y="45045"/>
                  <a:pt x="5689689" y="45690"/>
                </a:cubicBezTo>
                <a:cubicBezTo>
                  <a:pt x="5688052" y="46335"/>
                  <a:pt x="5686440" y="47327"/>
                  <a:pt x="5684852" y="48667"/>
                </a:cubicBezTo>
                <a:lnTo>
                  <a:pt x="5684852" y="80218"/>
                </a:lnTo>
                <a:lnTo>
                  <a:pt x="5679494" y="80218"/>
                </a:lnTo>
                <a:lnTo>
                  <a:pt x="5679494" y="40481"/>
                </a:lnTo>
                <a:lnTo>
                  <a:pt x="5684480" y="40481"/>
                </a:lnTo>
                <a:lnTo>
                  <a:pt x="5684480" y="44723"/>
                </a:lnTo>
                <a:cubicBezTo>
                  <a:pt x="5687804" y="41250"/>
                  <a:pt x="5691772" y="39514"/>
                  <a:pt x="5696386" y="39514"/>
                </a:cubicBezTo>
                <a:close/>
                <a:moveTo>
                  <a:pt x="5653003" y="39514"/>
                </a:moveTo>
                <a:cubicBezTo>
                  <a:pt x="5657269" y="39514"/>
                  <a:pt x="5660705" y="40580"/>
                  <a:pt x="5663309" y="42714"/>
                </a:cubicBezTo>
                <a:cubicBezTo>
                  <a:pt x="5665914" y="44847"/>
                  <a:pt x="5667216" y="47972"/>
                  <a:pt x="5667216" y="52090"/>
                </a:cubicBezTo>
                <a:lnTo>
                  <a:pt x="5667216" y="80218"/>
                </a:lnTo>
                <a:lnTo>
                  <a:pt x="5662230" y="80218"/>
                </a:lnTo>
                <a:lnTo>
                  <a:pt x="5662230" y="75381"/>
                </a:lnTo>
                <a:cubicBezTo>
                  <a:pt x="5659651" y="79152"/>
                  <a:pt x="5655657" y="81037"/>
                  <a:pt x="5650250" y="81037"/>
                </a:cubicBezTo>
                <a:cubicBezTo>
                  <a:pt x="5646331" y="81037"/>
                  <a:pt x="5643267" y="79995"/>
                  <a:pt x="5641060" y="77911"/>
                </a:cubicBezTo>
                <a:cubicBezTo>
                  <a:pt x="5638852" y="75828"/>
                  <a:pt x="5637748" y="72926"/>
                  <a:pt x="5637748" y="69205"/>
                </a:cubicBezTo>
                <a:cubicBezTo>
                  <a:pt x="5637748" y="64492"/>
                  <a:pt x="5639708" y="61007"/>
                  <a:pt x="5643627" y="58750"/>
                </a:cubicBezTo>
                <a:cubicBezTo>
                  <a:pt x="5647546" y="56493"/>
                  <a:pt x="5653624" y="55339"/>
                  <a:pt x="5661858" y="55290"/>
                </a:cubicBezTo>
                <a:lnTo>
                  <a:pt x="5661858" y="52536"/>
                </a:lnTo>
                <a:cubicBezTo>
                  <a:pt x="5661858" y="49957"/>
                  <a:pt x="5661052" y="47985"/>
                  <a:pt x="5659440" y="46620"/>
                </a:cubicBezTo>
                <a:cubicBezTo>
                  <a:pt x="5657828" y="45256"/>
                  <a:pt x="5655483" y="44574"/>
                  <a:pt x="5652407" y="44574"/>
                </a:cubicBezTo>
                <a:cubicBezTo>
                  <a:pt x="5649183" y="44574"/>
                  <a:pt x="5646058" y="45293"/>
                  <a:pt x="5643031" y="46732"/>
                </a:cubicBezTo>
                <a:lnTo>
                  <a:pt x="5641617" y="42193"/>
                </a:lnTo>
                <a:cubicBezTo>
                  <a:pt x="5645140" y="40407"/>
                  <a:pt x="5648935" y="39514"/>
                  <a:pt x="5653003" y="39514"/>
                </a:cubicBezTo>
                <a:close/>
                <a:moveTo>
                  <a:pt x="5531261" y="39514"/>
                </a:moveTo>
                <a:cubicBezTo>
                  <a:pt x="5536520" y="39514"/>
                  <a:pt x="5540564" y="41287"/>
                  <a:pt x="5543391" y="44834"/>
                </a:cubicBezTo>
                <a:cubicBezTo>
                  <a:pt x="5546219" y="48381"/>
                  <a:pt x="5547632" y="53553"/>
                  <a:pt x="5547632" y="60350"/>
                </a:cubicBezTo>
                <a:cubicBezTo>
                  <a:pt x="5547632" y="67146"/>
                  <a:pt x="5546219" y="72318"/>
                  <a:pt x="5543391" y="75865"/>
                </a:cubicBezTo>
                <a:cubicBezTo>
                  <a:pt x="5540564" y="79412"/>
                  <a:pt x="5536495" y="81186"/>
                  <a:pt x="5531187" y="81186"/>
                </a:cubicBezTo>
                <a:cubicBezTo>
                  <a:pt x="5525929" y="81186"/>
                  <a:pt x="5521885" y="79412"/>
                  <a:pt x="5519058" y="75865"/>
                </a:cubicBezTo>
                <a:cubicBezTo>
                  <a:pt x="5516230" y="72318"/>
                  <a:pt x="5514816" y="67146"/>
                  <a:pt x="5514816" y="60350"/>
                </a:cubicBezTo>
                <a:cubicBezTo>
                  <a:pt x="5514816" y="53553"/>
                  <a:pt x="5516230" y="48381"/>
                  <a:pt x="5519058" y="44834"/>
                </a:cubicBezTo>
                <a:cubicBezTo>
                  <a:pt x="5521885" y="41287"/>
                  <a:pt x="5525953" y="39514"/>
                  <a:pt x="5531261" y="39514"/>
                </a:cubicBezTo>
                <a:close/>
                <a:moveTo>
                  <a:pt x="5378564" y="39514"/>
                </a:moveTo>
                <a:cubicBezTo>
                  <a:pt x="5383574" y="39514"/>
                  <a:pt x="5387469" y="41200"/>
                  <a:pt x="5390247" y="44574"/>
                </a:cubicBezTo>
                <a:cubicBezTo>
                  <a:pt x="5393025" y="47947"/>
                  <a:pt x="5394414" y="52635"/>
                  <a:pt x="5394414" y="58638"/>
                </a:cubicBezTo>
                <a:cubicBezTo>
                  <a:pt x="5394414" y="59829"/>
                  <a:pt x="5394339" y="60871"/>
                  <a:pt x="5394191" y="61764"/>
                </a:cubicBezTo>
                <a:lnTo>
                  <a:pt x="5367699" y="61764"/>
                </a:lnTo>
                <a:cubicBezTo>
                  <a:pt x="5367897" y="66476"/>
                  <a:pt x="5369051" y="70036"/>
                  <a:pt x="5371160" y="72442"/>
                </a:cubicBezTo>
                <a:cubicBezTo>
                  <a:pt x="5373268" y="74848"/>
                  <a:pt x="5376282" y="76051"/>
                  <a:pt x="5380201" y="76051"/>
                </a:cubicBezTo>
                <a:cubicBezTo>
                  <a:pt x="5383922" y="76051"/>
                  <a:pt x="5387345" y="75009"/>
                  <a:pt x="5390470" y="72926"/>
                </a:cubicBezTo>
                <a:lnTo>
                  <a:pt x="5392554" y="77242"/>
                </a:lnTo>
                <a:cubicBezTo>
                  <a:pt x="5391016" y="78482"/>
                  <a:pt x="5389143" y="79437"/>
                  <a:pt x="5386935" y="80107"/>
                </a:cubicBezTo>
                <a:cubicBezTo>
                  <a:pt x="5384728" y="80776"/>
                  <a:pt x="5382384" y="81111"/>
                  <a:pt x="5379903" y="81111"/>
                </a:cubicBezTo>
                <a:cubicBezTo>
                  <a:pt x="5374347" y="81111"/>
                  <a:pt x="5370019" y="79276"/>
                  <a:pt x="5366918" y="75605"/>
                </a:cubicBezTo>
                <a:cubicBezTo>
                  <a:pt x="5363818" y="71933"/>
                  <a:pt x="5362267" y="66849"/>
                  <a:pt x="5362267" y="60350"/>
                </a:cubicBezTo>
                <a:cubicBezTo>
                  <a:pt x="5362267" y="53801"/>
                  <a:pt x="5363706" y="48691"/>
                  <a:pt x="5366583" y="45020"/>
                </a:cubicBezTo>
                <a:cubicBezTo>
                  <a:pt x="5369460" y="41349"/>
                  <a:pt x="5373455" y="39514"/>
                  <a:pt x="5378564" y="39514"/>
                </a:cubicBezTo>
                <a:close/>
                <a:moveTo>
                  <a:pt x="5343589" y="39514"/>
                </a:moveTo>
                <a:cubicBezTo>
                  <a:pt x="5348302" y="39514"/>
                  <a:pt x="5351973" y="41374"/>
                  <a:pt x="5354602" y="45095"/>
                </a:cubicBezTo>
                <a:cubicBezTo>
                  <a:pt x="5357231" y="48816"/>
                  <a:pt x="5358546" y="54000"/>
                  <a:pt x="5358546" y="60647"/>
                </a:cubicBezTo>
                <a:cubicBezTo>
                  <a:pt x="5358546" y="67097"/>
                  <a:pt x="5357145" y="72132"/>
                  <a:pt x="5354342" y="75753"/>
                </a:cubicBezTo>
                <a:cubicBezTo>
                  <a:pt x="5351539" y="79375"/>
                  <a:pt x="5347657" y="81186"/>
                  <a:pt x="5342696" y="81186"/>
                </a:cubicBezTo>
                <a:cubicBezTo>
                  <a:pt x="5340663" y="81186"/>
                  <a:pt x="5338765" y="80789"/>
                  <a:pt x="5337003" y="79995"/>
                </a:cubicBezTo>
                <a:cubicBezTo>
                  <a:pt x="5335242" y="79201"/>
                  <a:pt x="5333716" y="78085"/>
                  <a:pt x="5332427" y="76646"/>
                </a:cubicBezTo>
                <a:lnTo>
                  <a:pt x="5332427" y="95622"/>
                </a:lnTo>
                <a:lnTo>
                  <a:pt x="5327070" y="95622"/>
                </a:lnTo>
                <a:lnTo>
                  <a:pt x="5327070" y="40481"/>
                </a:lnTo>
                <a:lnTo>
                  <a:pt x="5332055" y="40481"/>
                </a:lnTo>
                <a:lnTo>
                  <a:pt x="5332055" y="45541"/>
                </a:lnTo>
                <a:cubicBezTo>
                  <a:pt x="5333394" y="43557"/>
                  <a:pt x="5335045" y="42056"/>
                  <a:pt x="5337003" y="41039"/>
                </a:cubicBezTo>
                <a:cubicBezTo>
                  <a:pt x="5338963" y="40022"/>
                  <a:pt x="5341158" y="39514"/>
                  <a:pt x="5343589" y="39514"/>
                </a:cubicBezTo>
                <a:close/>
                <a:moveTo>
                  <a:pt x="5302662" y="39514"/>
                </a:moveTo>
                <a:cubicBezTo>
                  <a:pt x="5307921" y="39514"/>
                  <a:pt x="5311963" y="41287"/>
                  <a:pt x="5314791" y="44834"/>
                </a:cubicBezTo>
                <a:cubicBezTo>
                  <a:pt x="5317619" y="48381"/>
                  <a:pt x="5319032" y="53553"/>
                  <a:pt x="5319032" y="60350"/>
                </a:cubicBezTo>
                <a:cubicBezTo>
                  <a:pt x="5319032" y="67146"/>
                  <a:pt x="5317619" y="72318"/>
                  <a:pt x="5314791" y="75865"/>
                </a:cubicBezTo>
                <a:cubicBezTo>
                  <a:pt x="5311963" y="79412"/>
                  <a:pt x="5307895" y="81186"/>
                  <a:pt x="5302587" y="81186"/>
                </a:cubicBezTo>
                <a:cubicBezTo>
                  <a:pt x="5297328" y="81186"/>
                  <a:pt x="5293285" y="79412"/>
                  <a:pt x="5290457" y="75865"/>
                </a:cubicBezTo>
                <a:cubicBezTo>
                  <a:pt x="5287630" y="72318"/>
                  <a:pt x="5286216" y="67146"/>
                  <a:pt x="5286216" y="60350"/>
                </a:cubicBezTo>
                <a:cubicBezTo>
                  <a:pt x="5286216" y="53553"/>
                  <a:pt x="5287630" y="48381"/>
                  <a:pt x="5290457" y="44834"/>
                </a:cubicBezTo>
                <a:cubicBezTo>
                  <a:pt x="5293285" y="41287"/>
                  <a:pt x="5297354" y="39514"/>
                  <a:pt x="5302662" y="39514"/>
                </a:cubicBezTo>
                <a:close/>
                <a:moveTo>
                  <a:pt x="5238815" y="39514"/>
                </a:moveTo>
                <a:cubicBezTo>
                  <a:pt x="5243527" y="39514"/>
                  <a:pt x="5247199" y="41374"/>
                  <a:pt x="5249827" y="45095"/>
                </a:cubicBezTo>
                <a:cubicBezTo>
                  <a:pt x="5252456" y="48816"/>
                  <a:pt x="5253771" y="54000"/>
                  <a:pt x="5253771" y="60647"/>
                </a:cubicBezTo>
                <a:cubicBezTo>
                  <a:pt x="5253771" y="67097"/>
                  <a:pt x="5252370" y="72132"/>
                  <a:pt x="5249567" y="75753"/>
                </a:cubicBezTo>
                <a:cubicBezTo>
                  <a:pt x="5246764" y="79375"/>
                  <a:pt x="5242882" y="81186"/>
                  <a:pt x="5237921" y="81186"/>
                </a:cubicBezTo>
                <a:cubicBezTo>
                  <a:pt x="5235888" y="81186"/>
                  <a:pt x="5233990" y="80789"/>
                  <a:pt x="5232228" y="79995"/>
                </a:cubicBezTo>
                <a:cubicBezTo>
                  <a:pt x="5230467" y="79201"/>
                  <a:pt x="5228941" y="78085"/>
                  <a:pt x="5227652" y="76646"/>
                </a:cubicBezTo>
                <a:lnTo>
                  <a:pt x="5227652" y="95622"/>
                </a:lnTo>
                <a:lnTo>
                  <a:pt x="5222294" y="95622"/>
                </a:lnTo>
                <a:lnTo>
                  <a:pt x="5222294" y="40481"/>
                </a:lnTo>
                <a:lnTo>
                  <a:pt x="5227280" y="40481"/>
                </a:lnTo>
                <a:lnTo>
                  <a:pt x="5227280" y="45541"/>
                </a:lnTo>
                <a:cubicBezTo>
                  <a:pt x="5228619" y="43557"/>
                  <a:pt x="5230269" y="42056"/>
                  <a:pt x="5232228" y="41039"/>
                </a:cubicBezTo>
                <a:cubicBezTo>
                  <a:pt x="5234188" y="40022"/>
                  <a:pt x="5236383" y="39514"/>
                  <a:pt x="5238815" y="39514"/>
                </a:cubicBezTo>
                <a:close/>
                <a:moveTo>
                  <a:pt x="5178539" y="39514"/>
                </a:moveTo>
                <a:cubicBezTo>
                  <a:pt x="5183549" y="39514"/>
                  <a:pt x="5187444" y="41200"/>
                  <a:pt x="5190222" y="44574"/>
                </a:cubicBezTo>
                <a:cubicBezTo>
                  <a:pt x="5192999" y="47947"/>
                  <a:pt x="5194389" y="52635"/>
                  <a:pt x="5194389" y="58638"/>
                </a:cubicBezTo>
                <a:cubicBezTo>
                  <a:pt x="5194389" y="59829"/>
                  <a:pt x="5194314" y="60871"/>
                  <a:pt x="5194167" y="61764"/>
                </a:cubicBezTo>
                <a:lnTo>
                  <a:pt x="5167675" y="61764"/>
                </a:lnTo>
                <a:cubicBezTo>
                  <a:pt x="5167873" y="66476"/>
                  <a:pt x="5169027" y="70036"/>
                  <a:pt x="5171135" y="72442"/>
                </a:cubicBezTo>
                <a:cubicBezTo>
                  <a:pt x="5173243" y="74848"/>
                  <a:pt x="5176256" y="76051"/>
                  <a:pt x="5180176" y="76051"/>
                </a:cubicBezTo>
                <a:cubicBezTo>
                  <a:pt x="5183897" y="76051"/>
                  <a:pt x="5187320" y="75009"/>
                  <a:pt x="5190445" y="72926"/>
                </a:cubicBezTo>
                <a:lnTo>
                  <a:pt x="5192529" y="77242"/>
                </a:lnTo>
                <a:cubicBezTo>
                  <a:pt x="5190990" y="78482"/>
                  <a:pt x="5189118" y="79437"/>
                  <a:pt x="5186910" y="80107"/>
                </a:cubicBezTo>
                <a:cubicBezTo>
                  <a:pt x="5184702" y="80776"/>
                  <a:pt x="5182359" y="81111"/>
                  <a:pt x="5179878" y="81111"/>
                </a:cubicBezTo>
                <a:cubicBezTo>
                  <a:pt x="5174322" y="81111"/>
                  <a:pt x="5169994" y="79276"/>
                  <a:pt x="5166893" y="75605"/>
                </a:cubicBezTo>
                <a:cubicBezTo>
                  <a:pt x="5163792" y="71933"/>
                  <a:pt x="5162242" y="66849"/>
                  <a:pt x="5162242" y="60350"/>
                </a:cubicBezTo>
                <a:cubicBezTo>
                  <a:pt x="5162242" y="53801"/>
                  <a:pt x="5163680" y="48691"/>
                  <a:pt x="5166558" y="45020"/>
                </a:cubicBezTo>
                <a:cubicBezTo>
                  <a:pt x="5169436" y="41349"/>
                  <a:pt x="5173429" y="39514"/>
                  <a:pt x="5178539" y="39514"/>
                </a:cubicBezTo>
                <a:close/>
                <a:moveTo>
                  <a:pt x="4941232" y="39514"/>
                </a:moveTo>
                <a:cubicBezTo>
                  <a:pt x="4943117" y="39514"/>
                  <a:pt x="4945052" y="39799"/>
                  <a:pt x="4947037" y="40370"/>
                </a:cubicBezTo>
                <a:cubicBezTo>
                  <a:pt x="4949021" y="40940"/>
                  <a:pt x="4950832" y="41721"/>
                  <a:pt x="4952469" y="42714"/>
                </a:cubicBezTo>
                <a:lnTo>
                  <a:pt x="4950385" y="47104"/>
                </a:lnTo>
                <a:cubicBezTo>
                  <a:pt x="4947161" y="45368"/>
                  <a:pt x="4944060" y="44499"/>
                  <a:pt x="4941083" y="44499"/>
                </a:cubicBezTo>
                <a:cubicBezTo>
                  <a:pt x="4937462" y="44499"/>
                  <a:pt x="4934634" y="45839"/>
                  <a:pt x="4932600" y="48518"/>
                </a:cubicBezTo>
                <a:cubicBezTo>
                  <a:pt x="4930567" y="51197"/>
                  <a:pt x="4929549" y="54942"/>
                  <a:pt x="4929549" y="59754"/>
                </a:cubicBezTo>
                <a:cubicBezTo>
                  <a:pt x="4929549" y="65112"/>
                  <a:pt x="4930604" y="69168"/>
                  <a:pt x="4932712" y="71921"/>
                </a:cubicBezTo>
                <a:cubicBezTo>
                  <a:pt x="4934820" y="74674"/>
                  <a:pt x="4937934" y="76051"/>
                  <a:pt x="4942051" y="76051"/>
                </a:cubicBezTo>
                <a:cubicBezTo>
                  <a:pt x="4945127" y="76051"/>
                  <a:pt x="4948078" y="75208"/>
                  <a:pt x="4950906" y="73521"/>
                </a:cubicBezTo>
                <a:lnTo>
                  <a:pt x="4952915" y="77837"/>
                </a:lnTo>
                <a:cubicBezTo>
                  <a:pt x="4951526" y="78879"/>
                  <a:pt x="4949840" y="79685"/>
                  <a:pt x="4947855" y="80255"/>
                </a:cubicBezTo>
                <a:cubicBezTo>
                  <a:pt x="4945871" y="80826"/>
                  <a:pt x="4943787" y="81111"/>
                  <a:pt x="4941605" y="81111"/>
                </a:cubicBezTo>
                <a:cubicBezTo>
                  <a:pt x="4936048" y="81111"/>
                  <a:pt x="4931721" y="79276"/>
                  <a:pt x="4928619" y="75605"/>
                </a:cubicBezTo>
                <a:cubicBezTo>
                  <a:pt x="4925518" y="71933"/>
                  <a:pt x="4923968" y="66799"/>
                  <a:pt x="4923968" y="60201"/>
                </a:cubicBezTo>
                <a:cubicBezTo>
                  <a:pt x="4923968" y="56083"/>
                  <a:pt x="4924688" y="52462"/>
                  <a:pt x="4926126" y="49336"/>
                </a:cubicBezTo>
                <a:cubicBezTo>
                  <a:pt x="4927564" y="46211"/>
                  <a:pt x="4929586" y="43793"/>
                  <a:pt x="4932191" y="42081"/>
                </a:cubicBezTo>
                <a:cubicBezTo>
                  <a:pt x="4934795" y="40370"/>
                  <a:pt x="4937810" y="39514"/>
                  <a:pt x="4941232" y="39514"/>
                </a:cubicBezTo>
                <a:close/>
                <a:moveTo>
                  <a:pt x="4753709" y="39514"/>
                </a:moveTo>
                <a:cubicBezTo>
                  <a:pt x="4757578" y="39514"/>
                  <a:pt x="4760605" y="40630"/>
                  <a:pt x="4762787" y="42862"/>
                </a:cubicBezTo>
                <a:cubicBezTo>
                  <a:pt x="4764970" y="45095"/>
                  <a:pt x="4766062" y="48171"/>
                  <a:pt x="4766062" y="52090"/>
                </a:cubicBezTo>
                <a:lnTo>
                  <a:pt x="4766062" y="80218"/>
                </a:lnTo>
                <a:lnTo>
                  <a:pt x="4760704" y="80218"/>
                </a:lnTo>
                <a:lnTo>
                  <a:pt x="4760704" y="52462"/>
                </a:lnTo>
                <a:cubicBezTo>
                  <a:pt x="4760704" y="49932"/>
                  <a:pt x="4759984" y="48009"/>
                  <a:pt x="4758546" y="46695"/>
                </a:cubicBezTo>
                <a:cubicBezTo>
                  <a:pt x="4757107" y="45380"/>
                  <a:pt x="4755024" y="44723"/>
                  <a:pt x="4752295" y="44723"/>
                </a:cubicBezTo>
                <a:cubicBezTo>
                  <a:pt x="4750310" y="44723"/>
                  <a:pt x="4748475" y="45033"/>
                  <a:pt x="4746788" y="45653"/>
                </a:cubicBezTo>
                <a:cubicBezTo>
                  <a:pt x="4745101" y="46273"/>
                  <a:pt x="4743465" y="47278"/>
                  <a:pt x="4741877" y="48667"/>
                </a:cubicBezTo>
                <a:lnTo>
                  <a:pt x="4741877" y="80218"/>
                </a:lnTo>
                <a:lnTo>
                  <a:pt x="4736519" y="80218"/>
                </a:lnTo>
                <a:lnTo>
                  <a:pt x="4736519" y="40481"/>
                </a:lnTo>
                <a:lnTo>
                  <a:pt x="4741505" y="40481"/>
                </a:lnTo>
                <a:lnTo>
                  <a:pt x="4741505" y="44723"/>
                </a:lnTo>
                <a:cubicBezTo>
                  <a:pt x="4744829" y="41250"/>
                  <a:pt x="4748897" y="39514"/>
                  <a:pt x="4753709" y="39514"/>
                </a:cubicBezTo>
                <a:close/>
                <a:moveTo>
                  <a:pt x="4712111" y="39514"/>
                </a:moveTo>
                <a:cubicBezTo>
                  <a:pt x="4717370" y="39514"/>
                  <a:pt x="4721414" y="41287"/>
                  <a:pt x="4724241" y="44834"/>
                </a:cubicBezTo>
                <a:cubicBezTo>
                  <a:pt x="4727069" y="48381"/>
                  <a:pt x="4728482" y="53553"/>
                  <a:pt x="4728482" y="60350"/>
                </a:cubicBezTo>
                <a:cubicBezTo>
                  <a:pt x="4728482" y="67146"/>
                  <a:pt x="4727069" y="72318"/>
                  <a:pt x="4724241" y="75865"/>
                </a:cubicBezTo>
                <a:cubicBezTo>
                  <a:pt x="4721414" y="79412"/>
                  <a:pt x="4717345" y="81186"/>
                  <a:pt x="4712037" y="81186"/>
                </a:cubicBezTo>
                <a:cubicBezTo>
                  <a:pt x="4706778" y="81186"/>
                  <a:pt x="4702735" y="79412"/>
                  <a:pt x="4699908" y="75865"/>
                </a:cubicBezTo>
                <a:cubicBezTo>
                  <a:pt x="4697080" y="72318"/>
                  <a:pt x="4695666" y="67146"/>
                  <a:pt x="4695666" y="60350"/>
                </a:cubicBezTo>
                <a:cubicBezTo>
                  <a:pt x="4695666" y="53553"/>
                  <a:pt x="4697080" y="48381"/>
                  <a:pt x="4699908" y="44834"/>
                </a:cubicBezTo>
                <a:cubicBezTo>
                  <a:pt x="4702735" y="41287"/>
                  <a:pt x="4706804" y="39514"/>
                  <a:pt x="4712111" y="39514"/>
                </a:cubicBezTo>
                <a:close/>
                <a:moveTo>
                  <a:pt x="4624303" y="39514"/>
                </a:moveTo>
                <a:cubicBezTo>
                  <a:pt x="4628569" y="39514"/>
                  <a:pt x="4632005" y="40580"/>
                  <a:pt x="4634609" y="42714"/>
                </a:cubicBezTo>
                <a:cubicBezTo>
                  <a:pt x="4637214" y="44847"/>
                  <a:pt x="4638516" y="47972"/>
                  <a:pt x="4638516" y="52090"/>
                </a:cubicBezTo>
                <a:lnTo>
                  <a:pt x="4638516" y="80218"/>
                </a:lnTo>
                <a:lnTo>
                  <a:pt x="4633530" y="80218"/>
                </a:lnTo>
                <a:lnTo>
                  <a:pt x="4633530" y="75381"/>
                </a:lnTo>
                <a:cubicBezTo>
                  <a:pt x="4630950" y="79152"/>
                  <a:pt x="4626957" y="81037"/>
                  <a:pt x="4621549" y="81037"/>
                </a:cubicBezTo>
                <a:cubicBezTo>
                  <a:pt x="4617630" y="81037"/>
                  <a:pt x="4614567" y="79995"/>
                  <a:pt x="4612359" y="77911"/>
                </a:cubicBezTo>
                <a:cubicBezTo>
                  <a:pt x="4610152" y="75828"/>
                  <a:pt x="4609048" y="72926"/>
                  <a:pt x="4609048" y="69205"/>
                </a:cubicBezTo>
                <a:cubicBezTo>
                  <a:pt x="4609048" y="64492"/>
                  <a:pt x="4611007" y="61007"/>
                  <a:pt x="4614927" y="58750"/>
                </a:cubicBezTo>
                <a:cubicBezTo>
                  <a:pt x="4618846" y="56493"/>
                  <a:pt x="4624923" y="55339"/>
                  <a:pt x="4633159" y="55290"/>
                </a:cubicBezTo>
                <a:lnTo>
                  <a:pt x="4633159" y="52536"/>
                </a:lnTo>
                <a:cubicBezTo>
                  <a:pt x="4633159" y="49957"/>
                  <a:pt x="4632352" y="47985"/>
                  <a:pt x="4630740" y="46620"/>
                </a:cubicBezTo>
                <a:cubicBezTo>
                  <a:pt x="4629127" y="45256"/>
                  <a:pt x="4626783" y="44574"/>
                  <a:pt x="4623707" y="44574"/>
                </a:cubicBezTo>
                <a:cubicBezTo>
                  <a:pt x="4620483" y="44574"/>
                  <a:pt x="4617358" y="45293"/>
                  <a:pt x="4614331" y="46732"/>
                </a:cubicBezTo>
                <a:lnTo>
                  <a:pt x="4612917" y="42193"/>
                </a:lnTo>
                <a:cubicBezTo>
                  <a:pt x="4616440" y="40407"/>
                  <a:pt x="4620235" y="39514"/>
                  <a:pt x="4624303" y="39514"/>
                </a:cubicBezTo>
                <a:close/>
                <a:moveTo>
                  <a:pt x="4562911" y="39514"/>
                </a:moveTo>
                <a:cubicBezTo>
                  <a:pt x="4565441" y="39514"/>
                  <a:pt x="4567624" y="40047"/>
                  <a:pt x="4569460" y="41114"/>
                </a:cubicBezTo>
                <a:cubicBezTo>
                  <a:pt x="4571295" y="42180"/>
                  <a:pt x="4572659" y="43681"/>
                  <a:pt x="4573552" y="45616"/>
                </a:cubicBezTo>
                <a:cubicBezTo>
                  <a:pt x="4577075" y="41548"/>
                  <a:pt x="4581316" y="39514"/>
                  <a:pt x="4586277" y="39514"/>
                </a:cubicBezTo>
                <a:cubicBezTo>
                  <a:pt x="4589998" y="39514"/>
                  <a:pt x="4592900" y="40618"/>
                  <a:pt x="4594984" y="42825"/>
                </a:cubicBezTo>
                <a:cubicBezTo>
                  <a:pt x="4597067" y="45033"/>
                  <a:pt x="4598109" y="48121"/>
                  <a:pt x="4598109" y="52090"/>
                </a:cubicBezTo>
                <a:lnTo>
                  <a:pt x="4598109" y="80218"/>
                </a:lnTo>
                <a:lnTo>
                  <a:pt x="4592751" y="80218"/>
                </a:lnTo>
                <a:lnTo>
                  <a:pt x="4592751" y="52462"/>
                </a:lnTo>
                <a:cubicBezTo>
                  <a:pt x="4592751" y="49932"/>
                  <a:pt x="4592081" y="48009"/>
                  <a:pt x="4590742" y="46695"/>
                </a:cubicBezTo>
                <a:cubicBezTo>
                  <a:pt x="4589403" y="45380"/>
                  <a:pt x="4587444" y="44723"/>
                  <a:pt x="4584863" y="44723"/>
                </a:cubicBezTo>
                <a:cubicBezTo>
                  <a:pt x="4581242" y="44723"/>
                  <a:pt x="4577794" y="46112"/>
                  <a:pt x="4574520" y="48890"/>
                </a:cubicBezTo>
                <a:cubicBezTo>
                  <a:pt x="4574718" y="49733"/>
                  <a:pt x="4574817" y="50800"/>
                  <a:pt x="4574817" y="52090"/>
                </a:cubicBezTo>
                <a:lnTo>
                  <a:pt x="4574817" y="80218"/>
                </a:lnTo>
                <a:lnTo>
                  <a:pt x="4569460" y="80218"/>
                </a:lnTo>
                <a:lnTo>
                  <a:pt x="4569460" y="52462"/>
                </a:lnTo>
                <a:cubicBezTo>
                  <a:pt x="4569460" y="49932"/>
                  <a:pt x="4568777" y="48009"/>
                  <a:pt x="4567413" y="46695"/>
                </a:cubicBezTo>
                <a:cubicBezTo>
                  <a:pt x="4566049" y="45380"/>
                  <a:pt x="4564077" y="44723"/>
                  <a:pt x="4561497" y="44723"/>
                </a:cubicBezTo>
                <a:cubicBezTo>
                  <a:pt x="4559612" y="44723"/>
                  <a:pt x="4557851" y="45045"/>
                  <a:pt x="4556214" y="45690"/>
                </a:cubicBezTo>
                <a:cubicBezTo>
                  <a:pt x="4554577" y="46335"/>
                  <a:pt x="4552965" y="47327"/>
                  <a:pt x="4551377" y="48667"/>
                </a:cubicBezTo>
                <a:lnTo>
                  <a:pt x="4551377" y="80218"/>
                </a:lnTo>
                <a:lnTo>
                  <a:pt x="4546019" y="80218"/>
                </a:lnTo>
                <a:lnTo>
                  <a:pt x="4546019" y="40481"/>
                </a:lnTo>
                <a:lnTo>
                  <a:pt x="4551005" y="40481"/>
                </a:lnTo>
                <a:lnTo>
                  <a:pt x="4551005" y="44723"/>
                </a:lnTo>
                <a:cubicBezTo>
                  <a:pt x="4554329" y="41250"/>
                  <a:pt x="4558297" y="39514"/>
                  <a:pt x="4562911" y="39514"/>
                </a:cubicBezTo>
                <a:close/>
                <a:moveTo>
                  <a:pt x="4493036" y="39514"/>
                </a:moveTo>
                <a:cubicBezTo>
                  <a:pt x="4498295" y="39514"/>
                  <a:pt x="4502338" y="41287"/>
                  <a:pt x="4505166" y="44834"/>
                </a:cubicBezTo>
                <a:cubicBezTo>
                  <a:pt x="4507994" y="48381"/>
                  <a:pt x="4509408" y="53553"/>
                  <a:pt x="4509408" y="60350"/>
                </a:cubicBezTo>
                <a:cubicBezTo>
                  <a:pt x="4509408" y="67146"/>
                  <a:pt x="4507994" y="72318"/>
                  <a:pt x="4505166" y="75865"/>
                </a:cubicBezTo>
                <a:cubicBezTo>
                  <a:pt x="4502338" y="79412"/>
                  <a:pt x="4498270" y="81186"/>
                  <a:pt x="4492962" y="81186"/>
                </a:cubicBezTo>
                <a:cubicBezTo>
                  <a:pt x="4487704" y="81186"/>
                  <a:pt x="4483660" y="79412"/>
                  <a:pt x="4480832" y="75865"/>
                </a:cubicBezTo>
                <a:cubicBezTo>
                  <a:pt x="4478005" y="72318"/>
                  <a:pt x="4476591" y="67146"/>
                  <a:pt x="4476591" y="60350"/>
                </a:cubicBezTo>
                <a:cubicBezTo>
                  <a:pt x="4476591" y="53553"/>
                  <a:pt x="4478005" y="48381"/>
                  <a:pt x="4480832" y="44834"/>
                </a:cubicBezTo>
                <a:cubicBezTo>
                  <a:pt x="4483660" y="41287"/>
                  <a:pt x="4487728" y="39514"/>
                  <a:pt x="4493036" y="39514"/>
                </a:cubicBezTo>
                <a:close/>
                <a:moveTo>
                  <a:pt x="4420334" y="39514"/>
                </a:moveTo>
                <a:cubicBezTo>
                  <a:pt x="4424204" y="39514"/>
                  <a:pt x="4427230" y="40630"/>
                  <a:pt x="4429412" y="42862"/>
                </a:cubicBezTo>
                <a:cubicBezTo>
                  <a:pt x="4431595" y="45095"/>
                  <a:pt x="4432687" y="48171"/>
                  <a:pt x="4432687" y="52090"/>
                </a:cubicBezTo>
                <a:lnTo>
                  <a:pt x="4432687" y="80218"/>
                </a:lnTo>
                <a:lnTo>
                  <a:pt x="4427329" y="80218"/>
                </a:lnTo>
                <a:lnTo>
                  <a:pt x="4427329" y="52462"/>
                </a:lnTo>
                <a:cubicBezTo>
                  <a:pt x="4427329" y="49932"/>
                  <a:pt x="4426609" y="48009"/>
                  <a:pt x="4425171" y="46695"/>
                </a:cubicBezTo>
                <a:cubicBezTo>
                  <a:pt x="4423732" y="45380"/>
                  <a:pt x="4421649" y="44723"/>
                  <a:pt x="4418920" y="44723"/>
                </a:cubicBezTo>
                <a:cubicBezTo>
                  <a:pt x="4416935" y="44723"/>
                  <a:pt x="4415100" y="45033"/>
                  <a:pt x="4413413" y="45653"/>
                </a:cubicBezTo>
                <a:cubicBezTo>
                  <a:pt x="4411726" y="46273"/>
                  <a:pt x="4410089" y="47278"/>
                  <a:pt x="4408502" y="48667"/>
                </a:cubicBezTo>
                <a:lnTo>
                  <a:pt x="4408502" y="80218"/>
                </a:lnTo>
                <a:lnTo>
                  <a:pt x="4403144" y="80218"/>
                </a:lnTo>
                <a:lnTo>
                  <a:pt x="4403144" y="40481"/>
                </a:lnTo>
                <a:lnTo>
                  <a:pt x="4408130" y="40481"/>
                </a:lnTo>
                <a:lnTo>
                  <a:pt x="4408130" y="44723"/>
                </a:lnTo>
                <a:cubicBezTo>
                  <a:pt x="4411454" y="41250"/>
                  <a:pt x="4415522" y="39514"/>
                  <a:pt x="4420334" y="39514"/>
                </a:cubicBezTo>
                <a:close/>
                <a:moveTo>
                  <a:pt x="4319503" y="39514"/>
                </a:moveTo>
                <a:cubicBezTo>
                  <a:pt x="4323770" y="39514"/>
                  <a:pt x="4327205" y="40580"/>
                  <a:pt x="4329809" y="42714"/>
                </a:cubicBezTo>
                <a:cubicBezTo>
                  <a:pt x="4332414" y="44847"/>
                  <a:pt x="4333716" y="47972"/>
                  <a:pt x="4333716" y="52090"/>
                </a:cubicBezTo>
                <a:lnTo>
                  <a:pt x="4333716" y="80218"/>
                </a:lnTo>
                <a:lnTo>
                  <a:pt x="4328730" y="80218"/>
                </a:lnTo>
                <a:lnTo>
                  <a:pt x="4328730" y="75381"/>
                </a:lnTo>
                <a:cubicBezTo>
                  <a:pt x="4326150" y="79152"/>
                  <a:pt x="4322157" y="81037"/>
                  <a:pt x="4316750" y="81037"/>
                </a:cubicBezTo>
                <a:cubicBezTo>
                  <a:pt x="4312830" y="81037"/>
                  <a:pt x="4309768" y="79995"/>
                  <a:pt x="4307559" y="77911"/>
                </a:cubicBezTo>
                <a:cubicBezTo>
                  <a:pt x="4305352" y="75828"/>
                  <a:pt x="4304248" y="72926"/>
                  <a:pt x="4304248" y="69205"/>
                </a:cubicBezTo>
                <a:cubicBezTo>
                  <a:pt x="4304248" y="64492"/>
                  <a:pt x="4306207" y="61007"/>
                  <a:pt x="4310127" y="58750"/>
                </a:cubicBezTo>
                <a:cubicBezTo>
                  <a:pt x="4314046" y="56493"/>
                  <a:pt x="4320123" y="55339"/>
                  <a:pt x="4328358" y="55290"/>
                </a:cubicBezTo>
                <a:lnTo>
                  <a:pt x="4328358" y="52536"/>
                </a:lnTo>
                <a:cubicBezTo>
                  <a:pt x="4328358" y="49957"/>
                  <a:pt x="4327552" y="47985"/>
                  <a:pt x="4325940" y="46620"/>
                </a:cubicBezTo>
                <a:cubicBezTo>
                  <a:pt x="4324327" y="45256"/>
                  <a:pt x="4321983" y="44574"/>
                  <a:pt x="4318908" y="44574"/>
                </a:cubicBezTo>
                <a:cubicBezTo>
                  <a:pt x="4315683" y="44574"/>
                  <a:pt x="4312558" y="45293"/>
                  <a:pt x="4309531" y="46732"/>
                </a:cubicBezTo>
                <a:lnTo>
                  <a:pt x="4308117" y="42193"/>
                </a:lnTo>
                <a:cubicBezTo>
                  <a:pt x="4311640" y="40407"/>
                  <a:pt x="4315435" y="39514"/>
                  <a:pt x="4319503" y="39514"/>
                </a:cubicBezTo>
                <a:close/>
                <a:moveTo>
                  <a:pt x="4229834" y="39514"/>
                </a:moveTo>
                <a:cubicBezTo>
                  <a:pt x="4233704" y="39514"/>
                  <a:pt x="4236730" y="40630"/>
                  <a:pt x="4238912" y="42862"/>
                </a:cubicBezTo>
                <a:cubicBezTo>
                  <a:pt x="4241095" y="45095"/>
                  <a:pt x="4242187" y="48171"/>
                  <a:pt x="4242187" y="52090"/>
                </a:cubicBezTo>
                <a:lnTo>
                  <a:pt x="4242187" y="80218"/>
                </a:lnTo>
                <a:lnTo>
                  <a:pt x="4236829" y="80218"/>
                </a:lnTo>
                <a:lnTo>
                  <a:pt x="4236829" y="52462"/>
                </a:lnTo>
                <a:cubicBezTo>
                  <a:pt x="4236829" y="49932"/>
                  <a:pt x="4236109" y="48009"/>
                  <a:pt x="4234671" y="46695"/>
                </a:cubicBezTo>
                <a:cubicBezTo>
                  <a:pt x="4233232" y="45380"/>
                  <a:pt x="4231149" y="44723"/>
                  <a:pt x="4228420" y="44723"/>
                </a:cubicBezTo>
                <a:cubicBezTo>
                  <a:pt x="4226435" y="44723"/>
                  <a:pt x="4224600" y="45033"/>
                  <a:pt x="4222913" y="45653"/>
                </a:cubicBezTo>
                <a:cubicBezTo>
                  <a:pt x="4221226" y="46273"/>
                  <a:pt x="4219589" y="47278"/>
                  <a:pt x="4218002" y="48667"/>
                </a:cubicBezTo>
                <a:lnTo>
                  <a:pt x="4218002" y="80218"/>
                </a:lnTo>
                <a:lnTo>
                  <a:pt x="4212644" y="80218"/>
                </a:lnTo>
                <a:lnTo>
                  <a:pt x="4212644" y="40481"/>
                </a:lnTo>
                <a:lnTo>
                  <a:pt x="4217630" y="40481"/>
                </a:lnTo>
                <a:lnTo>
                  <a:pt x="4217630" y="44723"/>
                </a:lnTo>
                <a:cubicBezTo>
                  <a:pt x="4220954" y="41250"/>
                  <a:pt x="4225022" y="39514"/>
                  <a:pt x="4229834" y="39514"/>
                </a:cubicBezTo>
                <a:close/>
                <a:moveTo>
                  <a:pt x="4187939" y="39514"/>
                </a:moveTo>
                <a:cubicBezTo>
                  <a:pt x="4192949" y="39514"/>
                  <a:pt x="4196844" y="41200"/>
                  <a:pt x="4199622" y="44574"/>
                </a:cubicBezTo>
                <a:cubicBezTo>
                  <a:pt x="4202400" y="47947"/>
                  <a:pt x="4203789" y="52635"/>
                  <a:pt x="4203789" y="58638"/>
                </a:cubicBezTo>
                <a:cubicBezTo>
                  <a:pt x="4203789" y="59829"/>
                  <a:pt x="4203714" y="60871"/>
                  <a:pt x="4203566" y="61764"/>
                </a:cubicBezTo>
                <a:lnTo>
                  <a:pt x="4177074" y="61764"/>
                </a:lnTo>
                <a:cubicBezTo>
                  <a:pt x="4177273" y="66476"/>
                  <a:pt x="4178426" y="70036"/>
                  <a:pt x="4180534" y="72442"/>
                </a:cubicBezTo>
                <a:cubicBezTo>
                  <a:pt x="4182643" y="74848"/>
                  <a:pt x="4185656" y="76051"/>
                  <a:pt x="4189576" y="76051"/>
                </a:cubicBezTo>
                <a:cubicBezTo>
                  <a:pt x="4193297" y="76051"/>
                  <a:pt x="4196720" y="75009"/>
                  <a:pt x="4199845" y="72926"/>
                </a:cubicBezTo>
                <a:lnTo>
                  <a:pt x="4201929" y="77242"/>
                </a:lnTo>
                <a:cubicBezTo>
                  <a:pt x="4200391" y="78482"/>
                  <a:pt x="4198518" y="79437"/>
                  <a:pt x="4196310" y="80107"/>
                </a:cubicBezTo>
                <a:cubicBezTo>
                  <a:pt x="4194103" y="80776"/>
                  <a:pt x="4191759" y="81111"/>
                  <a:pt x="4189278" y="81111"/>
                </a:cubicBezTo>
                <a:cubicBezTo>
                  <a:pt x="4183722" y="81111"/>
                  <a:pt x="4179394" y="79276"/>
                  <a:pt x="4176293" y="75605"/>
                </a:cubicBezTo>
                <a:cubicBezTo>
                  <a:pt x="4173192" y="71933"/>
                  <a:pt x="4171642" y="66849"/>
                  <a:pt x="4171642" y="60350"/>
                </a:cubicBezTo>
                <a:cubicBezTo>
                  <a:pt x="4171642" y="53801"/>
                  <a:pt x="4173080" y="48691"/>
                  <a:pt x="4175958" y="45020"/>
                </a:cubicBezTo>
                <a:cubicBezTo>
                  <a:pt x="4178835" y="41349"/>
                  <a:pt x="4182829" y="39514"/>
                  <a:pt x="4187939" y="39514"/>
                </a:cubicBezTo>
                <a:close/>
                <a:moveTo>
                  <a:pt x="4058384" y="39514"/>
                </a:moveTo>
                <a:cubicBezTo>
                  <a:pt x="4062253" y="39514"/>
                  <a:pt x="4065279" y="40630"/>
                  <a:pt x="4067462" y="42862"/>
                </a:cubicBezTo>
                <a:cubicBezTo>
                  <a:pt x="4069645" y="45095"/>
                  <a:pt x="4070736" y="48171"/>
                  <a:pt x="4070736" y="52090"/>
                </a:cubicBezTo>
                <a:lnTo>
                  <a:pt x="4070736" y="80218"/>
                </a:lnTo>
                <a:lnTo>
                  <a:pt x="4065379" y="80218"/>
                </a:lnTo>
                <a:lnTo>
                  <a:pt x="4065379" y="52462"/>
                </a:lnTo>
                <a:cubicBezTo>
                  <a:pt x="4065379" y="49932"/>
                  <a:pt x="4064659" y="48009"/>
                  <a:pt x="4063221" y="46695"/>
                </a:cubicBezTo>
                <a:cubicBezTo>
                  <a:pt x="4061783" y="45380"/>
                  <a:pt x="4059699" y="44723"/>
                  <a:pt x="4056970" y="44723"/>
                </a:cubicBezTo>
                <a:cubicBezTo>
                  <a:pt x="4054985" y="44723"/>
                  <a:pt x="4053150" y="45033"/>
                  <a:pt x="4051463" y="45653"/>
                </a:cubicBezTo>
                <a:cubicBezTo>
                  <a:pt x="4049776" y="46273"/>
                  <a:pt x="4048140" y="47278"/>
                  <a:pt x="4046552" y="48667"/>
                </a:cubicBezTo>
                <a:lnTo>
                  <a:pt x="4046552" y="80218"/>
                </a:lnTo>
                <a:lnTo>
                  <a:pt x="4041194" y="80218"/>
                </a:lnTo>
                <a:lnTo>
                  <a:pt x="4041194" y="40481"/>
                </a:lnTo>
                <a:lnTo>
                  <a:pt x="4046180" y="40481"/>
                </a:lnTo>
                <a:lnTo>
                  <a:pt x="4046180" y="44723"/>
                </a:lnTo>
                <a:cubicBezTo>
                  <a:pt x="4049504" y="41250"/>
                  <a:pt x="4053571" y="39514"/>
                  <a:pt x="4058384" y="39514"/>
                </a:cubicBezTo>
                <a:close/>
                <a:moveTo>
                  <a:pt x="4016786" y="39514"/>
                </a:moveTo>
                <a:cubicBezTo>
                  <a:pt x="4022045" y="39514"/>
                  <a:pt x="4026088" y="41287"/>
                  <a:pt x="4028916" y="44834"/>
                </a:cubicBezTo>
                <a:cubicBezTo>
                  <a:pt x="4031743" y="48381"/>
                  <a:pt x="4033157" y="53553"/>
                  <a:pt x="4033157" y="60350"/>
                </a:cubicBezTo>
                <a:cubicBezTo>
                  <a:pt x="4033157" y="67146"/>
                  <a:pt x="4031743" y="72318"/>
                  <a:pt x="4028916" y="75865"/>
                </a:cubicBezTo>
                <a:cubicBezTo>
                  <a:pt x="4026088" y="79412"/>
                  <a:pt x="4022021" y="81186"/>
                  <a:pt x="4016712" y="81186"/>
                </a:cubicBezTo>
                <a:cubicBezTo>
                  <a:pt x="4011453" y="81186"/>
                  <a:pt x="4007410" y="79412"/>
                  <a:pt x="4004583" y="75865"/>
                </a:cubicBezTo>
                <a:cubicBezTo>
                  <a:pt x="4001755" y="72318"/>
                  <a:pt x="4000341" y="67146"/>
                  <a:pt x="4000341" y="60350"/>
                </a:cubicBezTo>
                <a:cubicBezTo>
                  <a:pt x="4000341" y="53553"/>
                  <a:pt x="4001755" y="48381"/>
                  <a:pt x="4004583" y="44834"/>
                </a:cubicBezTo>
                <a:cubicBezTo>
                  <a:pt x="4007410" y="41287"/>
                  <a:pt x="4011479" y="39514"/>
                  <a:pt x="4016786" y="39514"/>
                </a:cubicBezTo>
                <a:close/>
                <a:moveTo>
                  <a:pt x="3979207" y="39514"/>
                </a:moveTo>
                <a:cubicBezTo>
                  <a:pt x="3981092" y="39514"/>
                  <a:pt x="3983027" y="39799"/>
                  <a:pt x="3985011" y="40370"/>
                </a:cubicBezTo>
                <a:cubicBezTo>
                  <a:pt x="3986996" y="40940"/>
                  <a:pt x="3988807" y="41721"/>
                  <a:pt x="3990444" y="42714"/>
                </a:cubicBezTo>
                <a:lnTo>
                  <a:pt x="3988360" y="47104"/>
                </a:lnTo>
                <a:cubicBezTo>
                  <a:pt x="3985136" y="45368"/>
                  <a:pt x="3982035" y="44499"/>
                  <a:pt x="3979058" y="44499"/>
                </a:cubicBezTo>
                <a:cubicBezTo>
                  <a:pt x="3975437" y="44499"/>
                  <a:pt x="3972609" y="45839"/>
                  <a:pt x="3970575" y="48518"/>
                </a:cubicBezTo>
                <a:cubicBezTo>
                  <a:pt x="3968541" y="51197"/>
                  <a:pt x="3967525" y="54942"/>
                  <a:pt x="3967525" y="59754"/>
                </a:cubicBezTo>
                <a:cubicBezTo>
                  <a:pt x="3967525" y="65112"/>
                  <a:pt x="3968578" y="69168"/>
                  <a:pt x="3970687" y="71921"/>
                </a:cubicBezTo>
                <a:cubicBezTo>
                  <a:pt x="3972796" y="74674"/>
                  <a:pt x="3975909" y="76051"/>
                  <a:pt x="3980026" y="76051"/>
                </a:cubicBezTo>
                <a:cubicBezTo>
                  <a:pt x="3983101" y="76051"/>
                  <a:pt x="3986054" y="75208"/>
                  <a:pt x="3988881" y="73521"/>
                </a:cubicBezTo>
                <a:lnTo>
                  <a:pt x="3990890" y="77837"/>
                </a:lnTo>
                <a:cubicBezTo>
                  <a:pt x="3989502" y="78879"/>
                  <a:pt x="3987815" y="79685"/>
                  <a:pt x="3985830" y="80255"/>
                </a:cubicBezTo>
                <a:cubicBezTo>
                  <a:pt x="3983846" y="80826"/>
                  <a:pt x="3981762" y="81111"/>
                  <a:pt x="3979579" y="81111"/>
                </a:cubicBezTo>
                <a:cubicBezTo>
                  <a:pt x="3974023" y="81111"/>
                  <a:pt x="3969695" y="79276"/>
                  <a:pt x="3966594" y="75605"/>
                </a:cubicBezTo>
                <a:cubicBezTo>
                  <a:pt x="3963493" y="71933"/>
                  <a:pt x="3961943" y="66799"/>
                  <a:pt x="3961943" y="60201"/>
                </a:cubicBezTo>
                <a:cubicBezTo>
                  <a:pt x="3961943" y="56083"/>
                  <a:pt x="3962663" y="52462"/>
                  <a:pt x="3964101" y="49336"/>
                </a:cubicBezTo>
                <a:cubicBezTo>
                  <a:pt x="3965540" y="46211"/>
                  <a:pt x="3967561" y="43793"/>
                  <a:pt x="3970166" y="42081"/>
                </a:cubicBezTo>
                <a:cubicBezTo>
                  <a:pt x="3972770" y="40370"/>
                  <a:pt x="3975784" y="39514"/>
                  <a:pt x="3979207" y="39514"/>
                </a:cubicBezTo>
                <a:close/>
                <a:moveTo>
                  <a:pt x="3877409" y="39514"/>
                </a:moveTo>
                <a:cubicBezTo>
                  <a:pt x="3881278" y="39514"/>
                  <a:pt x="3884304" y="40630"/>
                  <a:pt x="3886487" y="42862"/>
                </a:cubicBezTo>
                <a:cubicBezTo>
                  <a:pt x="3888671" y="45095"/>
                  <a:pt x="3889762" y="48171"/>
                  <a:pt x="3889762" y="52090"/>
                </a:cubicBezTo>
                <a:lnTo>
                  <a:pt x="3889762" y="80218"/>
                </a:lnTo>
                <a:lnTo>
                  <a:pt x="3884404" y="80218"/>
                </a:lnTo>
                <a:lnTo>
                  <a:pt x="3884404" y="52462"/>
                </a:lnTo>
                <a:cubicBezTo>
                  <a:pt x="3884404" y="49932"/>
                  <a:pt x="3883684" y="48009"/>
                  <a:pt x="3882246" y="46695"/>
                </a:cubicBezTo>
                <a:cubicBezTo>
                  <a:pt x="3880807" y="45380"/>
                  <a:pt x="3878723" y="44723"/>
                  <a:pt x="3875995" y="44723"/>
                </a:cubicBezTo>
                <a:cubicBezTo>
                  <a:pt x="3874010" y="44723"/>
                  <a:pt x="3872175" y="45033"/>
                  <a:pt x="3870488" y="45653"/>
                </a:cubicBezTo>
                <a:cubicBezTo>
                  <a:pt x="3868801" y="46273"/>
                  <a:pt x="3867165" y="47278"/>
                  <a:pt x="3865577" y="48667"/>
                </a:cubicBezTo>
                <a:lnTo>
                  <a:pt x="3865577" y="80218"/>
                </a:lnTo>
                <a:lnTo>
                  <a:pt x="3860219" y="80218"/>
                </a:lnTo>
                <a:lnTo>
                  <a:pt x="3860219" y="40481"/>
                </a:lnTo>
                <a:lnTo>
                  <a:pt x="3865206" y="40481"/>
                </a:lnTo>
                <a:lnTo>
                  <a:pt x="3865206" y="44723"/>
                </a:lnTo>
                <a:cubicBezTo>
                  <a:pt x="3868529" y="41250"/>
                  <a:pt x="3872596" y="39514"/>
                  <a:pt x="3877409" y="39514"/>
                </a:cubicBezTo>
                <a:close/>
                <a:moveTo>
                  <a:pt x="3833728" y="39514"/>
                </a:moveTo>
                <a:cubicBezTo>
                  <a:pt x="3837994" y="39514"/>
                  <a:pt x="3841429" y="40580"/>
                  <a:pt x="3844035" y="42714"/>
                </a:cubicBezTo>
                <a:cubicBezTo>
                  <a:pt x="3846638" y="44847"/>
                  <a:pt x="3847941" y="47972"/>
                  <a:pt x="3847941" y="52090"/>
                </a:cubicBezTo>
                <a:lnTo>
                  <a:pt x="3847941" y="80218"/>
                </a:lnTo>
                <a:lnTo>
                  <a:pt x="3842956" y="80218"/>
                </a:lnTo>
                <a:lnTo>
                  <a:pt x="3842956" y="75381"/>
                </a:lnTo>
                <a:cubicBezTo>
                  <a:pt x="3840375" y="79152"/>
                  <a:pt x="3836383" y="81037"/>
                  <a:pt x="3830974" y="81037"/>
                </a:cubicBezTo>
                <a:cubicBezTo>
                  <a:pt x="3827055" y="81037"/>
                  <a:pt x="3823992" y="79995"/>
                  <a:pt x="3821785" y="77911"/>
                </a:cubicBezTo>
                <a:cubicBezTo>
                  <a:pt x="3819576" y="75828"/>
                  <a:pt x="3818473" y="72926"/>
                  <a:pt x="3818473" y="69205"/>
                </a:cubicBezTo>
                <a:cubicBezTo>
                  <a:pt x="3818473" y="64492"/>
                  <a:pt x="3820432" y="61007"/>
                  <a:pt x="3824351" y="58750"/>
                </a:cubicBezTo>
                <a:cubicBezTo>
                  <a:pt x="3828271" y="56493"/>
                  <a:pt x="3834348" y="55339"/>
                  <a:pt x="3842583" y="55290"/>
                </a:cubicBezTo>
                <a:lnTo>
                  <a:pt x="3842583" y="52536"/>
                </a:lnTo>
                <a:cubicBezTo>
                  <a:pt x="3842583" y="49957"/>
                  <a:pt x="3841777" y="47985"/>
                  <a:pt x="3840164" y="46620"/>
                </a:cubicBezTo>
                <a:cubicBezTo>
                  <a:pt x="3838552" y="45256"/>
                  <a:pt x="3836208" y="44574"/>
                  <a:pt x="3833132" y="44574"/>
                </a:cubicBezTo>
                <a:cubicBezTo>
                  <a:pt x="3829908" y="44574"/>
                  <a:pt x="3826782" y="45293"/>
                  <a:pt x="3823756" y="46732"/>
                </a:cubicBezTo>
                <a:lnTo>
                  <a:pt x="3822342" y="42193"/>
                </a:lnTo>
                <a:cubicBezTo>
                  <a:pt x="3825864" y="40407"/>
                  <a:pt x="3829660" y="39514"/>
                  <a:pt x="3833728" y="39514"/>
                </a:cubicBezTo>
                <a:close/>
                <a:moveTo>
                  <a:pt x="3711689" y="39514"/>
                </a:moveTo>
                <a:cubicBezTo>
                  <a:pt x="3716700" y="39514"/>
                  <a:pt x="3720594" y="41200"/>
                  <a:pt x="3723372" y="44574"/>
                </a:cubicBezTo>
                <a:cubicBezTo>
                  <a:pt x="3726151" y="47947"/>
                  <a:pt x="3727539" y="52635"/>
                  <a:pt x="3727539" y="58638"/>
                </a:cubicBezTo>
                <a:cubicBezTo>
                  <a:pt x="3727539" y="59829"/>
                  <a:pt x="3727465" y="60871"/>
                  <a:pt x="3727316" y="61764"/>
                </a:cubicBezTo>
                <a:lnTo>
                  <a:pt x="3700825" y="61764"/>
                </a:lnTo>
                <a:cubicBezTo>
                  <a:pt x="3701023" y="66476"/>
                  <a:pt x="3702177" y="70036"/>
                  <a:pt x="3704285" y="72442"/>
                </a:cubicBezTo>
                <a:cubicBezTo>
                  <a:pt x="3706393" y="74848"/>
                  <a:pt x="3709407" y="76051"/>
                  <a:pt x="3713327" y="76051"/>
                </a:cubicBezTo>
                <a:cubicBezTo>
                  <a:pt x="3717047" y="76051"/>
                  <a:pt x="3720470" y="75009"/>
                  <a:pt x="3723596" y="72926"/>
                </a:cubicBezTo>
                <a:lnTo>
                  <a:pt x="3725679" y="77242"/>
                </a:lnTo>
                <a:cubicBezTo>
                  <a:pt x="3724141" y="78482"/>
                  <a:pt x="3722268" y="79437"/>
                  <a:pt x="3720061" y="80107"/>
                </a:cubicBezTo>
                <a:cubicBezTo>
                  <a:pt x="3717853" y="80776"/>
                  <a:pt x="3715509" y="81111"/>
                  <a:pt x="3713029" y="81111"/>
                </a:cubicBezTo>
                <a:cubicBezTo>
                  <a:pt x="3707472" y="81111"/>
                  <a:pt x="3703144" y="79276"/>
                  <a:pt x="3700044" y="75605"/>
                </a:cubicBezTo>
                <a:cubicBezTo>
                  <a:pt x="3696943" y="71933"/>
                  <a:pt x="3695393" y="66849"/>
                  <a:pt x="3695393" y="60350"/>
                </a:cubicBezTo>
                <a:cubicBezTo>
                  <a:pt x="3695393" y="53801"/>
                  <a:pt x="3696831" y="48691"/>
                  <a:pt x="3699709" y="45020"/>
                </a:cubicBezTo>
                <a:cubicBezTo>
                  <a:pt x="3702586" y="41349"/>
                  <a:pt x="3706579" y="39514"/>
                  <a:pt x="3711689" y="39514"/>
                </a:cubicBezTo>
                <a:close/>
                <a:moveTo>
                  <a:pt x="3645833" y="39514"/>
                </a:moveTo>
                <a:cubicBezTo>
                  <a:pt x="3647718" y="39514"/>
                  <a:pt x="3649653" y="39799"/>
                  <a:pt x="3651637" y="40370"/>
                </a:cubicBezTo>
                <a:cubicBezTo>
                  <a:pt x="3653621" y="40940"/>
                  <a:pt x="3655432" y="41721"/>
                  <a:pt x="3657069" y="42714"/>
                </a:cubicBezTo>
                <a:lnTo>
                  <a:pt x="3654985" y="47104"/>
                </a:lnTo>
                <a:cubicBezTo>
                  <a:pt x="3651761" y="45368"/>
                  <a:pt x="3648660" y="44499"/>
                  <a:pt x="3645684" y="44499"/>
                </a:cubicBezTo>
                <a:cubicBezTo>
                  <a:pt x="3642062" y="44499"/>
                  <a:pt x="3639235" y="45839"/>
                  <a:pt x="3637200" y="48518"/>
                </a:cubicBezTo>
                <a:cubicBezTo>
                  <a:pt x="3635167" y="51197"/>
                  <a:pt x="3634150" y="54942"/>
                  <a:pt x="3634150" y="59754"/>
                </a:cubicBezTo>
                <a:cubicBezTo>
                  <a:pt x="3634150" y="65112"/>
                  <a:pt x="3635204" y="69168"/>
                  <a:pt x="3637312" y="71921"/>
                </a:cubicBezTo>
                <a:cubicBezTo>
                  <a:pt x="3639421" y="74674"/>
                  <a:pt x="3642534" y="76051"/>
                  <a:pt x="3646651" y="76051"/>
                </a:cubicBezTo>
                <a:cubicBezTo>
                  <a:pt x="3649727" y="76051"/>
                  <a:pt x="3652679" y="75208"/>
                  <a:pt x="3655507" y="73521"/>
                </a:cubicBezTo>
                <a:lnTo>
                  <a:pt x="3657516" y="77837"/>
                </a:lnTo>
                <a:cubicBezTo>
                  <a:pt x="3656127" y="78879"/>
                  <a:pt x="3654440" y="79685"/>
                  <a:pt x="3652456" y="80255"/>
                </a:cubicBezTo>
                <a:cubicBezTo>
                  <a:pt x="3650472" y="80826"/>
                  <a:pt x="3648388" y="81111"/>
                  <a:pt x="3646205" y="81111"/>
                </a:cubicBezTo>
                <a:cubicBezTo>
                  <a:pt x="3640649" y="81111"/>
                  <a:pt x="3636320" y="79276"/>
                  <a:pt x="3633220" y="75605"/>
                </a:cubicBezTo>
                <a:cubicBezTo>
                  <a:pt x="3630120" y="71933"/>
                  <a:pt x="3628569" y="66799"/>
                  <a:pt x="3628569" y="60201"/>
                </a:cubicBezTo>
                <a:cubicBezTo>
                  <a:pt x="3628569" y="56083"/>
                  <a:pt x="3629288" y="52462"/>
                  <a:pt x="3630727" y="49336"/>
                </a:cubicBezTo>
                <a:cubicBezTo>
                  <a:pt x="3632166" y="46211"/>
                  <a:pt x="3634187" y="43793"/>
                  <a:pt x="3636792" y="42081"/>
                </a:cubicBezTo>
                <a:cubicBezTo>
                  <a:pt x="3639396" y="40370"/>
                  <a:pt x="3642410" y="39514"/>
                  <a:pt x="3645833" y="39514"/>
                </a:cubicBezTo>
                <a:close/>
                <a:moveTo>
                  <a:pt x="3606914" y="39514"/>
                </a:moveTo>
                <a:cubicBezTo>
                  <a:pt x="3611925" y="39514"/>
                  <a:pt x="3615819" y="41200"/>
                  <a:pt x="3618597" y="44574"/>
                </a:cubicBezTo>
                <a:cubicBezTo>
                  <a:pt x="3621375" y="47947"/>
                  <a:pt x="3622765" y="52635"/>
                  <a:pt x="3622765" y="58638"/>
                </a:cubicBezTo>
                <a:cubicBezTo>
                  <a:pt x="3622765" y="59829"/>
                  <a:pt x="3622690" y="60871"/>
                  <a:pt x="3622541" y="61764"/>
                </a:cubicBezTo>
                <a:lnTo>
                  <a:pt x="3596050" y="61764"/>
                </a:lnTo>
                <a:cubicBezTo>
                  <a:pt x="3596248" y="66476"/>
                  <a:pt x="3597402" y="70036"/>
                  <a:pt x="3599510" y="72442"/>
                </a:cubicBezTo>
                <a:cubicBezTo>
                  <a:pt x="3601619" y="74848"/>
                  <a:pt x="3604632" y="76051"/>
                  <a:pt x="3608551" y="76051"/>
                </a:cubicBezTo>
                <a:cubicBezTo>
                  <a:pt x="3612272" y="76051"/>
                  <a:pt x="3615695" y="75009"/>
                  <a:pt x="3618821" y="72926"/>
                </a:cubicBezTo>
                <a:lnTo>
                  <a:pt x="3620904" y="77242"/>
                </a:lnTo>
                <a:cubicBezTo>
                  <a:pt x="3619367" y="78482"/>
                  <a:pt x="3617494" y="79437"/>
                  <a:pt x="3615286" y="80107"/>
                </a:cubicBezTo>
                <a:cubicBezTo>
                  <a:pt x="3613079" y="80776"/>
                  <a:pt x="3610735" y="81111"/>
                  <a:pt x="3608254" y="81111"/>
                </a:cubicBezTo>
                <a:cubicBezTo>
                  <a:pt x="3602698" y="81111"/>
                  <a:pt x="3598369" y="79276"/>
                  <a:pt x="3595268" y="75605"/>
                </a:cubicBezTo>
                <a:cubicBezTo>
                  <a:pt x="3592168" y="71933"/>
                  <a:pt x="3590617" y="66849"/>
                  <a:pt x="3590617" y="60350"/>
                </a:cubicBezTo>
                <a:cubicBezTo>
                  <a:pt x="3590617" y="53801"/>
                  <a:pt x="3592057" y="48691"/>
                  <a:pt x="3594934" y="45020"/>
                </a:cubicBezTo>
                <a:cubicBezTo>
                  <a:pt x="3597811" y="41349"/>
                  <a:pt x="3601804" y="39514"/>
                  <a:pt x="3606914" y="39514"/>
                </a:cubicBezTo>
                <a:close/>
                <a:moveTo>
                  <a:pt x="3511664" y="39514"/>
                </a:moveTo>
                <a:cubicBezTo>
                  <a:pt x="3516675" y="39514"/>
                  <a:pt x="3520569" y="41200"/>
                  <a:pt x="3523348" y="44574"/>
                </a:cubicBezTo>
                <a:cubicBezTo>
                  <a:pt x="3526126" y="47947"/>
                  <a:pt x="3527515" y="52635"/>
                  <a:pt x="3527515" y="58638"/>
                </a:cubicBezTo>
                <a:cubicBezTo>
                  <a:pt x="3527515" y="59829"/>
                  <a:pt x="3527440" y="60871"/>
                  <a:pt x="3527291" y="61764"/>
                </a:cubicBezTo>
                <a:lnTo>
                  <a:pt x="3500800" y="61764"/>
                </a:lnTo>
                <a:cubicBezTo>
                  <a:pt x="3500998" y="66476"/>
                  <a:pt x="3502151" y="70036"/>
                  <a:pt x="3504260" y="72442"/>
                </a:cubicBezTo>
                <a:cubicBezTo>
                  <a:pt x="3506369" y="74848"/>
                  <a:pt x="3509382" y="76051"/>
                  <a:pt x="3513301" y="76051"/>
                </a:cubicBezTo>
                <a:cubicBezTo>
                  <a:pt x="3517022" y="76051"/>
                  <a:pt x="3520445" y="75009"/>
                  <a:pt x="3523571" y="72926"/>
                </a:cubicBezTo>
                <a:lnTo>
                  <a:pt x="3525654" y="77242"/>
                </a:lnTo>
                <a:cubicBezTo>
                  <a:pt x="3524116" y="78482"/>
                  <a:pt x="3522243" y="79437"/>
                  <a:pt x="3520036" y="80107"/>
                </a:cubicBezTo>
                <a:cubicBezTo>
                  <a:pt x="3517828" y="80776"/>
                  <a:pt x="3515484" y="81111"/>
                  <a:pt x="3513004" y="81111"/>
                </a:cubicBezTo>
                <a:cubicBezTo>
                  <a:pt x="3507448" y="81111"/>
                  <a:pt x="3503119" y="79276"/>
                  <a:pt x="3500019" y="75605"/>
                </a:cubicBezTo>
                <a:cubicBezTo>
                  <a:pt x="3496918" y="71933"/>
                  <a:pt x="3495368" y="66849"/>
                  <a:pt x="3495368" y="60350"/>
                </a:cubicBezTo>
                <a:cubicBezTo>
                  <a:pt x="3495368" y="53801"/>
                  <a:pt x="3496807" y="48691"/>
                  <a:pt x="3499684" y="45020"/>
                </a:cubicBezTo>
                <a:cubicBezTo>
                  <a:pt x="3502561" y="41349"/>
                  <a:pt x="3506555" y="39514"/>
                  <a:pt x="3511664" y="39514"/>
                </a:cubicBezTo>
                <a:close/>
                <a:moveTo>
                  <a:pt x="3433679" y="39514"/>
                </a:moveTo>
                <a:cubicBezTo>
                  <a:pt x="3437945" y="39514"/>
                  <a:pt x="3441380" y="40580"/>
                  <a:pt x="3443985" y="42714"/>
                </a:cubicBezTo>
                <a:cubicBezTo>
                  <a:pt x="3446589" y="44847"/>
                  <a:pt x="3447891" y="47972"/>
                  <a:pt x="3447891" y="52090"/>
                </a:cubicBezTo>
                <a:lnTo>
                  <a:pt x="3447891" y="80218"/>
                </a:lnTo>
                <a:lnTo>
                  <a:pt x="3442905" y="80218"/>
                </a:lnTo>
                <a:lnTo>
                  <a:pt x="3442905" y="75381"/>
                </a:lnTo>
                <a:cubicBezTo>
                  <a:pt x="3440326" y="79152"/>
                  <a:pt x="3436333" y="81037"/>
                  <a:pt x="3430925" y="81037"/>
                </a:cubicBezTo>
                <a:cubicBezTo>
                  <a:pt x="3427006" y="81037"/>
                  <a:pt x="3423942" y="79995"/>
                  <a:pt x="3421735" y="77911"/>
                </a:cubicBezTo>
                <a:cubicBezTo>
                  <a:pt x="3419528" y="75828"/>
                  <a:pt x="3418424" y="72926"/>
                  <a:pt x="3418424" y="69205"/>
                </a:cubicBezTo>
                <a:cubicBezTo>
                  <a:pt x="3418424" y="64492"/>
                  <a:pt x="3420383" y="61007"/>
                  <a:pt x="3424302" y="58750"/>
                </a:cubicBezTo>
                <a:cubicBezTo>
                  <a:pt x="3428221" y="56493"/>
                  <a:pt x="3434299" y="55339"/>
                  <a:pt x="3442533" y="55290"/>
                </a:cubicBezTo>
                <a:lnTo>
                  <a:pt x="3442533" y="52536"/>
                </a:lnTo>
                <a:cubicBezTo>
                  <a:pt x="3442533" y="49957"/>
                  <a:pt x="3441727" y="47985"/>
                  <a:pt x="3440115" y="46620"/>
                </a:cubicBezTo>
                <a:cubicBezTo>
                  <a:pt x="3438503" y="45256"/>
                  <a:pt x="3436159" y="44574"/>
                  <a:pt x="3433083" y="44574"/>
                </a:cubicBezTo>
                <a:cubicBezTo>
                  <a:pt x="3429858" y="44574"/>
                  <a:pt x="3426733" y="45293"/>
                  <a:pt x="3423707" y="46732"/>
                </a:cubicBezTo>
                <a:lnTo>
                  <a:pt x="3422293" y="42193"/>
                </a:lnTo>
                <a:cubicBezTo>
                  <a:pt x="3425816" y="40407"/>
                  <a:pt x="3429611" y="39514"/>
                  <a:pt x="3433679" y="39514"/>
                </a:cubicBezTo>
                <a:close/>
                <a:moveTo>
                  <a:pt x="3277334" y="39514"/>
                </a:moveTo>
                <a:cubicBezTo>
                  <a:pt x="3281204" y="39514"/>
                  <a:pt x="3284230" y="40630"/>
                  <a:pt x="3286413" y="42862"/>
                </a:cubicBezTo>
                <a:cubicBezTo>
                  <a:pt x="3288596" y="45095"/>
                  <a:pt x="3289687" y="48171"/>
                  <a:pt x="3289687" y="52090"/>
                </a:cubicBezTo>
                <a:lnTo>
                  <a:pt x="3289687" y="80218"/>
                </a:lnTo>
                <a:lnTo>
                  <a:pt x="3284330" y="80218"/>
                </a:lnTo>
                <a:lnTo>
                  <a:pt x="3284330" y="52462"/>
                </a:lnTo>
                <a:cubicBezTo>
                  <a:pt x="3284330" y="49932"/>
                  <a:pt x="3283610" y="48009"/>
                  <a:pt x="3282171" y="46695"/>
                </a:cubicBezTo>
                <a:cubicBezTo>
                  <a:pt x="3280732" y="45380"/>
                  <a:pt x="3278649" y="44723"/>
                  <a:pt x="3275921" y="44723"/>
                </a:cubicBezTo>
                <a:cubicBezTo>
                  <a:pt x="3273937" y="44723"/>
                  <a:pt x="3272101" y="45033"/>
                  <a:pt x="3270414" y="45653"/>
                </a:cubicBezTo>
                <a:cubicBezTo>
                  <a:pt x="3268727" y="46273"/>
                  <a:pt x="3267091" y="47278"/>
                  <a:pt x="3265503" y="48667"/>
                </a:cubicBezTo>
                <a:lnTo>
                  <a:pt x="3265503" y="80218"/>
                </a:lnTo>
                <a:lnTo>
                  <a:pt x="3260145" y="80218"/>
                </a:lnTo>
                <a:lnTo>
                  <a:pt x="3260145" y="40481"/>
                </a:lnTo>
                <a:lnTo>
                  <a:pt x="3265130" y="40481"/>
                </a:lnTo>
                <a:lnTo>
                  <a:pt x="3265130" y="44723"/>
                </a:lnTo>
                <a:cubicBezTo>
                  <a:pt x="3268454" y="41250"/>
                  <a:pt x="3272523" y="39514"/>
                  <a:pt x="3277334" y="39514"/>
                </a:cubicBezTo>
                <a:close/>
                <a:moveTo>
                  <a:pt x="3214603" y="39514"/>
                </a:moveTo>
                <a:cubicBezTo>
                  <a:pt x="3218870" y="39514"/>
                  <a:pt x="3222305" y="40580"/>
                  <a:pt x="3224909" y="42714"/>
                </a:cubicBezTo>
                <a:cubicBezTo>
                  <a:pt x="3227514" y="44847"/>
                  <a:pt x="3228816" y="47972"/>
                  <a:pt x="3228816" y="52090"/>
                </a:cubicBezTo>
                <a:lnTo>
                  <a:pt x="3228816" y="80218"/>
                </a:lnTo>
                <a:lnTo>
                  <a:pt x="3223831" y="80218"/>
                </a:lnTo>
                <a:lnTo>
                  <a:pt x="3223831" y="75381"/>
                </a:lnTo>
                <a:cubicBezTo>
                  <a:pt x="3221251" y="79152"/>
                  <a:pt x="3217257" y="81037"/>
                  <a:pt x="3211850" y="81037"/>
                </a:cubicBezTo>
                <a:cubicBezTo>
                  <a:pt x="3207931" y="81037"/>
                  <a:pt x="3204867" y="79995"/>
                  <a:pt x="3202660" y="77911"/>
                </a:cubicBezTo>
                <a:cubicBezTo>
                  <a:pt x="3200453" y="75828"/>
                  <a:pt x="3199349" y="72926"/>
                  <a:pt x="3199349" y="69205"/>
                </a:cubicBezTo>
                <a:cubicBezTo>
                  <a:pt x="3199349" y="64492"/>
                  <a:pt x="3201309" y="61007"/>
                  <a:pt x="3205227" y="58750"/>
                </a:cubicBezTo>
                <a:cubicBezTo>
                  <a:pt x="3209146" y="56493"/>
                  <a:pt x="3215224" y="55339"/>
                  <a:pt x="3223459" y="55290"/>
                </a:cubicBezTo>
                <a:lnTo>
                  <a:pt x="3223459" y="52536"/>
                </a:lnTo>
                <a:cubicBezTo>
                  <a:pt x="3223459" y="49957"/>
                  <a:pt x="3222652" y="47985"/>
                  <a:pt x="3221040" y="46620"/>
                </a:cubicBezTo>
                <a:cubicBezTo>
                  <a:pt x="3219428" y="45256"/>
                  <a:pt x="3217084" y="44574"/>
                  <a:pt x="3214008" y="44574"/>
                </a:cubicBezTo>
                <a:cubicBezTo>
                  <a:pt x="3210784" y="44574"/>
                  <a:pt x="3207658" y="45293"/>
                  <a:pt x="3204632" y="46732"/>
                </a:cubicBezTo>
                <a:lnTo>
                  <a:pt x="3203218" y="42193"/>
                </a:lnTo>
                <a:cubicBezTo>
                  <a:pt x="3206740" y="40407"/>
                  <a:pt x="3210536" y="39514"/>
                  <a:pt x="3214603" y="39514"/>
                </a:cubicBezTo>
                <a:close/>
                <a:moveTo>
                  <a:pt x="3143984" y="39514"/>
                </a:moveTo>
                <a:cubicBezTo>
                  <a:pt x="3147854" y="39514"/>
                  <a:pt x="3150880" y="40630"/>
                  <a:pt x="3153062" y="42862"/>
                </a:cubicBezTo>
                <a:cubicBezTo>
                  <a:pt x="3155246" y="45095"/>
                  <a:pt x="3156337" y="48171"/>
                  <a:pt x="3156337" y="52090"/>
                </a:cubicBezTo>
                <a:lnTo>
                  <a:pt x="3156337" y="80218"/>
                </a:lnTo>
                <a:lnTo>
                  <a:pt x="3150979" y="80218"/>
                </a:lnTo>
                <a:lnTo>
                  <a:pt x="3150979" y="52462"/>
                </a:lnTo>
                <a:cubicBezTo>
                  <a:pt x="3150979" y="49932"/>
                  <a:pt x="3150260" y="48009"/>
                  <a:pt x="3148821" y="46695"/>
                </a:cubicBezTo>
                <a:cubicBezTo>
                  <a:pt x="3147382" y="45380"/>
                  <a:pt x="3145299" y="44723"/>
                  <a:pt x="3142571" y="44723"/>
                </a:cubicBezTo>
                <a:cubicBezTo>
                  <a:pt x="3140586" y="44723"/>
                  <a:pt x="3138751" y="45033"/>
                  <a:pt x="3137064" y="45653"/>
                </a:cubicBezTo>
                <a:cubicBezTo>
                  <a:pt x="3135378" y="46273"/>
                  <a:pt x="3133740" y="47278"/>
                  <a:pt x="3132153" y="48667"/>
                </a:cubicBezTo>
                <a:lnTo>
                  <a:pt x="3132153" y="80218"/>
                </a:lnTo>
                <a:lnTo>
                  <a:pt x="3126795" y="80218"/>
                </a:lnTo>
                <a:lnTo>
                  <a:pt x="3126795" y="40481"/>
                </a:lnTo>
                <a:lnTo>
                  <a:pt x="3131781" y="40481"/>
                </a:lnTo>
                <a:lnTo>
                  <a:pt x="3131781" y="44723"/>
                </a:lnTo>
                <a:cubicBezTo>
                  <a:pt x="3135104" y="41250"/>
                  <a:pt x="3139173" y="39514"/>
                  <a:pt x="3143984" y="39514"/>
                </a:cubicBezTo>
                <a:close/>
                <a:moveTo>
                  <a:pt x="3102387" y="39514"/>
                </a:moveTo>
                <a:cubicBezTo>
                  <a:pt x="3107646" y="39514"/>
                  <a:pt x="3111688" y="41287"/>
                  <a:pt x="3114516" y="44834"/>
                </a:cubicBezTo>
                <a:cubicBezTo>
                  <a:pt x="3117344" y="48381"/>
                  <a:pt x="3118758" y="53553"/>
                  <a:pt x="3118758" y="60350"/>
                </a:cubicBezTo>
                <a:cubicBezTo>
                  <a:pt x="3118758" y="67146"/>
                  <a:pt x="3117344" y="72318"/>
                  <a:pt x="3114516" y="75865"/>
                </a:cubicBezTo>
                <a:cubicBezTo>
                  <a:pt x="3111688" y="79412"/>
                  <a:pt x="3107621" y="81186"/>
                  <a:pt x="3102313" y="81186"/>
                </a:cubicBezTo>
                <a:cubicBezTo>
                  <a:pt x="3097054" y="81186"/>
                  <a:pt x="3093010" y="79412"/>
                  <a:pt x="3090183" y="75865"/>
                </a:cubicBezTo>
                <a:cubicBezTo>
                  <a:pt x="3087356" y="72318"/>
                  <a:pt x="3085941" y="67146"/>
                  <a:pt x="3085941" y="60350"/>
                </a:cubicBezTo>
                <a:cubicBezTo>
                  <a:pt x="3085941" y="53553"/>
                  <a:pt x="3087356" y="48381"/>
                  <a:pt x="3090183" y="44834"/>
                </a:cubicBezTo>
                <a:cubicBezTo>
                  <a:pt x="3093010" y="41287"/>
                  <a:pt x="3097079" y="39514"/>
                  <a:pt x="3102387" y="39514"/>
                </a:cubicBezTo>
                <a:close/>
                <a:moveTo>
                  <a:pt x="3064808" y="39514"/>
                </a:moveTo>
                <a:cubicBezTo>
                  <a:pt x="3066693" y="39514"/>
                  <a:pt x="3068628" y="39799"/>
                  <a:pt x="3070612" y="40370"/>
                </a:cubicBezTo>
                <a:cubicBezTo>
                  <a:pt x="3072596" y="40940"/>
                  <a:pt x="3074407" y="41721"/>
                  <a:pt x="3076044" y="42714"/>
                </a:cubicBezTo>
                <a:lnTo>
                  <a:pt x="3073961" y="47104"/>
                </a:lnTo>
                <a:cubicBezTo>
                  <a:pt x="3070736" y="45368"/>
                  <a:pt x="3067635" y="44499"/>
                  <a:pt x="3064659" y="44499"/>
                </a:cubicBezTo>
                <a:cubicBezTo>
                  <a:pt x="3061038" y="44499"/>
                  <a:pt x="3058210" y="45839"/>
                  <a:pt x="3056176" y="48518"/>
                </a:cubicBezTo>
                <a:cubicBezTo>
                  <a:pt x="3054142" y="51197"/>
                  <a:pt x="3053125" y="54942"/>
                  <a:pt x="3053125" y="59754"/>
                </a:cubicBezTo>
                <a:cubicBezTo>
                  <a:pt x="3053125" y="65112"/>
                  <a:pt x="3054179" y="69168"/>
                  <a:pt x="3056287" y="71921"/>
                </a:cubicBezTo>
                <a:cubicBezTo>
                  <a:pt x="3058396" y="74674"/>
                  <a:pt x="3061509" y="76051"/>
                  <a:pt x="3065626" y="76051"/>
                </a:cubicBezTo>
                <a:cubicBezTo>
                  <a:pt x="3068702" y="76051"/>
                  <a:pt x="3071654" y="75208"/>
                  <a:pt x="3074482" y="73521"/>
                </a:cubicBezTo>
                <a:lnTo>
                  <a:pt x="3076491" y="77837"/>
                </a:lnTo>
                <a:cubicBezTo>
                  <a:pt x="3075102" y="78879"/>
                  <a:pt x="3073415" y="79685"/>
                  <a:pt x="3071431" y="80255"/>
                </a:cubicBezTo>
                <a:cubicBezTo>
                  <a:pt x="3069447" y="80826"/>
                  <a:pt x="3067363" y="81111"/>
                  <a:pt x="3065180" y="81111"/>
                </a:cubicBezTo>
                <a:cubicBezTo>
                  <a:pt x="3059624" y="81111"/>
                  <a:pt x="3055295" y="79276"/>
                  <a:pt x="3052195" y="75605"/>
                </a:cubicBezTo>
                <a:cubicBezTo>
                  <a:pt x="3049095" y="71933"/>
                  <a:pt x="3047544" y="66799"/>
                  <a:pt x="3047544" y="60201"/>
                </a:cubicBezTo>
                <a:cubicBezTo>
                  <a:pt x="3047544" y="56083"/>
                  <a:pt x="3048264" y="52462"/>
                  <a:pt x="3049702" y="49336"/>
                </a:cubicBezTo>
                <a:cubicBezTo>
                  <a:pt x="3051141" y="46211"/>
                  <a:pt x="3053162" y="43793"/>
                  <a:pt x="3055767" y="42081"/>
                </a:cubicBezTo>
                <a:cubicBezTo>
                  <a:pt x="3058371" y="40370"/>
                  <a:pt x="3061385" y="39514"/>
                  <a:pt x="3064808" y="39514"/>
                </a:cubicBezTo>
                <a:close/>
                <a:moveTo>
                  <a:pt x="2883833" y="39514"/>
                </a:moveTo>
                <a:cubicBezTo>
                  <a:pt x="2885718" y="39514"/>
                  <a:pt x="2887653" y="39799"/>
                  <a:pt x="2889637" y="40370"/>
                </a:cubicBezTo>
                <a:cubicBezTo>
                  <a:pt x="2891621" y="40940"/>
                  <a:pt x="2893432" y="41721"/>
                  <a:pt x="2895069" y="42714"/>
                </a:cubicBezTo>
                <a:lnTo>
                  <a:pt x="2892986" y="47104"/>
                </a:lnTo>
                <a:cubicBezTo>
                  <a:pt x="2889761" y="45368"/>
                  <a:pt x="2886661" y="44499"/>
                  <a:pt x="2883684" y="44499"/>
                </a:cubicBezTo>
                <a:cubicBezTo>
                  <a:pt x="2880063" y="44499"/>
                  <a:pt x="2877235" y="45839"/>
                  <a:pt x="2875201" y="48518"/>
                </a:cubicBezTo>
                <a:cubicBezTo>
                  <a:pt x="2873167" y="51197"/>
                  <a:pt x="2872150" y="54942"/>
                  <a:pt x="2872150" y="59754"/>
                </a:cubicBezTo>
                <a:cubicBezTo>
                  <a:pt x="2872150" y="65112"/>
                  <a:pt x="2873204" y="69168"/>
                  <a:pt x="2875312" y="71921"/>
                </a:cubicBezTo>
                <a:cubicBezTo>
                  <a:pt x="2877421" y="74674"/>
                  <a:pt x="2880534" y="76051"/>
                  <a:pt x="2884651" y="76051"/>
                </a:cubicBezTo>
                <a:cubicBezTo>
                  <a:pt x="2887728" y="76051"/>
                  <a:pt x="2890679" y="75208"/>
                  <a:pt x="2893507" y="73521"/>
                </a:cubicBezTo>
                <a:lnTo>
                  <a:pt x="2895516" y="77837"/>
                </a:lnTo>
                <a:cubicBezTo>
                  <a:pt x="2894127" y="78879"/>
                  <a:pt x="2892440" y="79685"/>
                  <a:pt x="2890456" y="80255"/>
                </a:cubicBezTo>
                <a:cubicBezTo>
                  <a:pt x="2888471" y="80826"/>
                  <a:pt x="2886388" y="81111"/>
                  <a:pt x="2884205" y="81111"/>
                </a:cubicBezTo>
                <a:cubicBezTo>
                  <a:pt x="2878649" y="81111"/>
                  <a:pt x="2874320" y="79276"/>
                  <a:pt x="2871220" y="75605"/>
                </a:cubicBezTo>
                <a:cubicBezTo>
                  <a:pt x="2868119" y="71933"/>
                  <a:pt x="2866569" y="66799"/>
                  <a:pt x="2866569" y="60201"/>
                </a:cubicBezTo>
                <a:cubicBezTo>
                  <a:pt x="2866569" y="56083"/>
                  <a:pt x="2867288" y="52462"/>
                  <a:pt x="2868727" y="49336"/>
                </a:cubicBezTo>
                <a:cubicBezTo>
                  <a:pt x="2870166" y="46211"/>
                  <a:pt x="2872187" y="43793"/>
                  <a:pt x="2874792" y="42081"/>
                </a:cubicBezTo>
                <a:cubicBezTo>
                  <a:pt x="2877396" y="40370"/>
                  <a:pt x="2880410" y="39514"/>
                  <a:pt x="2883833" y="39514"/>
                </a:cubicBezTo>
                <a:close/>
                <a:moveTo>
                  <a:pt x="2820134" y="39514"/>
                </a:moveTo>
                <a:cubicBezTo>
                  <a:pt x="2824004" y="39514"/>
                  <a:pt x="2827030" y="40630"/>
                  <a:pt x="2829213" y="42862"/>
                </a:cubicBezTo>
                <a:cubicBezTo>
                  <a:pt x="2831396" y="45095"/>
                  <a:pt x="2832487" y="48171"/>
                  <a:pt x="2832487" y="52090"/>
                </a:cubicBezTo>
                <a:lnTo>
                  <a:pt x="2832487" y="80218"/>
                </a:lnTo>
                <a:lnTo>
                  <a:pt x="2827129" y="80218"/>
                </a:lnTo>
                <a:lnTo>
                  <a:pt x="2827129" y="52462"/>
                </a:lnTo>
                <a:cubicBezTo>
                  <a:pt x="2827129" y="49932"/>
                  <a:pt x="2826410" y="48009"/>
                  <a:pt x="2824971" y="46695"/>
                </a:cubicBezTo>
                <a:cubicBezTo>
                  <a:pt x="2823532" y="45380"/>
                  <a:pt x="2821449" y="44723"/>
                  <a:pt x="2818721" y="44723"/>
                </a:cubicBezTo>
                <a:cubicBezTo>
                  <a:pt x="2816736" y="44723"/>
                  <a:pt x="2814900" y="45033"/>
                  <a:pt x="2813214" y="45653"/>
                </a:cubicBezTo>
                <a:cubicBezTo>
                  <a:pt x="2811528" y="46273"/>
                  <a:pt x="2809891" y="47278"/>
                  <a:pt x="2808303" y="48667"/>
                </a:cubicBezTo>
                <a:lnTo>
                  <a:pt x="2808303" y="80218"/>
                </a:lnTo>
                <a:lnTo>
                  <a:pt x="2802945" y="80218"/>
                </a:lnTo>
                <a:lnTo>
                  <a:pt x="2802945" y="40481"/>
                </a:lnTo>
                <a:lnTo>
                  <a:pt x="2807931" y="40481"/>
                </a:lnTo>
                <a:lnTo>
                  <a:pt x="2807931" y="44723"/>
                </a:lnTo>
                <a:cubicBezTo>
                  <a:pt x="2811254" y="41250"/>
                  <a:pt x="2815323" y="39514"/>
                  <a:pt x="2820134" y="39514"/>
                </a:cubicBezTo>
                <a:close/>
                <a:moveTo>
                  <a:pt x="2778537" y="39514"/>
                </a:moveTo>
                <a:cubicBezTo>
                  <a:pt x="2783796" y="39514"/>
                  <a:pt x="2787838" y="41287"/>
                  <a:pt x="2790667" y="44834"/>
                </a:cubicBezTo>
                <a:cubicBezTo>
                  <a:pt x="2793494" y="48381"/>
                  <a:pt x="2794908" y="53553"/>
                  <a:pt x="2794908" y="60350"/>
                </a:cubicBezTo>
                <a:cubicBezTo>
                  <a:pt x="2794908" y="67146"/>
                  <a:pt x="2793494" y="72318"/>
                  <a:pt x="2790667" y="75865"/>
                </a:cubicBezTo>
                <a:cubicBezTo>
                  <a:pt x="2787838" y="79412"/>
                  <a:pt x="2783771" y="81186"/>
                  <a:pt x="2778463" y="81186"/>
                </a:cubicBezTo>
                <a:cubicBezTo>
                  <a:pt x="2773204" y="81186"/>
                  <a:pt x="2769161" y="79412"/>
                  <a:pt x="2766333" y="75865"/>
                </a:cubicBezTo>
                <a:cubicBezTo>
                  <a:pt x="2763505" y="72318"/>
                  <a:pt x="2762091" y="67146"/>
                  <a:pt x="2762091" y="60350"/>
                </a:cubicBezTo>
                <a:cubicBezTo>
                  <a:pt x="2762091" y="53553"/>
                  <a:pt x="2763505" y="48381"/>
                  <a:pt x="2766333" y="44834"/>
                </a:cubicBezTo>
                <a:cubicBezTo>
                  <a:pt x="2769161" y="41287"/>
                  <a:pt x="2773229" y="39514"/>
                  <a:pt x="2778537" y="39514"/>
                </a:cubicBezTo>
                <a:close/>
                <a:moveTo>
                  <a:pt x="2683808" y="39514"/>
                </a:moveTo>
                <a:cubicBezTo>
                  <a:pt x="2685693" y="39514"/>
                  <a:pt x="2687628" y="39799"/>
                  <a:pt x="2689612" y="40370"/>
                </a:cubicBezTo>
                <a:cubicBezTo>
                  <a:pt x="2691596" y="40940"/>
                  <a:pt x="2693407" y="41721"/>
                  <a:pt x="2695045" y="42714"/>
                </a:cubicBezTo>
                <a:lnTo>
                  <a:pt x="2692961" y="47104"/>
                </a:lnTo>
                <a:cubicBezTo>
                  <a:pt x="2689736" y="45368"/>
                  <a:pt x="2686636" y="44499"/>
                  <a:pt x="2683659" y="44499"/>
                </a:cubicBezTo>
                <a:cubicBezTo>
                  <a:pt x="2680038" y="44499"/>
                  <a:pt x="2677210" y="45839"/>
                  <a:pt x="2675176" y="48518"/>
                </a:cubicBezTo>
                <a:cubicBezTo>
                  <a:pt x="2673142" y="51197"/>
                  <a:pt x="2672125" y="54942"/>
                  <a:pt x="2672125" y="59754"/>
                </a:cubicBezTo>
                <a:cubicBezTo>
                  <a:pt x="2672125" y="65112"/>
                  <a:pt x="2673179" y="69168"/>
                  <a:pt x="2675287" y="71921"/>
                </a:cubicBezTo>
                <a:cubicBezTo>
                  <a:pt x="2677396" y="74674"/>
                  <a:pt x="2680508" y="76051"/>
                  <a:pt x="2684627" y="76051"/>
                </a:cubicBezTo>
                <a:cubicBezTo>
                  <a:pt x="2687703" y="76051"/>
                  <a:pt x="2690654" y="75208"/>
                  <a:pt x="2693481" y="73521"/>
                </a:cubicBezTo>
                <a:lnTo>
                  <a:pt x="2695491" y="77837"/>
                </a:lnTo>
                <a:cubicBezTo>
                  <a:pt x="2694102" y="78879"/>
                  <a:pt x="2692415" y="79685"/>
                  <a:pt x="2690430" y="80255"/>
                </a:cubicBezTo>
                <a:cubicBezTo>
                  <a:pt x="2688447" y="80826"/>
                  <a:pt x="2686363" y="81111"/>
                  <a:pt x="2684180" y="81111"/>
                </a:cubicBezTo>
                <a:cubicBezTo>
                  <a:pt x="2678624" y="81111"/>
                  <a:pt x="2674295" y="79276"/>
                  <a:pt x="2671195" y="75605"/>
                </a:cubicBezTo>
                <a:cubicBezTo>
                  <a:pt x="2668095" y="71933"/>
                  <a:pt x="2666544" y="66799"/>
                  <a:pt x="2666544" y="60201"/>
                </a:cubicBezTo>
                <a:cubicBezTo>
                  <a:pt x="2666544" y="56083"/>
                  <a:pt x="2667263" y="52462"/>
                  <a:pt x="2668702" y="49336"/>
                </a:cubicBezTo>
                <a:cubicBezTo>
                  <a:pt x="2670140" y="46211"/>
                  <a:pt x="2672162" y="43793"/>
                  <a:pt x="2674767" y="42081"/>
                </a:cubicBezTo>
                <a:cubicBezTo>
                  <a:pt x="2677371" y="40370"/>
                  <a:pt x="2680385" y="39514"/>
                  <a:pt x="2683808" y="39514"/>
                </a:cubicBezTo>
                <a:close/>
                <a:moveTo>
                  <a:pt x="2644889" y="39514"/>
                </a:moveTo>
                <a:cubicBezTo>
                  <a:pt x="2649900" y="39514"/>
                  <a:pt x="2653794" y="41200"/>
                  <a:pt x="2656573" y="44574"/>
                </a:cubicBezTo>
                <a:cubicBezTo>
                  <a:pt x="2659351" y="47947"/>
                  <a:pt x="2660739" y="52635"/>
                  <a:pt x="2660739" y="58638"/>
                </a:cubicBezTo>
                <a:cubicBezTo>
                  <a:pt x="2660739" y="59829"/>
                  <a:pt x="2660665" y="60871"/>
                  <a:pt x="2660516" y="61764"/>
                </a:cubicBezTo>
                <a:lnTo>
                  <a:pt x="2634025" y="61764"/>
                </a:lnTo>
                <a:cubicBezTo>
                  <a:pt x="2634223" y="66476"/>
                  <a:pt x="2635377" y="70036"/>
                  <a:pt x="2637485" y="72442"/>
                </a:cubicBezTo>
                <a:cubicBezTo>
                  <a:pt x="2639594" y="74848"/>
                  <a:pt x="2642608" y="76051"/>
                  <a:pt x="2646526" y="76051"/>
                </a:cubicBezTo>
                <a:cubicBezTo>
                  <a:pt x="2650247" y="76051"/>
                  <a:pt x="2653670" y="75009"/>
                  <a:pt x="2656795" y="72926"/>
                </a:cubicBezTo>
                <a:lnTo>
                  <a:pt x="2658879" y="77242"/>
                </a:lnTo>
                <a:cubicBezTo>
                  <a:pt x="2657341" y="78482"/>
                  <a:pt x="2655468" y="79437"/>
                  <a:pt x="2653261" y="80107"/>
                </a:cubicBezTo>
                <a:cubicBezTo>
                  <a:pt x="2651053" y="80776"/>
                  <a:pt x="2648709" y="81111"/>
                  <a:pt x="2646229" y="81111"/>
                </a:cubicBezTo>
                <a:cubicBezTo>
                  <a:pt x="2640672" y="81111"/>
                  <a:pt x="2636344" y="79276"/>
                  <a:pt x="2633244" y="75605"/>
                </a:cubicBezTo>
                <a:cubicBezTo>
                  <a:pt x="2630143" y="71933"/>
                  <a:pt x="2628593" y="66849"/>
                  <a:pt x="2628593" y="60350"/>
                </a:cubicBezTo>
                <a:cubicBezTo>
                  <a:pt x="2628593" y="53801"/>
                  <a:pt x="2630032" y="48691"/>
                  <a:pt x="2632908" y="45020"/>
                </a:cubicBezTo>
                <a:cubicBezTo>
                  <a:pt x="2635786" y="41349"/>
                  <a:pt x="2639780" y="39514"/>
                  <a:pt x="2644889" y="39514"/>
                </a:cubicBezTo>
                <a:close/>
                <a:moveTo>
                  <a:pt x="2520916" y="39514"/>
                </a:moveTo>
                <a:cubicBezTo>
                  <a:pt x="2523098" y="39514"/>
                  <a:pt x="2525108" y="39960"/>
                  <a:pt x="2526943" y="40853"/>
                </a:cubicBezTo>
                <a:cubicBezTo>
                  <a:pt x="2528778" y="41746"/>
                  <a:pt x="2530342" y="43011"/>
                  <a:pt x="2531631" y="44648"/>
                </a:cubicBezTo>
                <a:lnTo>
                  <a:pt x="2531631" y="40481"/>
                </a:lnTo>
                <a:lnTo>
                  <a:pt x="2536617" y="40481"/>
                </a:lnTo>
                <a:lnTo>
                  <a:pt x="2536617" y="80516"/>
                </a:lnTo>
                <a:cubicBezTo>
                  <a:pt x="2536617" y="85576"/>
                  <a:pt x="2535104" y="89520"/>
                  <a:pt x="2532078" y="92348"/>
                </a:cubicBezTo>
                <a:cubicBezTo>
                  <a:pt x="2529051" y="95175"/>
                  <a:pt x="2524834" y="96589"/>
                  <a:pt x="2519427" y="96589"/>
                </a:cubicBezTo>
                <a:cubicBezTo>
                  <a:pt x="2517443" y="96589"/>
                  <a:pt x="2515495" y="96391"/>
                  <a:pt x="2513585" y="95994"/>
                </a:cubicBezTo>
                <a:cubicBezTo>
                  <a:pt x="2511676" y="95597"/>
                  <a:pt x="2510051" y="95051"/>
                  <a:pt x="2508712" y="94357"/>
                </a:cubicBezTo>
                <a:lnTo>
                  <a:pt x="2510348" y="89520"/>
                </a:lnTo>
                <a:cubicBezTo>
                  <a:pt x="2513127" y="90909"/>
                  <a:pt x="2516153" y="91604"/>
                  <a:pt x="2519427" y="91604"/>
                </a:cubicBezTo>
                <a:cubicBezTo>
                  <a:pt x="2523297" y="91604"/>
                  <a:pt x="2526236" y="90661"/>
                  <a:pt x="2528246" y="88776"/>
                </a:cubicBezTo>
                <a:cubicBezTo>
                  <a:pt x="2530254" y="86891"/>
                  <a:pt x="2531259" y="84137"/>
                  <a:pt x="2531259" y="80516"/>
                </a:cubicBezTo>
                <a:lnTo>
                  <a:pt x="2531259" y="73447"/>
                </a:lnTo>
                <a:cubicBezTo>
                  <a:pt x="2528580" y="77118"/>
                  <a:pt x="2524834" y="78953"/>
                  <a:pt x="2520022" y="78953"/>
                </a:cubicBezTo>
                <a:cubicBezTo>
                  <a:pt x="2515309" y="78953"/>
                  <a:pt x="2511614" y="77192"/>
                  <a:pt x="2508935" y="73670"/>
                </a:cubicBezTo>
                <a:cubicBezTo>
                  <a:pt x="2506256" y="70148"/>
                  <a:pt x="2504916" y="65236"/>
                  <a:pt x="2504916" y="58936"/>
                </a:cubicBezTo>
                <a:cubicBezTo>
                  <a:pt x="2504916" y="52834"/>
                  <a:pt x="2506330" y="48071"/>
                  <a:pt x="2509158" y="44648"/>
                </a:cubicBezTo>
                <a:cubicBezTo>
                  <a:pt x="2511986" y="41225"/>
                  <a:pt x="2515905" y="39514"/>
                  <a:pt x="2520916" y="39514"/>
                </a:cubicBezTo>
                <a:close/>
                <a:moveTo>
                  <a:pt x="2477234" y="39514"/>
                </a:moveTo>
                <a:cubicBezTo>
                  <a:pt x="2481104" y="39514"/>
                  <a:pt x="2484130" y="40630"/>
                  <a:pt x="2486313" y="42862"/>
                </a:cubicBezTo>
                <a:cubicBezTo>
                  <a:pt x="2488496" y="45095"/>
                  <a:pt x="2489587" y="48171"/>
                  <a:pt x="2489587" y="52090"/>
                </a:cubicBezTo>
                <a:lnTo>
                  <a:pt x="2489587" y="80218"/>
                </a:lnTo>
                <a:lnTo>
                  <a:pt x="2484229" y="80218"/>
                </a:lnTo>
                <a:lnTo>
                  <a:pt x="2484229" y="52462"/>
                </a:lnTo>
                <a:cubicBezTo>
                  <a:pt x="2484229" y="49932"/>
                  <a:pt x="2483510" y="48009"/>
                  <a:pt x="2482071" y="46695"/>
                </a:cubicBezTo>
                <a:cubicBezTo>
                  <a:pt x="2480632" y="45380"/>
                  <a:pt x="2478549" y="44723"/>
                  <a:pt x="2475820" y="44723"/>
                </a:cubicBezTo>
                <a:cubicBezTo>
                  <a:pt x="2473836" y="44723"/>
                  <a:pt x="2472001" y="45033"/>
                  <a:pt x="2470314" y="45653"/>
                </a:cubicBezTo>
                <a:cubicBezTo>
                  <a:pt x="2468627" y="46273"/>
                  <a:pt x="2466990" y="47278"/>
                  <a:pt x="2465402" y="48667"/>
                </a:cubicBezTo>
                <a:lnTo>
                  <a:pt x="2465402" y="80218"/>
                </a:lnTo>
                <a:lnTo>
                  <a:pt x="2460044" y="80218"/>
                </a:lnTo>
                <a:lnTo>
                  <a:pt x="2460044" y="40481"/>
                </a:lnTo>
                <a:lnTo>
                  <a:pt x="2465031" y="40481"/>
                </a:lnTo>
                <a:lnTo>
                  <a:pt x="2465031" y="44723"/>
                </a:lnTo>
                <a:cubicBezTo>
                  <a:pt x="2468354" y="41250"/>
                  <a:pt x="2472423" y="39514"/>
                  <a:pt x="2477234" y="39514"/>
                </a:cubicBezTo>
                <a:close/>
                <a:moveTo>
                  <a:pt x="2334062" y="39514"/>
                </a:moveTo>
                <a:cubicBezTo>
                  <a:pt x="2336592" y="39514"/>
                  <a:pt x="2338775" y="40047"/>
                  <a:pt x="2340610" y="41114"/>
                </a:cubicBezTo>
                <a:cubicBezTo>
                  <a:pt x="2342446" y="42180"/>
                  <a:pt x="2343810" y="43681"/>
                  <a:pt x="2344703" y="45616"/>
                </a:cubicBezTo>
                <a:cubicBezTo>
                  <a:pt x="2348226" y="41548"/>
                  <a:pt x="2352467" y="39514"/>
                  <a:pt x="2357428" y="39514"/>
                </a:cubicBezTo>
                <a:cubicBezTo>
                  <a:pt x="2361149" y="39514"/>
                  <a:pt x="2364051" y="40618"/>
                  <a:pt x="2366134" y="42825"/>
                </a:cubicBezTo>
                <a:cubicBezTo>
                  <a:pt x="2368218" y="45033"/>
                  <a:pt x="2369260" y="48121"/>
                  <a:pt x="2369260" y="52090"/>
                </a:cubicBezTo>
                <a:lnTo>
                  <a:pt x="2369260" y="80218"/>
                </a:lnTo>
                <a:lnTo>
                  <a:pt x="2363902" y="80218"/>
                </a:lnTo>
                <a:lnTo>
                  <a:pt x="2363902" y="52462"/>
                </a:lnTo>
                <a:cubicBezTo>
                  <a:pt x="2363902" y="49932"/>
                  <a:pt x="2363232" y="48009"/>
                  <a:pt x="2361892" y="46695"/>
                </a:cubicBezTo>
                <a:cubicBezTo>
                  <a:pt x="2360553" y="45380"/>
                  <a:pt x="2358594" y="44723"/>
                  <a:pt x="2356014" y="44723"/>
                </a:cubicBezTo>
                <a:cubicBezTo>
                  <a:pt x="2352393" y="44723"/>
                  <a:pt x="2348944" y="46112"/>
                  <a:pt x="2345671" y="48890"/>
                </a:cubicBezTo>
                <a:cubicBezTo>
                  <a:pt x="2345869" y="49733"/>
                  <a:pt x="2345968" y="50800"/>
                  <a:pt x="2345968" y="52090"/>
                </a:cubicBezTo>
                <a:lnTo>
                  <a:pt x="2345968" y="80218"/>
                </a:lnTo>
                <a:lnTo>
                  <a:pt x="2340610" y="80218"/>
                </a:lnTo>
                <a:lnTo>
                  <a:pt x="2340610" y="52462"/>
                </a:lnTo>
                <a:cubicBezTo>
                  <a:pt x="2340610" y="49932"/>
                  <a:pt x="2339928" y="48009"/>
                  <a:pt x="2338564" y="46695"/>
                </a:cubicBezTo>
                <a:cubicBezTo>
                  <a:pt x="2337200" y="45380"/>
                  <a:pt x="2335228" y="44723"/>
                  <a:pt x="2332648" y="44723"/>
                </a:cubicBezTo>
                <a:cubicBezTo>
                  <a:pt x="2330763" y="44723"/>
                  <a:pt x="2329002" y="45045"/>
                  <a:pt x="2327365" y="45690"/>
                </a:cubicBezTo>
                <a:cubicBezTo>
                  <a:pt x="2325727" y="46335"/>
                  <a:pt x="2324115" y="47327"/>
                  <a:pt x="2322528" y="48667"/>
                </a:cubicBezTo>
                <a:lnTo>
                  <a:pt x="2322528" y="80218"/>
                </a:lnTo>
                <a:lnTo>
                  <a:pt x="2317170" y="80218"/>
                </a:lnTo>
                <a:lnTo>
                  <a:pt x="2317170" y="40481"/>
                </a:lnTo>
                <a:lnTo>
                  <a:pt x="2322156" y="40481"/>
                </a:lnTo>
                <a:lnTo>
                  <a:pt x="2322156" y="44723"/>
                </a:lnTo>
                <a:cubicBezTo>
                  <a:pt x="2325479" y="41250"/>
                  <a:pt x="2329448" y="39514"/>
                  <a:pt x="2334062" y="39514"/>
                </a:cubicBezTo>
                <a:close/>
                <a:moveTo>
                  <a:pt x="2290679" y="39514"/>
                </a:moveTo>
                <a:cubicBezTo>
                  <a:pt x="2294945" y="39514"/>
                  <a:pt x="2298380" y="40580"/>
                  <a:pt x="2300984" y="42714"/>
                </a:cubicBezTo>
                <a:cubicBezTo>
                  <a:pt x="2303589" y="44847"/>
                  <a:pt x="2304891" y="47972"/>
                  <a:pt x="2304891" y="52090"/>
                </a:cubicBezTo>
                <a:lnTo>
                  <a:pt x="2304891" y="80218"/>
                </a:lnTo>
                <a:lnTo>
                  <a:pt x="2299905" y="80218"/>
                </a:lnTo>
                <a:lnTo>
                  <a:pt x="2299905" y="75381"/>
                </a:lnTo>
                <a:cubicBezTo>
                  <a:pt x="2297326" y="79152"/>
                  <a:pt x="2293332" y="81037"/>
                  <a:pt x="2287925" y="81037"/>
                </a:cubicBezTo>
                <a:cubicBezTo>
                  <a:pt x="2284006" y="81037"/>
                  <a:pt x="2280943" y="79995"/>
                  <a:pt x="2278735" y="77911"/>
                </a:cubicBezTo>
                <a:cubicBezTo>
                  <a:pt x="2276527" y="75828"/>
                  <a:pt x="2275423" y="72926"/>
                  <a:pt x="2275423" y="69205"/>
                </a:cubicBezTo>
                <a:cubicBezTo>
                  <a:pt x="2275423" y="64492"/>
                  <a:pt x="2277383" y="61007"/>
                  <a:pt x="2281302" y="58750"/>
                </a:cubicBezTo>
                <a:cubicBezTo>
                  <a:pt x="2285221" y="56493"/>
                  <a:pt x="2291298" y="55339"/>
                  <a:pt x="2299534" y="55290"/>
                </a:cubicBezTo>
                <a:lnTo>
                  <a:pt x="2299534" y="52536"/>
                </a:lnTo>
                <a:cubicBezTo>
                  <a:pt x="2299534" y="49957"/>
                  <a:pt x="2298728" y="47985"/>
                  <a:pt x="2297115" y="46620"/>
                </a:cubicBezTo>
                <a:cubicBezTo>
                  <a:pt x="2295503" y="45256"/>
                  <a:pt x="2293159" y="44574"/>
                  <a:pt x="2290083" y="44574"/>
                </a:cubicBezTo>
                <a:cubicBezTo>
                  <a:pt x="2286858" y="44574"/>
                  <a:pt x="2283733" y="45293"/>
                  <a:pt x="2280707" y="46732"/>
                </a:cubicBezTo>
                <a:lnTo>
                  <a:pt x="2279293" y="42193"/>
                </a:lnTo>
                <a:cubicBezTo>
                  <a:pt x="2282815" y="40407"/>
                  <a:pt x="2286610" y="39514"/>
                  <a:pt x="2290679" y="39514"/>
                </a:cubicBezTo>
                <a:close/>
                <a:moveTo>
                  <a:pt x="2197512" y="39514"/>
                </a:moveTo>
                <a:cubicBezTo>
                  <a:pt x="2202771" y="39514"/>
                  <a:pt x="2206813" y="41287"/>
                  <a:pt x="2209642" y="44834"/>
                </a:cubicBezTo>
                <a:cubicBezTo>
                  <a:pt x="2212469" y="48381"/>
                  <a:pt x="2213883" y="53553"/>
                  <a:pt x="2213883" y="60350"/>
                </a:cubicBezTo>
                <a:cubicBezTo>
                  <a:pt x="2213883" y="67146"/>
                  <a:pt x="2212469" y="72318"/>
                  <a:pt x="2209642" y="75865"/>
                </a:cubicBezTo>
                <a:cubicBezTo>
                  <a:pt x="2206813" y="79412"/>
                  <a:pt x="2202746" y="81186"/>
                  <a:pt x="2197438" y="81186"/>
                </a:cubicBezTo>
                <a:cubicBezTo>
                  <a:pt x="2192179" y="81186"/>
                  <a:pt x="2188136" y="79412"/>
                  <a:pt x="2185308" y="75865"/>
                </a:cubicBezTo>
                <a:cubicBezTo>
                  <a:pt x="2182480" y="72318"/>
                  <a:pt x="2181066" y="67146"/>
                  <a:pt x="2181066" y="60350"/>
                </a:cubicBezTo>
                <a:cubicBezTo>
                  <a:pt x="2181066" y="53553"/>
                  <a:pt x="2182480" y="48381"/>
                  <a:pt x="2185308" y="44834"/>
                </a:cubicBezTo>
                <a:cubicBezTo>
                  <a:pt x="2188136" y="41287"/>
                  <a:pt x="2192204" y="39514"/>
                  <a:pt x="2197512" y="39514"/>
                </a:cubicBezTo>
                <a:close/>
                <a:moveTo>
                  <a:pt x="2043029" y="39514"/>
                </a:moveTo>
                <a:cubicBezTo>
                  <a:pt x="2047295" y="39514"/>
                  <a:pt x="2050730" y="40580"/>
                  <a:pt x="2053335" y="42714"/>
                </a:cubicBezTo>
                <a:cubicBezTo>
                  <a:pt x="2055939" y="44847"/>
                  <a:pt x="2057242" y="47972"/>
                  <a:pt x="2057242" y="52090"/>
                </a:cubicBezTo>
                <a:lnTo>
                  <a:pt x="2057242" y="80218"/>
                </a:lnTo>
                <a:lnTo>
                  <a:pt x="2052255" y="80218"/>
                </a:lnTo>
                <a:lnTo>
                  <a:pt x="2052255" y="75381"/>
                </a:lnTo>
                <a:cubicBezTo>
                  <a:pt x="2049676" y="79152"/>
                  <a:pt x="2045683" y="81037"/>
                  <a:pt x="2040275" y="81037"/>
                </a:cubicBezTo>
                <a:cubicBezTo>
                  <a:pt x="2036356" y="81037"/>
                  <a:pt x="2033293" y="79995"/>
                  <a:pt x="2031085" y="77911"/>
                </a:cubicBezTo>
                <a:cubicBezTo>
                  <a:pt x="2028877" y="75828"/>
                  <a:pt x="2027773" y="72926"/>
                  <a:pt x="2027773" y="69205"/>
                </a:cubicBezTo>
                <a:cubicBezTo>
                  <a:pt x="2027773" y="64492"/>
                  <a:pt x="2029733" y="61007"/>
                  <a:pt x="2033652" y="58750"/>
                </a:cubicBezTo>
                <a:cubicBezTo>
                  <a:pt x="2037571" y="56493"/>
                  <a:pt x="2043649" y="55339"/>
                  <a:pt x="2051884" y="55290"/>
                </a:cubicBezTo>
                <a:lnTo>
                  <a:pt x="2051884" y="52536"/>
                </a:lnTo>
                <a:cubicBezTo>
                  <a:pt x="2051884" y="49957"/>
                  <a:pt x="2051078" y="47985"/>
                  <a:pt x="2049466" y="46620"/>
                </a:cubicBezTo>
                <a:cubicBezTo>
                  <a:pt x="2047853" y="45256"/>
                  <a:pt x="2045509" y="44574"/>
                  <a:pt x="2042433" y="44574"/>
                </a:cubicBezTo>
                <a:cubicBezTo>
                  <a:pt x="2039209" y="44574"/>
                  <a:pt x="2036083" y="45293"/>
                  <a:pt x="2033057" y="46732"/>
                </a:cubicBezTo>
                <a:lnTo>
                  <a:pt x="2031643" y="42193"/>
                </a:lnTo>
                <a:cubicBezTo>
                  <a:pt x="2035165" y="40407"/>
                  <a:pt x="2038960" y="39514"/>
                  <a:pt x="2043029" y="39514"/>
                </a:cubicBezTo>
                <a:close/>
                <a:moveTo>
                  <a:pt x="1978140" y="39514"/>
                </a:moveTo>
                <a:cubicBezTo>
                  <a:pt x="1983150" y="39514"/>
                  <a:pt x="1987044" y="41200"/>
                  <a:pt x="1989822" y="44574"/>
                </a:cubicBezTo>
                <a:cubicBezTo>
                  <a:pt x="1992600" y="47947"/>
                  <a:pt x="1993990" y="52635"/>
                  <a:pt x="1993990" y="58638"/>
                </a:cubicBezTo>
                <a:cubicBezTo>
                  <a:pt x="1993990" y="59829"/>
                  <a:pt x="1993915" y="60871"/>
                  <a:pt x="1993766" y="61764"/>
                </a:cubicBezTo>
                <a:lnTo>
                  <a:pt x="1967275" y="61764"/>
                </a:lnTo>
                <a:cubicBezTo>
                  <a:pt x="1967473" y="66476"/>
                  <a:pt x="1968626" y="70036"/>
                  <a:pt x="1970735" y="72442"/>
                </a:cubicBezTo>
                <a:cubicBezTo>
                  <a:pt x="1972844" y="74848"/>
                  <a:pt x="1975857" y="76051"/>
                  <a:pt x="1979776" y="76051"/>
                </a:cubicBezTo>
                <a:cubicBezTo>
                  <a:pt x="1983497" y="76051"/>
                  <a:pt x="1986920" y="75009"/>
                  <a:pt x="1990045" y="72926"/>
                </a:cubicBezTo>
                <a:lnTo>
                  <a:pt x="1992129" y="77242"/>
                </a:lnTo>
                <a:cubicBezTo>
                  <a:pt x="1990591" y="78482"/>
                  <a:pt x="1988719" y="79437"/>
                  <a:pt x="1986511" y="80107"/>
                </a:cubicBezTo>
                <a:cubicBezTo>
                  <a:pt x="1984303" y="80776"/>
                  <a:pt x="1981959" y="81111"/>
                  <a:pt x="1979479" y="81111"/>
                </a:cubicBezTo>
                <a:cubicBezTo>
                  <a:pt x="1973922" y="81111"/>
                  <a:pt x="1969594" y="79276"/>
                  <a:pt x="1966493" y="75605"/>
                </a:cubicBezTo>
                <a:cubicBezTo>
                  <a:pt x="1963393" y="71933"/>
                  <a:pt x="1961843" y="66849"/>
                  <a:pt x="1961843" y="60350"/>
                </a:cubicBezTo>
                <a:cubicBezTo>
                  <a:pt x="1961843" y="53801"/>
                  <a:pt x="1963281" y="48691"/>
                  <a:pt x="1966159" y="45020"/>
                </a:cubicBezTo>
                <a:cubicBezTo>
                  <a:pt x="1969036" y="41349"/>
                  <a:pt x="1973030" y="39514"/>
                  <a:pt x="1978140" y="39514"/>
                </a:cubicBezTo>
                <a:close/>
                <a:moveTo>
                  <a:pt x="1895540" y="39514"/>
                </a:moveTo>
                <a:cubicBezTo>
                  <a:pt x="1900253" y="39514"/>
                  <a:pt x="1903924" y="41374"/>
                  <a:pt x="1906553" y="45095"/>
                </a:cubicBezTo>
                <a:cubicBezTo>
                  <a:pt x="1909182" y="48816"/>
                  <a:pt x="1910497" y="54000"/>
                  <a:pt x="1910497" y="60647"/>
                </a:cubicBezTo>
                <a:cubicBezTo>
                  <a:pt x="1910497" y="67097"/>
                  <a:pt x="1909096" y="72132"/>
                  <a:pt x="1906292" y="75753"/>
                </a:cubicBezTo>
                <a:cubicBezTo>
                  <a:pt x="1903490" y="79375"/>
                  <a:pt x="1899608" y="81186"/>
                  <a:pt x="1894647" y="81186"/>
                </a:cubicBezTo>
                <a:cubicBezTo>
                  <a:pt x="1892613" y="81186"/>
                  <a:pt x="1890715" y="80789"/>
                  <a:pt x="1888954" y="79995"/>
                </a:cubicBezTo>
                <a:cubicBezTo>
                  <a:pt x="1887193" y="79201"/>
                  <a:pt x="1885668" y="78085"/>
                  <a:pt x="1884377" y="76646"/>
                </a:cubicBezTo>
                <a:lnTo>
                  <a:pt x="1884377" y="95622"/>
                </a:lnTo>
                <a:lnTo>
                  <a:pt x="1879020" y="95622"/>
                </a:lnTo>
                <a:lnTo>
                  <a:pt x="1879020" y="40481"/>
                </a:lnTo>
                <a:lnTo>
                  <a:pt x="1884005" y="40481"/>
                </a:lnTo>
                <a:lnTo>
                  <a:pt x="1884005" y="45541"/>
                </a:lnTo>
                <a:cubicBezTo>
                  <a:pt x="1885345" y="43557"/>
                  <a:pt x="1886995" y="42056"/>
                  <a:pt x="1888954" y="41039"/>
                </a:cubicBezTo>
                <a:cubicBezTo>
                  <a:pt x="1890914" y="40022"/>
                  <a:pt x="1893109" y="39514"/>
                  <a:pt x="1895540" y="39514"/>
                </a:cubicBezTo>
                <a:close/>
                <a:moveTo>
                  <a:pt x="1854612" y="39514"/>
                </a:moveTo>
                <a:cubicBezTo>
                  <a:pt x="1859870" y="39514"/>
                  <a:pt x="1863914" y="41287"/>
                  <a:pt x="1866741" y="44834"/>
                </a:cubicBezTo>
                <a:cubicBezTo>
                  <a:pt x="1869569" y="48381"/>
                  <a:pt x="1870983" y="53553"/>
                  <a:pt x="1870983" y="60350"/>
                </a:cubicBezTo>
                <a:cubicBezTo>
                  <a:pt x="1870983" y="67146"/>
                  <a:pt x="1869569" y="72318"/>
                  <a:pt x="1866741" y="75865"/>
                </a:cubicBezTo>
                <a:cubicBezTo>
                  <a:pt x="1863914" y="79412"/>
                  <a:pt x="1859846" y="81186"/>
                  <a:pt x="1854538" y="81186"/>
                </a:cubicBezTo>
                <a:cubicBezTo>
                  <a:pt x="1849279" y="81186"/>
                  <a:pt x="1845236" y="79412"/>
                  <a:pt x="1842408" y="75865"/>
                </a:cubicBezTo>
                <a:cubicBezTo>
                  <a:pt x="1839580" y="72318"/>
                  <a:pt x="1838167" y="67146"/>
                  <a:pt x="1838167" y="60350"/>
                </a:cubicBezTo>
                <a:cubicBezTo>
                  <a:pt x="1838167" y="53553"/>
                  <a:pt x="1839580" y="48381"/>
                  <a:pt x="1842408" y="44834"/>
                </a:cubicBezTo>
                <a:cubicBezTo>
                  <a:pt x="1845236" y="41287"/>
                  <a:pt x="1849304" y="39514"/>
                  <a:pt x="1854612" y="39514"/>
                </a:cubicBezTo>
                <a:close/>
                <a:moveTo>
                  <a:pt x="1790765" y="39514"/>
                </a:moveTo>
                <a:cubicBezTo>
                  <a:pt x="1795477" y="39514"/>
                  <a:pt x="1799149" y="41374"/>
                  <a:pt x="1801778" y="45095"/>
                </a:cubicBezTo>
                <a:cubicBezTo>
                  <a:pt x="1804408" y="48816"/>
                  <a:pt x="1805722" y="54000"/>
                  <a:pt x="1805722" y="60647"/>
                </a:cubicBezTo>
                <a:cubicBezTo>
                  <a:pt x="1805722" y="67097"/>
                  <a:pt x="1804321" y="72132"/>
                  <a:pt x="1801517" y="75753"/>
                </a:cubicBezTo>
                <a:cubicBezTo>
                  <a:pt x="1798715" y="79375"/>
                  <a:pt x="1794832" y="81186"/>
                  <a:pt x="1789871" y="81186"/>
                </a:cubicBezTo>
                <a:cubicBezTo>
                  <a:pt x="1787838" y="81186"/>
                  <a:pt x="1785940" y="80789"/>
                  <a:pt x="1784179" y="79995"/>
                </a:cubicBezTo>
                <a:cubicBezTo>
                  <a:pt x="1782418" y="79201"/>
                  <a:pt x="1780892" y="78085"/>
                  <a:pt x="1779602" y="76646"/>
                </a:cubicBezTo>
                <a:lnTo>
                  <a:pt x="1779602" y="95622"/>
                </a:lnTo>
                <a:lnTo>
                  <a:pt x="1774244" y="95622"/>
                </a:lnTo>
                <a:lnTo>
                  <a:pt x="1774244" y="40481"/>
                </a:lnTo>
                <a:lnTo>
                  <a:pt x="1779230" y="40481"/>
                </a:lnTo>
                <a:lnTo>
                  <a:pt x="1779230" y="45541"/>
                </a:lnTo>
                <a:cubicBezTo>
                  <a:pt x="1780570" y="43557"/>
                  <a:pt x="1782219" y="42056"/>
                  <a:pt x="1784179" y="41039"/>
                </a:cubicBezTo>
                <a:cubicBezTo>
                  <a:pt x="1786139" y="40022"/>
                  <a:pt x="1788334" y="39514"/>
                  <a:pt x="1790765" y="39514"/>
                </a:cubicBezTo>
                <a:close/>
                <a:moveTo>
                  <a:pt x="1633453" y="39514"/>
                </a:moveTo>
                <a:cubicBezTo>
                  <a:pt x="1637720" y="39514"/>
                  <a:pt x="1641155" y="40580"/>
                  <a:pt x="1643760" y="42714"/>
                </a:cubicBezTo>
                <a:cubicBezTo>
                  <a:pt x="1646364" y="44847"/>
                  <a:pt x="1647667" y="47972"/>
                  <a:pt x="1647667" y="52090"/>
                </a:cubicBezTo>
                <a:lnTo>
                  <a:pt x="1647667" y="80218"/>
                </a:lnTo>
                <a:lnTo>
                  <a:pt x="1642681" y="80218"/>
                </a:lnTo>
                <a:lnTo>
                  <a:pt x="1642681" y="75381"/>
                </a:lnTo>
                <a:cubicBezTo>
                  <a:pt x="1640101" y="79152"/>
                  <a:pt x="1636108" y="81037"/>
                  <a:pt x="1630700" y="81037"/>
                </a:cubicBezTo>
                <a:cubicBezTo>
                  <a:pt x="1626781" y="81037"/>
                  <a:pt x="1623718" y="79995"/>
                  <a:pt x="1621510" y="77911"/>
                </a:cubicBezTo>
                <a:cubicBezTo>
                  <a:pt x="1619302" y="75828"/>
                  <a:pt x="1618199" y="72926"/>
                  <a:pt x="1618199" y="69205"/>
                </a:cubicBezTo>
                <a:cubicBezTo>
                  <a:pt x="1618199" y="64492"/>
                  <a:pt x="1620158" y="61007"/>
                  <a:pt x="1624077" y="58750"/>
                </a:cubicBezTo>
                <a:cubicBezTo>
                  <a:pt x="1627997" y="56493"/>
                  <a:pt x="1634074" y="55339"/>
                  <a:pt x="1642308" y="55290"/>
                </a:cubicBezTo>
                <a:lnTo>
                  <a:pt x="1642308" y="52536"/>
                </a:lnTo>
                <a:cubicBezTo>
                  <a:pt x="1642308" y="49957"/>
                  <a:pt x="1641503" y="47985"/>
                  <a:pt x="1639890" y="46620"/>
                </a:cubicBezTo>
                <a:cubicBezTo>
                  <a:pt x="1638278" y="45256"/>
                  <a:pt x="1635934" y="44574"/>
                  <a:pt x="1632858" y="44574"/>
                </a:cubicBezTo>
                <a:cubicBezTo>
                  <a:pt x="1629634" y="44574"/>
                  <a:pt x="1626508" y="45293"/>
                  <a:pt x="1623482" y="46732"/>
                </a:cubicBezTo>
                <a:lnTo>
                  <a:pt x="1622068" y="42193"/>
                </a:lnTo>
                <a:cubicBezTo>
                  <a:pt x="1625590" y="40407"/>
                  <a:pt x="1629385" y="39514"/>
                  <a:pt x="1633453" y="39514"/>
                </a:cubicBezTo>
                <a:close/>
                <a:moveTo>
                  <a:pt x="1549514" y="39514"/>
                </a:moveTo>
                <a:cubicBezTo>
                  <a:pt x="1554525" y="39514"/>
                  <a:pt x="1558419" y="41200"/>
                  <a:pt x="1561197" y="44574"/>
                </a:cubicBezTo>
                <a:cubicBezTo>
                  <a:pt x="1563976" y="47947"/>
                  <a:pt x="1565364" y="52635"/>
                  <a:pt x="1565364" y="58638"/>
                </a:cubicBezTo>
                <a:cubicBezTo>
                  <a:pt x="1565364" y="59829"/>
                  <a:pt x="1565290" y="60871"/>
                  <a:pt x="1565141" y="61764"/>
                </a:cubicBezTo>
                <a:lnTo>
                  <a:pt x="1538650" y="61764"/>
                </a:lnTo>
                <a:cubicBezTo>
                  <a:pt x="1538848" y="66476"/>
                  <a:pt x="1540002" y="70036"/>
                  <a:pt x="1542110" y="72442"/>
                </a:cubicBezTo>
                <a:cubicBezTo>
                  <a:pt x="1544219" y="74848"/>
                  <a:pt x="1547233" y="76051"/>
                  <a:pt x="1551152" y="76051"/>
                </a:cubicBezTo>
                <a:cubicBezTo>
                  <a:pt x="1554872" y="76051"/>
                  <a:pt x="1558295" y="75009"/>
                  <a:pt x="1561420" y="72926"/>
                </a:cubicBezTo>
                <a:lnTo>
                  <a:pt x="1563504" y="77242"/>
                </a:lnTo>
                <a:cubicBezTo>
                  <a:pt x="1561966" y="78482"/>
                  <a:pt x="1560094" y="79437"/>
                  <a:pt x="1557886" y="80107"/>
                </a:cubicBezTo>
                <a:cubicBezTo>
                  <a:pt x="1555678" y="80776"/>
                  <a:pt x="1553334" y="81111"/>
                  <a:pt x="1550854" y="81111"/>
                </a:cubicBezTo>
                <a:cubicBezTo>
                  <a:pt x="1545298" y="81111"/>
                  <a:pt x="1540969" y="79276"/>
                  <a:pt x="1537869" y="75605"/>
                </a:cubicBezTo>
                <a:cubicBezTo>
                  <a:pt x="1534768" y="71933"/>
                  <a:pt x="1533217" y="66849"/>
                  <a:pt x="1533217" y="60350"/>
                </a:cubicBezTo>
                <a:cubicBezTo>
                  <a:pt x="1533217" y="53801"/>
                  <a:pt x="1534657" y="48691"/>
                  <a:pt x="1537534" y="45020"/>
                </a:cubicBezTo>
                <a:cubicBezTo>
                  <a:pt x="1540411" y="41349"/>
                  <a:pt x="1544405" y="39514"/>
                  <a:pt x="1549514" y="39514"/>
                </a:cubicBezTo>
                <a:close/>
                <a:moveTo>
                  <a:pt x="1481053" y="39514"/>
                </a:moveTo>
                <a:cubicBezTo>
                  <a:pt x="1485320" y="39514"/>
                  <a:pt x="1488755" y="40580"/>
                  <a:pt x="1491360" y="42714"/>
                </a:cubicBezTo>
                <a:cubicBezTo>
                  <a:pt x="1493965" y="44847"/>
                  <a:pt x="1495266" y="47972"/>
                  <a:pt x="1495266" y="52090"/>
                </a:cubicBezTo>
                <a:lnTo>
                  <a:pt x="1495266" y="80218"/>
                </a:lnTo>
                <a:lnTo>
                  <a:pt x="1490281" y="80218"/>
                </a:lnTo>
                <a:lnTo>
                  <a:pt x="1490281" y="75381"/>
                </a:lnTo>
                <a:cubicBezTo>
                  <a:pt x="1487701" y="79152"/>
                  <a:pt x="1483708" y="81037"/>
                  <a:pt x="1478300" y="81037"/>
                </a:cubicBezTo>
                <a:cubicBezTo>
                  <a:pt x="1474381" y="81037"/>
                  <a:pt x="1471318" y="79995"/>
                  <a:pt x="1469110" y="77911"/>
                </a:cubicBezTo>
                <a:cubicBezTo>
                  <a:pt x="1466902" y="75828"/>
                  <a:pt x="1465799" y="72926"/>
                  <a:pt x="1465799" y="69205"/>
                </a:cubicBezTo>
                <a:cubicBezTo>
                  <a:pt x="1465799" y="64492"/>
                  <a:pt x="1467758" y="61007"/>
                  <a:pt x="1471677" y="58750"/>
                </a:cubicBezTo>
                <a:cubicBezTo>
                  <a:pt x="1475596" y="56493"/>
                  <a:pt x="1481673" y="55339"/>
                  <a:pt x="1489909" y="55290"/>
                </a:cubicBezTo>
                <a:lnTo>
                  <a:pt x="1489909" y="52536"/>
                </a:lnTo>
                <a:cubicBezTo>
                  <a:pt x="1489909" y="49957"/>
                  <a:pt x="1489103" y="47985"/>
                  <a:pt x="1487490" y="46620"/>
                </a:cubicBezTo>
                <a:cubicBezTo>
                  <a:pt x="1485878" y="45256"/>
                  <a:pt x="1483534" y="44574"/>
                  <a:pt x="1480458" y="44574"/>
                </a:cubicBezTo>
                <a:cubicBezTo>
                  <a:pt x="1477234" y="44574"/>
                  <a:pt x="1474108" y="45293"/>
                  <a:pt x="1471082" y="46732"/>
                </a:cubicBezTo>
                <a:lnTo>
                  <a:pt x="1469668" y="42193"/>
                </a:lnTo>
                <a:cubicBezTo>
                  <a:pt x="1473190" y="40407"/>
                  <a:pt x="1476986" y="39514"/>
                  <a:pt x="1481053" y="39514"/>
                </a:cubicBezTo>
                <a:close/>
                <a:moveTo>
                  <a:pt x="1419662" y="39514"/>
                </a:moveTo>
                <a:cubicBezTo>
                  <a:pt x="1422192" y="39514"/>
                  <a:pt x="1424375" y="40047"/>
                  <a:pt x="1426210" y="41114"/>
                </a:cubicBezTo>
                <a:cubicBezTo>
                  <a:pt x="1428046" y="42180"/>
                  <a:pt x="1429410" y="43681"/>
                  <a:pt x="1430303" y="45616"/>
                </a:cubicBezTo>
                <a:cubicBezTo>
                  <a:pt x="1433826" y="41548"/>
                  <a:pt x="1438067" y="39514"/>
                  <a:pt x="1443028" y="39514"/>
                </a:cubicBezTo>
                <a:cubicBezTo>
                  <a:pt x="1446749" y="39514"/>
                  <a:pt x="1449651" y="40618"/>
                  <a:pt x="1451734" y="42825"/>
                </a:cubicBezTo>
                <a:cubicBezTo>
                  <a:pt x="1453818" y="45033"/>
                  <a:pt x="1454860" y="48121"/>
                  <a:pt x="1454860" y="52090"/>
                </a:cubicBezTo>
                <a:lnTo>
                  <a:pt x="1454860" y="80218"/>
                </a:lnTo>
                <a:lnTo>
                  <a:pt x="1449502" y="80218"/>
                </a:lnTo>
                <a:lnTo>
                  <a:pt x="1449502" y="52462"/>
                </a:lnTo>
                <a:cubicBezTo>
                  <a:pt x="1449502" y="49932"/>
                  <a:pt x="1448832" y="48009"/>
                  <a:pt x="1447493" y="46695"/>
                </a:cubicBezTo>
                <a:cubicBezTo>
                  <a:pt x="1446153" y="45380"/>
                  <a:pt x="1444194" y="44723"/>
                  <a:pt x="1441614" y="44723"/>
                </a:cubicBezTo>
                <a:cubicBezTo>
                  <a:pt x="1437992" y="44723"/>
                  <a:pt x="1434545" y="46112"/>
                  <a:pt x="1431271" y="48890"/>
                </a:cubicBezTo>
                <a:cubicBezTo>
                  <a:pt x="1431469" y="49733"/>
                  <a:pt x="1431568" y="50800"/>
                  <a:pt x="1431568" y="52090"/>
                </a:cubicBezTo>
                <a:lnTo>
                  <a:pt x="1431568" y="80218"/>
                </a:lnTo>
                <a:lnTo>
                  <a:pt x="1426210" y="80218"/>
                </a:lnTo>
                <a:lnTo>
                  <a:pt x="1426210" y="52462"/>
                </a:lnTo>
                <a:cubicBezTo>
                  <a:pt x="1426210" y="49932"/>
                  <a:pt x="1425528" y="48009"/>
                  <a:pt x="1424164" y="46695"/>
                </a:cubicBezTo>
                <a:cubicBezTo>
                  <a:pt x="1422800" y="45380"/>
                  <a:pt x="1420828" y="44723"/>
                  <a:pt x="1418248" y="44723"/>
                </a:cubicBezTo>
                <a:cubicBezTo>
                  <a:pt x="1416363" y="44723"/>
                  <a:pt x="1414602" y="45045"/>
                  <a:pt x="1412965" y="45690"/>
                </a:cubicBezTo>
                <a:cubicBezTo>
                  <a:pt x="1411327" y="46335"/>
                  <a:pt x="1409715" y="47327"/>
                  <a:pt x="1408128" y="48667"/>
                </a:cubicBezTo>
                <a:lnTo>
                  <a:pt x="1408128" y="80218"/>
                </a:lnTo>
                <a:lnTo>
                  <a:pt x="1402770" y="80218"/>
                </a:lnTo>
                <a:lnTo>
                  <a:pt x="1402770" y="40481"/>
                </a:lnTo>
                <a:lnTo>
                  <a:pt x="1407755" y="40481"/>
                </a:lnTo>
                <a:lnTo>
                  <a:pt x="1407755" y="44723"/>
                </a:lnTo>
                <a:cubicBezTo>
                  <a:pt x="1411080" y="41250"/>
                  <a:pt x="1415048" y="39514"/>
                  <a:pt x="1419662" y="39514"/>
                </a:cubicBezTo>
                <a:close/>
                <a:moveTo>
                  <a:pt x="261760" y="34175"/>
                </a:moveTo>
                <a:cubicBezTo>
                  <a:pt x="254325" y="34175"/>
                  <a:pt x="250608" y="40109"/>
                  <a:pt x="250608" y="51978"/>
                </a:cubicBezTo>
                <a:cubicBezTo>
                  <a:pt x="250608" y="64120"/>
                  <a:pt x="254496" y="70191"/>
                  <a:pt x="262272" y="70191"/>
                </a:cubicBezTo>
                <a:cubicBezTo>
                  <a:pt x="264318" y="70191"/>
                  <a:pt x="266177" y="69782"/>
                  <a:pt x="267848" y="68963"/>
                </a:cubicBezTo>
                <a:cubicBezTo>
                  <a:pt x="269519" y="68145"/>
                  <a:pt x="271208" y="66814"/>
                  <a:pt x="272913" y="64973"/>
                </a:cubicBezTo>
                <a:lnTo>
                  <a:pt x="272913" y="39291"/>
                </a:lnTo>
                <a:cubicBezTo>
                  <a:pt x="271481" y="37653"/>
                  <a:pt x="269792" y="36391"/>
                  <a:pt x="267848" y="35505"/>
                </a:cubicBezTo>
                <a:cubicBezTo>
                  <a:pt x="265904" y="34618"/>
                  <a:pt x="263875" y="34175"/>
                  <a:pt x="261760" y="34175"/>
                </a:cubicBezTo>
                <a:close/>
                <a:moveTo>
                  <a:pt x="81502" y="34175"/>
                </a:moveTo>
                <a:cubicBezTo>
                  <a:pt x="73589" y="34175"/>
                  <a:pt x="69632" y="40280"/>
                  <a:pt x="69632" y="52490"/>
                </a:cubicBezTo>
                <a:cubicBezTo>
                  <a:pt x="69632" y="58561"/>
                  <a:pt x="70622" y="63131"/>
                  <a:pt x="72600" y="66200"/>
                </a:cubicBezTo>
                <a:cubicBezTo>
                  <a:pt x="74578" y="69270"/>
                  <a:pt x="77511" y="70805"/>
                  <a:pt x="81399" y="70805"/>
                </a:cubicBezTo>
                <a:cubicBezTo>
                  <a:pt x="85356" y="70805"/>
                  <a:pt x="88323" y="69270"/>
                  <a:pt x="90301" y="66200"/>
                </a:cubicBezTo>
                <a:cubicBezTo>
                  <a:pt x="92279" y="63131"/>
                  <a:pt x="93268" y="58561"/>
                  <a:pt x="93268" y="52490"/>
                </a:cubicBezTo>
                <a:cubicBezTo>
                  <a:pt x="93268" y="40280"/>
                  <a:pt x="89346" y="34175"/>
                  <a:pt x="81502" y="34175"/>
                </a:cubicBezTo>
                <a:close/>
                <a:moveTo>
                  <a:pt x="1128638" y="33970"/>
                </a:moveTo>
                <a:cubicBezTo>
                  <a:pt x="1121885" y="33970"/>
                  <a:pt x="1118031" y="38540"/>
                  <a:pt x="1117076" y="47681"/>
                </a:cubicBezTo>
                <a:lnTo>
                  <a:pt x="1140200" y="47681"/>
                </a:lnTo>
                <a:cubicBezTo>
                  <a:pt x="1140063" y="43315"/>
                  <a:pt x="1138989" y="39939"/>
                  <a:pt x="1136977" y="37551"/>
                </a:cubicBezTo>
                <a:cubicBezTo>
                  <a:pt x="1134965" y="35164"/>
                  <a:pt x="1132185" y="33970"/>
                  <a:pt x="1128638" y="33970"/>
                </a:cubicBezTo>
                <a:close/>
                <a:moveTo>
                  <a:pt x="319013" y="33970"/>
                </a:moveTo>
                <a:cubicBezTo>
                  <a:pt x="312260" y="33970"/>
                  <a:pt x="308406" y="38540"/>
                  <a:pt x="307451" y="47681"/>
                </a:cubicBezTo>
                <a:lnTo>
                  <a:pt x="330575" y="47681"/>
                </a:lnTo>
                <a:cubicBezTo>
                  <a:pt x="330438" y="43315"/>
                  <a:pt x="329364" y="39939"/>
                  <a:pt x="327352" y="37551"/>
                </a:cubicBezTo>
                <a:cubicBezTo>
                  <a:pt x="325339" y="35164"/>
                  <a:pt x="322560" y="33970"/>
                  <a:pt x="319013" y="33970"/>
                </a:cubicBezTo>
                <a:close/>
                <a:moveTo>
                  <a:pt x="11005457" y="28575"/>
                </a:moveTo>
                <a:lnTo>
                  <a:pt x="11010815" y="28575"/>
                </a:lnTo>
                <a:lnTo>
                  <a:pt x="11010815" y="40481"/>
                </a:lnTo>
                <a:lnTo>
                  <a:pt x="11022796" y="40481"/>
                </a:lnTo>
                <a:lnTo>
                  <a:pt x="11022796" y="45020"/>
                </a:lnTo>
                <a:lnTo>
                  <a:pt x="11010815" y="45020"/>
                </a:lnTo>
                <a:lnTo>
                  <a:pt x="11010815" y="66824"/>
                </a:lnTo>
                <a:cubicBezTo>
                  <a:pt x="11010815" y="69949"/>
                  <a:pt x="11011423" y="72244"/>
                  <a:pt x="11012638" y="73707"/>
                </a:cubicBezTo>
                <a:cubicBezTo>
                  <a:pt x="11013853" y="75170"/>
                  <a:pt x="11015751" y="75902"/>
                  <a:pt x="11018331" y="75902"/>
                </a:cubicBezTo>
                <a:cubicBezTo>
                  <a:pt x="11019670" y="75902"/>
                  <a:pt x="11021034" y="75679"/>
                  <a:pt x="11022424" y="75233"/>
                </a:cubicBezTo>
                <a:lnTo>
                  <a:pt x="11023317" y="79846"/>
                </a:lnTo>
                <a:cubicBezTo>
                  <a:pt x="11021629" y="80441"/>
                  <a:pt x="11019695" y="80739"/>
                  <a:pt x="11017512" y="80739"/>
                </a:cubicBezTo>
                <a:cubicBezTo>
                  <a:pt x="11013544" y="80739"/>
                  <a:pt x="11010542" y="79635"/>
                  <a:pt x="11008508" y="77428"/>
                </a:cubicBezTo>
                <a:cubicBezTo>
                  <a:pt x="11006475" y="75220"/>
                  <a:pt x="11005457" y="71933"/>
                  <a:pt x="11005457" y="67568"/>
                </a:cubicBezTo>
                <a:lnTo>
                  <a:pt x="11005457" y="45020"/>
                </a:lnTo>
                <a:lnTo>
                  <a:pt x="10998537" y="45020"/>
                </a:lnTo>
                <a:lnTo>
                  <a:pt x="10998537" y="40481"/>
                </a:lnTo>
                <a:lnTo>
                  <a:pt x="11005457" y="40481"/>
                </a:lnTo>
                <a:close/>
                <a:moveTo>
                  <a:pt x="10405382" y="28575"/>
                </a:moveTo>
                <a:lnTo>
                  <a:pt x="10410740" y="28575"/>
                </a:lnTo>
                <a:lnTo>
                  <a:pt x="10410740" y="40481"/>
                </a:lnTo>
                <a:lnTo>
                  <a:pt x="10422721" y="40481"/>
                </a:lnTo>
                <a:lnTo>
                  <a:pt x="10422721" y="45020"/>
                </a:lnTo>
                <a:lnTo>
                  <a:pt x="10410740" y="45020"/>
                </a:lnTo>
                <a:lnTo>
                  <a:pt x="10410740" y="66824"/>
                </a:lnTo>
                <a:cubicBezTo>
                  <a:pt x="10410740" y="69949"/>
                  <a:pt x="10411348" y="72244"/>
                  <a:pt x="10412563" y="73707"/>
                </a:cubicBezTo>
                <a:cubicBezTo>
                  <a:pt x="10413778" y="75170"/>
                  <a:pt x="10415676" y="75902"/>
                  <a:pt x="10418256" y="75902"/>
                </a:cubicBezTo>
                <a:cubicBezTo>
                  <a:pt x="10419595" y="75902"/>
                  <a:pt x="10420959" y="75679"/>
                  <a:pt x="10422349" y="75233"/>
                </a:cubicBezTo>
                <a:lnTo>
                  <a:pt x="10423242" y="79846"/>
                </a:lnTo>
                <a:cubicBezTo>
                  <a:pt x="10421554" y="80441"/>
                  <a:pt x="10419620" y="80739"/>
                  <a:pt x="10417437" y="80739"/>
                </a:cubicBezTo>
                <a:cubicBezTo>
                  <a:pt x="10413469" y="80739"/>
                  <a:pt x="10410467" y="79635"/>
                  <a:pt x="10408433" y="77428"/>
                </a:cubicBezTo>
                <a:cubicBezTo>
                  <a:pt x="10406400" y="75220"/>
                  <a:pt x="10405382" y="71933"/>
                  <a:pt x="10405382" y="67568"/>
                </a:cubicBezTo>
                <a:lnTo>
                  <a:pt x="10405382" y="45020"/>
                </a:lnTo>
                <a:lnTo>
                  <a:pt x="10398462" y="45020"/>
                </a:lnTo>
                <a:lnTo>
                  <a:pt x="10398462" y="40481"/>
                </a:lnTo>
                <a:lnTo>
                  <a:pt x="10405382" y="40481"/>
                </a:lnTo>
                <a:close/>
                <a:moveTo>
                  <a:pt x="9748157" y="28575"/>
                </a:moveTo>
                <a:lnTo>
                  <a:pt x="9753515" y="28575"/>
                </a:lnTo>
                <a:lnTo>
                  <a:pt x="9753515" y="40481"/>
                </a:lnTo>
                <a:lnTo>
                  <a:pt x="9765496" y="40481"/>
                </a:lnTo>
                <a:lnTo>
                  <a:pt x="9765496" y="45020"/>
                </a:lnTo>
                <a:lnTo>
                  <a:pt x="9753515" y="45020"/>
                </a:lnTo>
                <a:lnTo>
                  <a:pt x="9753515" y="66824"/>
                </a:lnTo>
                <a:cubicBezTo>
                  <a:pt x="9753515" y="69949"/>
                  <a:pt x="9754123" y="72244"/>
                  <a:pt x="9755338" y="73707"/>
                </a:cubicBezTo>
                <a:cubicBezTo>
                  <a:pt x="9756553" y="75170"/>
                  <a:pt x="9758451" y="75902"/>
                  <a:pt x="9761031" y="75902"/>
                </a:cubicBezTo>
                <a:cubicBezTo>
                  <a:pt x="9762370" y="75902"/>
                  <a:pt x="9763734" y="75679"/>
                  <a:pt x="9765124" y="75233"/>
                </a:cubicBezTo>
                <a:lnTo>
                  <a:pt x="9766017" y="79846"/>
                </a:lnTo>
                <a:cubicBezTo>
                  <a:pt x="9764329" y="80441"/>
                  <a:pt x="9762395" y="80739"/>
                  <a:pt x="9760212" y="80739"/>
                </a:cubicBezTo>
                <a:cubicBezTo>
                  <a:pt x="9756244" y="80739"/>
                  <a:pt x="9753242" y="79635"/>
                  <a:pt x="9751208" y="77428"/>
                </a:cubicBezTo>
                <a:cubicBezTo>
                  <a:pt x="9749174" y="75220"/>
                  <a:pt x="9748157" y="71933"/>
                  <a:pt x="9748157" y="67568"/>
                </a:cubicBezTo>
                <a:lnTo>
                  <a:pt x="9748157" y="45020"/>
                </a:lnTo>
                <a:lnTo>
                  <a:pt x="9741237" y="45020"/>
                </a:lnTo>
                <a:lnTo>
                  <a:pt x="9741237" y="40481"/>
                </a:lnTo>
                <a:lnTo>
                  <a:pt x="9748157" y="40481"/>
                </a:lnTo>
                <a:close/>
                <a:moveTo>
                  <a:pt x="9700532" y="28575"/>
                </a:moveTo>
                <a:lnTo>
                  <a:pt x="9705890" y="28575"/>
                </a:lnTo>
                <a:lnTo>
                  <a:pt x="9705890" y="40481"/>
                </a:lnTo>
                <a:lnTo>
                  <a:pt x="9717871" y="40481"/>
                </a:lnTo>
                <a:lnTo>
                  <a:pt x="9717871" y="45020"/>
                </a:lnTo>
                <a:lnTo>
                  <a:pt x="9705890" y="45020"/>
                </a:lnTo>
                <a:lnTo>
                  <a:pt x="9705890" y="66824"/>
                </a:lnTo>
                <a:cubicBezTo>
                  <a:pt x="9705890" y="69949"/>
                  <a:pt x="9706498" y="72244"/>
                  <a:pt x="9707713" y="73707"/>
                </a:cubicBezTo>
                <a:cubicBezTo>
                  <a:pt x="9708929" y="75170"/>
                  <a:pt x="9710826" y="75902"/>
                  <a:pt x="9713406" y="75902"/>
                </a:cubicBezTo>
                <a:cubicBezTo>
                  <a:pt x="9714745" y="75902"/>
                  <a:pt x="9716110" y="75679"/>
                  <a:pt x="9717499" y="75233"/>
                </a:cubicBezTo>
                <a:lnTo>
                  <a:pt x="9718392" y="79846"/>
                </a:lnTo>
                <a:cubicBezTo>
                  <a:pt x="9716705" y="80441"/>
                  <a:pt x="9714770" y="80739"/>
                  <a:pt x="9712587" y="80739"/>
                </a:cubicBezTo>
                <a:cubicBezTo>
                  <a:pt x="9708618" y="80739"/>
                  <a:pt x="9705617" y="79635"/>
                  <a:pt x="9703583" y="77428"/>
                </a:cubicBezTo>
                <a:cubicBezTo>
                  <a:pt x="9701549" y="75220"/>
                  <a:pt x="9700532" y="71933"/>
                  <a:pt x="9700532" y="67568"/>
                </a:cubicBezTo>
                <a:lnTo>
                  <a:pt x="9700532" y="45020"/>
                </a:lnTo>
                <a:lnTo>
                  <a:pt x="9693612" y="45020"/>
                </a:lnTo>
                <a:lnTo>
                  <a:pt x="9693612" y="40481"/>
                </a:lnTo>
                <a:lnTo>
                  <a:pt x="9700532" y="40481"/>
                </a:lnTo>
                <a:close/>
                <a:moveTo>
                  <a:pt x="9548132" y="28575"/>
                </a:moveTo>
                <a:lnTo>
                  <a:pt x="9553490" y="28575"/>
                </a:lnTo>
                <a:lnTo>
                  <a:pt x="9553490" y="40481"/>
                </a:lnTo>
                <a:lnTo>
                  <a:pt x="9565471" y="40481"/>
                </a:lnTo>
                <a:lnTo>
                  <a:pt x="9565471" y="45020"/>
                </a:lnTo>
                <a:lnTo>
                  <a:pt x="9553490" y="45020"/>
                </a:lnTo>
                <a:lnTo>
                  <a:pt x="9553490" y="66824"/>
                </a:lnTo>
                <a:cubicBezTo>
                  <a:pt x="9553490" y="69949"/>
                  <a:pt x="9554098" y="72244"/>
                  <a:pt x="9555313" y="73707"/>
                </a:cubicBezTo>
                <a:cubicBezTo>
                  <a:pt x="9556529" y="75170"/>
                  <a:pt x="9558426" y="75902"/>
                  <a:pt x="9561006" y="75902"/>
                </a:cubicBezTo>
                <a:cubicBezTo>
                  <a:pt x="9562345" y="75902"/>
                  <a:pt x="9563710" y="75679"/>
                  <a:pt x="9565099" y="75233"/>
                </a:cubicBezTo>
                <a:lnTo>
                  <a:pt x="9565992" y="79846"/>
                </a:lnTo>
                <a:cubicBezTo>
                  <a:pt x="9564305" y="80441"/>
                  <a:pt x="9562370" y="80739"/>
                  <a:pt x="9560187" y="80739"/>
                </a:cubicBezTo>
                <a:cubicBezTo>
                  <a:pt x="9556218" y="80739"/>
                  <a:pt x="9553217" y="79635"/>
                  <a:pt x="9551183" y="77428"/>
                </a:cubicBezTo>
                <a:cubicBezTo>
                  <a:pt x="9549149" y="75220"/>
                  <a:pt x="9548132" y="71933"/>
                  <a:pt x="9548132" y="67568"/>
                </a:cubicBezTo>
                <a:lnTo>
                  <a:pt x="9548132" y="45020"/>
                </a:lnTo>
                <a:lnTo>
                  <a:pt x="9541212" y="45020"/>
                </a:lnTo>
                <a:lnTo>
                  <a:pt x="9541212" y="40481"/>
                </a:lnTo>
                <a:lnTo>
                  <a:pt x="9548132" y="40481"/>
                </a:lnTo>
                <a:close/>
                <a:moveTo>
                  <a:pt x="9405257" y="28575"/>
                </a:moveTo>
                <a:lnTo>
                  <a:pt x="9410615" y="28575"/>
                </a:lnTo>
                <a:lnTo>
                  <a:pt x="9410615" y="40481"/>
                </a:lnTo>
                <a:lnTo>
                  <a:pt x="9422596" y="40481"/>
                </a:lnTo>
                <a:lnTo>
                  <a:pt x="9422596" y="45020"/>
                </a:lnTo>
                <a:lnTo>
                  <a:pt x="9410615" y="45020"/>
                </a:lnTo>
                <a:lnTo>
                  <a:pt x="9410615" y="66824"/>
                </a:lnTo>
                <a:cubicBezTo>
                  <a:pt x="9410615" y="69949"/>
                  <a:pt x="9411223" y="72244"/>
                  <a:pt x="9412438" y="73707"/>
                </a:cubicBezTo>
                <a:cubicBezTo>
                  <a:pt x="9413653" y="75170"/>
                  <a:pt x="9415551" y="75902"/>
                  <a:pt x="9418131" y="75902"/>
                </a:cubicBezTo>
                <a:cubicBezTo>
                  <a:pt x="9419470" y="75902"/>
                  <a:pt x="9420834" y="75679"/>
                  <a:pt x="9422224" y="75233"/>
                </a:cubicBezTo>
                <a:lnTo>
                  <a:pt x="9423117" y="79846"/>
                </a:lnTo>
                <a:cubicBezTo>
                  <a:pt x="9421429" y="80441"/>
                  <a:pt x="9419495" y="80739"/>
                  <a:pt x="9417312" y="80739"/>
                </a:cubicBezTo>
                <a:cubicBezTo>
                  <a:pt x="9413344" y="80739"/>
                  <a:pt x="9410342" y="79635"/>
                  <a:pt x="9408308" y="77428"/>
                </a:cubicBezTo>
                <a:cubicBezTo>
                  <a:pt x="9406275" y="75220"/>
                  <a:pt x="9405257" y="71933"/>
                  <a:pt x="9405257" y="67568"/>
                </a:cubicBezTo>
                <a:lnTo>
                  <a:pt x="9405257" y="45020"/>
                </a:lnTo>
                <a:lnTo>
                  <a:pt x="9398337" y="45020"/>
                </a:lnTo>
                <a:lnTo>
                  <a:pt x="9398337" y="40481"/>
                </a:lnTo>
                <a:lnTo>
                  <a:pt x="9405257" y="40481"/>
                </a:lnTo>
                <a:close/>
                <a:moveTo>
                  <a:pt x="8700407" y="28575"/>
                </a:moveTo>
                <a:lnTo>
                  <a:pt x="8705765" y="28575"/>
                </a:lnTo>
                <a:lnTo>
                  <a:pt x="8705765" y="40481"/>
                </a:lnTo>
                <a:lnTo>
                  <a:pt x="8717746" y="40481"/>
                </a:lnTo>
                <a:lnTo>
                  <a:pt x="8717746" y="45020"/>
                </a:lnTo>
                <a:lnTo>
                  <a:pt x="8705765" y="45020"/>
                </a:lnTo>
                <a:lnTo>
                  <a:pt x="8705765" y="66824"/>
                </a:lnTo>
                <a:cubicBezTo>
                  <a:pt x="8705765" y="69949"/>
                  <a:pt x="8706373" y="72244"/>
                  <a:pt x="8707588" y="73707"/>
                </a:cubicBezTo>
                <a:cubicBezTo>
                  <a:pt x="8708803" y="75170"/>
                  <a:pt x="8710701" y="75902"/>
                  <a:pt x="8713281" y="75902"/>
                </a:cubicBezTo>
                <a:cubicBezTo>
                  <a:pt x="8714620" y="75902"/>
                  <a:pt x="8715984" y="75679"/>
                  <a:pt x="8717374" y="75233"/>
                </a:cubicBezTo>
                <a:lnTo>
                  <a:pt x="8718267" y="79846"/>
                </a:lnTo>
                <a:cubicBezTo>
                  <a:pt x="8716579" y="80441"/>
                  <a:pt x="8714645" y="80739"/>
                  <a:pt x="8712462" y="80739"/>
                </a:cubicBezTo>
                <a:cubicBezTo>
                  <a:pt x="8708494" y="80739"/>
                  <a:pt x="8705492" y="79635"/>
                  <a:pt x="8703458" y="77428"/>
                </a:cubicBezTo>
                <a:cubicBezTo>
                  <a:pt x="8701425" y="75220"/>
                  <a:pt x="8700407" y="71933"/>
                  <a:pt x="8700407" y="67568"/>
                </a:cubicBezTo>
                <a:lnTo>
                  <a:pt x="8700407" y="45020"/>
                </a:lnTo>
                <a:lnTo>
                  <a:pt x="8693487" y="45020"/>
                </a:lnTo>
                <a:lnTo>
                  <a:pt x="8693487" y="40481"/>
                </a:lnTo>
                <a:lnTo>
                  <a:pt x="8700407" y="40481"/>
                </a:lnTo>
                <a:close/>
                <a:moveTo>
                  <a:pt x="8671832" y="28575"/>
                </a:moveTo>
                <a:lnTo>
                  <a:pt x="8677190" y="28575"/>
                </a:lnTo>
                <a:lnTo>
                  <a:pt x="8677190" y="40481"/>
                </a:lnTo>
                <a:lnTo>
                  <a:pt x="8689171" y="40481"/>
                </a:lnTo>
                <a:lnTo>
                  <a:pt x="8689171" y="45020"/>
                </a:lnTo>
                <a:lnTo>
                  <a:pt x="8677190" y="45020"/>
                </a:lnTo>
                <a:lnTo>
                  <a:pt x="8677190" y="66824"/>
                </a:lnTo>
                <a:cubicBezTo>
                  <a:pt x="8677190" y="69949"/>
                  <a:pt x="8677798" y="72244"/>
                  <a:pt x="8679013" y="73707"/>
                </a:cubicBezTo>
                <a:cubicBezTo>
                  <a:pt x="8680228" y="75170"/>
                  <a:pt x="8682126" y="75902"/>
                  <a:pt x="8684706" y="75902"/>
                </a:cubicBezTo>
                <a:cubicBezTo>
                  <a:pt x="8686045" y="75902"/>
                  <a:pt x="8687409" y="75679"/>
                  <a:pt x="8688799" y="75233"/>
                </a:cubicBezTo>
                <a:lnTo>
                  <a:pt x="8689692" y="79846"/>
                </a:lnTo>
                <a:cubicBezTo>
                  <a:pt x="8688004" y="80441"/>
                  <a:pt x="8686070" y="80739"/>
                  <a:pt x="8683887" y="80739"/>
                </a:cubicBezTo>
                <a:cubicBezTo>
                  <a:pt x="8679919" y="80739"/>
                  <a:pt x="8676917" y="79635"/>
                  <a:pt x="8674883" y="77428"/>
                </a:cubicBezTo>
                <a:cubicBezTo>
                  <a:pt x="8672850" y="75220"/>
                  <a:pt x="8671832" y="71933"/>
                  <a:pt x="8671832" y="67568"/>
                </a:cubicBezTo>
                <a:lnTo>
                  <a:pt x="8671832" y="45020"/>
                </a:lnTo>
                <a:lnTo>
                  <a:pt x="8664912" y="45020"/>
                </a:lnTo>
                <a:lnTo>
                  <a:pt x="8664912" y="40481"/>
                </a:lnTo>
                <a:lnTo>
                  <a:pt x="8671832" y="40481"/>
                </a:lnTo>
                <a:close/>
                <a:moveTo>
                  <a:pt x="8405132" y="28575"/>
                </a:moveTo>
                <a:lnTo>
                  <a:pt x="8410490" y="28575"/>
                </a:lnTo>
                <a:lnTo>
                  <a:pt x="8410490" y="40481"/>
                </a:lnTo>
                <a:lnTo>
                  <a:pt x="8422471" y="40481"/>
                </a:lnTo>
                <a:lnTo>
                  <a:pt x="8422471" y="45020"/>
                </a:lnTo>
                <a:lnTo>
                  <a:pt x="8410490" y="45020"/>
                </a:lnTo>
                <a:lnTo>
                  <a:pt x="8410490" y="66824"/>
                </a:lnTo>
                <a:cubicBezTo>
                  <a:pt x="8410490" y="69949"/>
                  <a:pt x="8411098" y="72244"/>
                  <a:pt x="8412313" y="73707"/>
                </a:cubicBezTo>
                <a:cubicBezTo>
                  <a:pt x="8413528" y="75170"/>
                  <a:pt x="8415426" y="75902"/>
                  <a:pt x="8418006" y="75902"/>
                </a:cubicBezTo>
                <a:cubicBezTo>
                  <a:pt x="8419345" y="75902"/>
                  <a:pt x="8420709" y="75679"/>
                  <a:pt x="8422099" y="75233"/>
                </a:cubicBezTo>
                <a:lnTo>
                  <a:pt x="8422992" y="79846"/>
                </a:lnTo>
                <a:cubicBezTo>
                  <a:pt x="8421304" y="80441"/>
                  <a:pt x="8419370" y="80739"/>
                  <a:pt x="8417187" y="80739"/>
                </a:cubicBezTo>
                <a:cubicBezTo>
                  <a:pt x="8413219" y="80739"/>
                  <a:pt x="8410217" y="79635"/>
                  <a:pt x="8408183" y="77428"/>
                </a:cubicBezTo>
                <a:cubicBezTo>
                  <a:pt x="8406150" y="75220"/>
                  <a:pt x="8405132" y="71933"/>
                  <a:pt x="8405132" y="67568"/>
                </a:cubicBezTo>
                <a:lnTo>
                  <a:pt x="8405132" y="45020"/>
                </a:lnTo>
                <a:lnTo>
                  <a:pt x="8398212" y="45020"/>
                </a:lnTo>
                <a:lnTo>
                  <a:pt x="8398212" y="40481"/>
                </a:lnTo>
                <a:lnTo>
                  <a:pt x="8405132" y="40481"/>
                </a:lnTo>
                <a:close/>
                <a:moveTo>
                  <a:pt x="7062107" y="28575"/>
                </a:moveTo>
                <a:lnTo>
                  <a:pt x="7067465" y="28575"/>
                </a:lnTo>
                <a:lnTo>
                  <a:pt x="7067465" y="40481"/>
                </a:lnTo>
                <a:lnTo>
                  <a:pt x="7079446" y="40481"/>
                </a:lnTo>
                <a:lnTo>
                  <a:pt x="7079446" y="45020"/>
                </a:lnTo>
                <a:lnTo>
                  <a:pt x="7067465" y="45020"/>
                </a:lnTo>
                <a:lnTo>
                  <a:pt x="7067465" y="66824"/>
                </a:lnTo>
                <a:cubicBezTo>
                  <a:pt x="7067465" y="69949"/>
                  <a:pt x="7068073" y="72244"/>
                  <a:pt x="7069288" y="73707"/>
                </a:cubicBezTo>
                <a:cubicBezTo>
                  <a:pt x="7070504" y="75170"/>
                  <a:pt x="7072402" y="75902"/>
                  <a:pt x="7074981" y="75902"/>
                </a:cubicBezTo>
                <a:cubicBezTo>
                  <a:pt x="7076321" y="75902"/>
                  <a:pt x="7077685" y="75679"/>
                  <a:pt x="7079074" y="75233"/>
                </a:cubicBezTo>
                <a:lnTo>
                  <a:pt x="7079967" y="79846"/>
                </a:lnTo>
                <a:cubicBezTo>
                  <a:pt x="7078280" y="80441"/>
                  <a:pt x="7076346" y="80739"/>
                  <a:pt x="7074163" y="80739"/>
                </a:cubicBezTo>
                <a:cubicBezTo>
                  <a:pt x="7070194" y="80739"/>
                  <a:pt x="7067193" y="79635"/>
                  <a:pt x="7065158" y="77428"/>
                </a:cubicBezTo>
                <a:cubicBezTo>
                  <a:pt x="7063124" y="75220"/>
                  <a:pt x="7062107" y="71933"/>
                  <a:pt x="7062107" y="67568"/>
                </a:cubicBezTo>
                <a:lnTo>
                  <a:pt x="7062107" y="45020"/>
                </a:lnTo>
                <a:lnTo>
                  <a:pt x="7055187" y="45020"/>
                </a:lnTo>
                <a:lnTo>
                  <a:pt x="7055187" y="40481"/>
                </a:lnTo>
                <a:lnTo>
                  <a:pt x="7062107" y="40481"/>
                </a:lnTo>
                <a:close/>
                <a:moveTo>
                  <a:pt x="6604907" y="28575"/>
                </a:moveTo>
                <a:lnTo>
                  <a:pt x="6610265" y="28575"/>
                </a:lnTo>
                <a:lnTo>
                  <a:pt x="6610265" y="40481"/>
                </a:lnTo>
                <a:lnTo>
                  <a:pt x="6622246" y="40481"/>
                </a:lnTo>
                <a:lnTo>
                  <a:pt x="6622246" y="45020"/>
                </a:lnTo>
                <a:lnTo>
                  <a:pt x="6610265" y="45020"/>
                </a:lnTo>
                <a:lnTo>
                  <a:pt x="6610265" y="66824"/>
                </a:lnTo>
                <a:cubicBezTo>
                  <a:pt x="6610265" y="69949"/>
                  <a:pt x="6610873" y="72244"/>
                  <a:pt x="6612088" y="73707"/>
                </a:cubicBezTo>
                <a:cubicBezTo>
                  <a:pt x="6613304" y="75170"/>
                  <a:pt x="6615202" y="75902"/>
                  <a:pt x="6617781" y="75902"/>
                </a:cubicBezTo>
                <a:cubicBezTo>
                  <a:pt x="6619121" y="75902"/>
                  <a:pt x="6620485" y="75679"/>
                  <a:pt x="6621874" y="75233"/>
                </a:cubicBezTo>
                <a:lnTo>
                  <a:pt x="6622767" y="79846"/>
                </a:lnTo>
                <a:cubicBezTo>
                  <a:pt x="6621080" y="80441"/>
                  <a:pt x="6619146" y="80739"/>
                  <a:pt x="6616963" y="80739"/>
                </a:cubicBezTo>
                <a:cubicBezTo>
                  <a:pt x="6612994" y="80739"/>
                  <a:pt x="6609993" y="79635"/>
                  <a:pt x="6607958" y="77428"/>
                </a:cubicBezTo>
                <a:cubicBezTo>
                  <a:pt x="6605925" y="75220"/>
                  <a:pt x="6604907" y="71933"/>
                  <a:pt x="6604907" y="67568"/>
                </a:cubicBezTo>
                <a:lnTo>
                  <a:pt x="6604907" y="45020"/>
                </a:lnTo>
                <a:lnTo>
                  <a:pt x="6597987" y="45020"/>
                </a:lnTo>
                <a:lnTo>
                  <a:pt x="6597987" y="40481"/>
                </a:lnTo>
                <a:lnTo>
                  <a:pt x="6604907" y="40481"/>
                </a:lnTo>
                <a:close/>
                <a:moveTo>
                  <a:pt x="6071507" y="28575"/>
                </a:moveTo>
                <a:lnTo>
                  <a:pt x="6076865" y="28575"/>
                </a:lnTo>
                <a:lnTo>
                  <a:pt x="6076865" y="40481"/>
                </a:lnTo>
                <a:lnTo>
                  <a:pt x="6088846" y="40481"/>
                </a:lnTo>
                <a:lnTo>
                  <a:pt x="6088846" y="45020"/>
                </a:lnTo>
                <a:lnTo>
                  <a:pt x="6076865" y="45020"/>
                </a:lnTo>
                <a:lnTo>
                  <a:pt x="6076865" y="66824"/>
                </a:lnTo>
                <a:cubicBezTo>
                  <a:pt x="6076865" y="69949"/>
                  <a:pt x="6077473" y="72244"/>
                  <a:pt x="6078688" y="73707"/>
                </a:cubicBezTo>
                <a:cubicBezTo>
                  <a:pt x="6079904" y="75170"/>
                  <a:pt x="6081802" y="75902"/>
                  <a:pt x="6084381" y="75902"/>
                </a:cubicBezTo>
                <a:cubicBezTo>
                  <a:pt x="6085721" y="75902"/>
                  <a:pt x="6087085" y="75679"/>
                  <a:pt x="6088474" y="75233"/>
                </a:cubicBezTo>
                <a:lnTo>
                  <a:pt x="6089367" y="79846"/>
                </a:lnTo>
                <a:cubicBezTo>
                  <a:pt x="6087680" y="80441"/>
                  <a:pt x="6085746" y="80739"/>
                  <a:pt x="6083563" y="80739"/>
                </a:cubicBezTo>
                <a:cubicBezTo>
                  <a:pt x="6079594" y="80739"/>
                  <a:pt x="6076593" y="79635"/>
                  <a:pt x="6074558" y="77428"/>
                </a:cubicBezTo>
                <a:cubicBezTo>
                  <a:pt x="6072525" y="75220"/>
                  <a:pt x="6071507" y="71933"/>
                  <a:pt x="6071507" y="67568"/>
                </a:cubicBezTo>
                <a:lnTo>
                  <a:pt x="6071507" y="45020"/>
                </a:lnTo>
                <a:lnTo>
                  <a:pt x="6064587" y="45020"/>
                </a:lnTo>
                <a:lnTo>
                  <a:pt x="6064587" y="40481"/>
                </a:lnTo>
                <a:lnTo>
                  <a:pt x="6071507" y="40481"/>
                </a:lnTo>
                <a:close/>
                <a:moveTo>
                  <a:pt x="5433332" y="28575"/>
                </a:moveTo>
                <a:lnTo>
                  <a:pt x="5438690" y="28575"/>
                </a:lnTo>
                <a:lnTo>
                  <a:pt x="5438690" y="40481"/>
                </a:lnTo>
                <a:lnTo>
                  <a:pt x="5450671" y="40481"/>
                </a:lnTo>
                <a:lnTo>
                  <a:pt x="5450671" y="45020"/>
                </a:lnTo>
                <a:lnTo>
                  <a:pt x="5438690" y="45020"/>
                </a:lnTo>
                <a:lnTo>
                  <a:pt x="5438690" y="66824"/>
                </a:lnTo>
                <a:cubicBezTo>
                  <a:pt x="5438690" y="69949"/>
                  <a:pt x="5439298" y="72244"/>
                  <a:pt x="5440513" y="73707"/>
                </a:cubicBezTo>
                <a:cubicBezTo>
                  <a:pt x="5441729" y="75170"/>
                  <a:pt x="5443627" y="75902"/>
                  <a:pt x="5446206" y="75902"/>
                </a:cubicBezTo>
                <a:cubicBezTo>
                  <a:pt x="5447546" y="75902"/>
                  <a:pt x="5448910" y="75679"/>
                  <a:pt x="5450299" y="75233"/>
                </a:cubicBezTo>
                <a:lnTo>
                  <a:pt x="5451192" y="79846"/>
                </a:lnTo>
                <a:cubicBezTo>
                  <a:pt x="5449505" y="80441"/>
                  <a:pt x="5447571" y="80739"/>
                  <a:pt x="5445388" y="80739"/>
                </a:cubicBezTo>
                <a:cubicBezTo>
                  <a:pt x="5441419" y="80739"/>
                  <a:pt x="5438418" y="79635"/>
                  <a:pt x="5436383" y="77428"/>
                </a:cubicBezTo>
                <a:cubicBezTo>
                  <a:pt x="5434349" y="75220"/>
                  <a:pt x="5433332" y="71933"/>
                  <a:pt x="5433332" y="67568"/>
                </a:cubicBezTo>
                <a:lnTo>
                  <a:pt x="5433332" y="45020"/>
                </a:lnTo>
                <a:lnTo>
                  <a:pt x="5426412" y="45020"/>
                </a:lnTo>
                <a:lnTo>
                  <a:pt x="5426412" y="40481"/>
                </a:lnTo>
                <a:lnTo>
                  <a:pt x="5433332" y="40481"/>
                </a:lnTo>
                <a:close/>
                <a:moveTo>
                  <a:pt x="5090432" y="28575"/>
                </a:moveTo>
                <a:lnTo>
                  <a:pt x="5095791" y="28575"/>
                </a:lnTo>
                <a:lnTo>
                  <a:pt x="5095791" y="40481"/>
                </a:lnTo>
                <a:lnTo>
                  <a:pt x="5107771" y="40481"/>
                </a:lnTo>
                <a:lnTo>
                  <a:pt x="5107771" y="45020"/>
                </a:lnTo>
                <a:lnTo>
                  <a:pt x="5095791" y="45020"/>
                </a:lnTo>
                <a:lnTo>
                  <a:pt x="5095791" y="66824"/>
                </a:lnTo>
                <a:cubicBezTo>
                  <a:pt x="5095791" y="69949"/>
                  <a:pt x="5096398" y="72244"/>
                  <a:pt x="5097614" y="73707"/>
                </a:cubicBezTo>
                <a:cubicBezTo>
                  <a:pt x="5098828" y="75170"/>
                  <a:pt x="5100727" y="75902"/>
                  <a:pt x="5103306" y="75902"/>
                </a:cubicBezTo>
                <a:cubicBezTo>
                  <a:pt x="5104646" y="75902"/>
                  <a:pt x="5106010" y="75679"/>
                  <a:pt x="5107399" y="75233"/>
                </a:cubicBezTo>
                <a:lnTo>
                  <a:pt x="5108292" y="79846"/>
                </a:lnTo>
                <a:cubicBezTo>
                  <a:pt x="5106605" y="80441"/>
                  <a:pt x="5104670" y="80739"/>
                  <a:pt x="5102488" y="80739"/>
                </a:cubicBezTo>
                <a:cubicBezTo>
                  <a:pt x="5098519" y="80739"/>
                  <a:pt x="5095518" y="79635"/>
                  <a:pt x="5093483" y="77428"/>
                </a:cubicBezTo>
                <a:cubicBezTo>
                  <a:pt x="5091450" y="75220"/>
                  <a:pt x="5090432" y="71933"/>
                  <a:pt x="5090432" y="67568"/>
                </a:cubicBezTo>
                <a:lnTo>
                  <a:pt x="5090432" y="45020"/>
                </a:lnTo>
                <a:lnTo>
                  <a:pt x="5083512" y="45020"/>
                </a:lnTo>
                <a:lnTo>
                  <a:pt x="5083512" y="40481"/>
                </a:lnTo>
                <a:lnTo>
                  <a:pt x="5090432" y="40481"/>
                </a:lnTo>
                <a:close/>
                <a:moveTo>
                  <a:pt x="4652282" y="28575"/>
                </a:moveTo>
                <a:lnTo>
                  <a:pt x="4657641" y="28575"/>
                </a:lnTo>
                <a:lnTo>
                  <a:pt x="4657641" y="40481"/>
                </a:lnTo>
                <a:lnTo>
                  <a:pt x="4669621" y="40481"/>
                </a:lnTo>
                <a:lnTo>
                  <a:pt x="4669621" y="45020"/>
                </a:lnTo>
                <a:lnTo>
                  <a:pt x="4657641" y="45020"/>
                </a:lnTo>
                <a:lnTo>
                  <a:pt x="4657641" y="66824"/>
                </a:lnTo>
                <a:cubicBezTo>
                  <a:pt x="4657641" y="69949"/>
                  <a:pt x="4658249" y="72244"/>
                  <a:pt x="4659463" y="73707"/>
                </a:cubicBezTo>
                <a:cubicBezTo>
                  <a:pt x="4660679" y="75170"/>
                  <a:pt x="4662577" y="75902"/>
                  <a:pt x="4665156" y="75902"/>
                </a:cubicBezTo>
                <a:cubicBezTo>
                  <a:pt x="4666496" y="75902"/>
                  <a:pt x="4667860" y="75679"/>
                  <a:pt x="4669249" y="75233"/>
                </a:cubicBezTo>
                <a:lnTo>
                  <a:pt x="4670142" y="79846"/>
                </a:lnTo>
                <a:cubicBezTo>
                  <a:pt x="4668456" y="80441"/>
                  <a:pt x="4666520" y="80739"/>
                  <a:pt x="4664338" y="80739"/>
                </a:cubicBezTo>
                <a:cubicBezTo>
                  <a:pt x="4660369" y="80739"/>
                  <a:pt x="4657367" y="79635"/>
                  <a:pt x="4655333" y="77428"/>
                </a:cubicBezTo>
                <a:cubicBezTo>
                  <a:pt x="4653300" y="75220"/>
                  <a:pt x="4652282" y="71933"/>
                  <a:pt x="4652282" y="67568"/>
                </a:cubicBezTo>
                <a:lnTo>
                  <a:pt x="4652282" y="45020"/>
                </a:lnTo>
                <a:lnTo>
                  <a:pt x="4645362" y="45020"/>
                </a:lnTo>
                <a:lnTo>
                  <a:pt x="4645362" y="40481"/>
                </a:lnTo>
                <a:lnTo>
                  <a:pt x="4652282" y="40481"/>
                </a:lnTo>
                <a:close/>
                <a:moveTo>
                  <a:pt x="4261757" y="28575"/>
                </a:moveTo>
                <a:lnTo>
                  <a:pt x="4267115" y="28575"/>
                </a:lnTo>
                <a:lnTo>
                  <a:pt x="4267115" y="40481"/>
                </a:lnTo>
                <a:lnTo>
                  <a:pt x="4279096" y="40481"/>
                </a:lnTo>
                <a:lnTo>
                  <a:pt x="4279096" y="45020"/>
                </a:lnTo>
                <a:lnTo>
                  <a:pt x="4267115" y="45020"/>
                </a:lnTo>
                <a:lnTo>
                  <a:pt x="4267115" y="66824"/>
                </a:lnTo>
                <a:cubicBezTo>
                  <a:pt x="4267115" y="69949"/>
                  <a:pt x="4267723" y="72244"/>
                  <a:pt x="4268938" y="73707"/>
                </a:cubicBezTo>
                <a:cubicBezTo>
                  <a:pt x="4270154" y="75170"/>
                  <a:pt x="4272051" y="75902"/>
                  <a:pt x="4274631" y="75902"/>
                </a:cubicBezTo>
                <a:cubicBezTo>
                  <a:pt x="4275971" y="75902"/>
                  <a:pt x="4277335" y="75679"/>
                  <a:pt x="4278724" y="75233"/>
                </a:cubicBezTo>
                <a:lnTo>
                  <a:pt x="4279617" y="79846"/>
                </a:lnTo>
                <a:cubicBezTo>
                  <a:pt x="4277930" y="80441"/>
                  <a:pt x="4275995" y="80739"/>
                  <a:pt x="4273813" y="80739"/>
                </a:cubicBezTo>
                <a:cubicBezTo>
                  <a:pt x="4269844" y="80739"/>
                  <a:pt x="4266842" y="79635"/>
                  <a:pt x="4264809" y="77428"/>
                </a:cubicBezTo>
                <a:cubicBezTo>
                  <a:pt x="4262775" y="75220"/>
                  <a:pt x="4261757" y="71933"/>
                  <a:pt x="4261757" y="67568"/>
                </a:cubicBezTo>
                <a:lnTo>
                  <a:pt x="4261757" y="45020"/>
                </a:lnTo>
                <a:lnTo>
                  <a:pt x="4254837" y="45020"/>
                </a:lnTo>
                <a:lnTo>
                  <a:pt x="4254837" y="40481"/>
                </a:lnTo>
                <a:lnTo>
                  <a:pt x="4261757" y="40481"/>
                </a:lnTo>
                <a:close/>
                <a:moveTo>
                  <a:pt x="3737883" y="28575"/>
                </a:moveTo>
                <a:lnTo>
                  <a:pt x="3743240" y="28575"/>
                </a:lnTo>
                <a:lnTo>
                  <a:pt x="3743240" y="40481"/>
                </a:lnTo>
                <a:lnTo>
                  <a:pt x="3755221" y="40481"/>
                </a:lnTo>
                <a:lnTo>
                  <a:pt x="3755221" y="45020"/>
                </a:lnTo>
                <a:lnTo>
                  <a:pt x="3743240" y="45020"/>
                </a:lnTo>
                <a:lnTo>
                  <a:pt x="3743240" y="66824"/>
                </a:lnTo>
                <a:cubicBezTo>
                  <a:pt x="3743240" y="69949"/>
                  <a:pt x="3743848" y="72244"/>
                  <a:pt x="3745064" y="73707"/>
                </a:cubicBezTo>
                <a:cubicBezTo>
                  <a:pt x="3746279" y="75170"/>
                  <a:pt x="3748177" y="75902"/>
                  <a:pt x="3750756" y="75902"/>
                </a:cubicBezTo>
                <a:cubicBezTo>
                  <a:pt x="3752095" y="75902"/>
                  <a:pt x="3753460" y="75679"/>
                  <a:pt x="3754849" y="75233"/>
                </a:cubicBezTo>
                <a:lnTo>
                  <a:pt x="3755742" y="79846"/>
                </a:lnTo>
                <a:cubicBezTo>
                  <a:pt x="3754055" y="80441"/>
                  <a:pt x="3752120" y="80739"/>
                  <a:pt x="3749937" y="80739"/>
                </a:cubicBezTo>
                <a:cubicBezTo>
                  <a:pt x="3745969" y="80739"/>
                  <a:pt x="3742968" y="79635"/>
                  <a:pt x="3740934" y="77428"/>
                </a:cubicBezTo>
                <a:cubicBezTo>
                  <a:pt x="3738900" y="75220"/>
                  <a:pt x="3737883" y="71933"/>
                  <a:pt x="3737883" y="67568"/>
                </a:cubicBezTo>
                <a:lnTo>
                  <a:pt x="3737883" y="45020"/>
                </a:lnTo>
                <a:lnTo>
                  <a:pt x="3730963" y="45020"/>
                </a:lnTo>
                <a:lnTo>
                  <a:pt x="3730963" y="40481"/>
                </a:lnTo>
                <a:lnTo>
                  <a:pt x="3737883" y="40481"/>
                </a:lnTo>
                <a:close/>
                <a:moveTo>
                  <a:pt x="3366408" y="28575"/>
                </a:moveTo>
                <a:lnTo>
                  <a:pt x="3371765" y="28575"/>
                </a:lnTo>
                <a:lnTo>
                  <a:pt x="3371765" y="40481"/>
                </a:lnTo>
                <a:lnTo>
                  <a:pt x="3383746" y="40481"/>
                </a:lnTo>
                <a:lnTo>
                  <a:pt x="3383746" y="45020"/>
                </a:lnTo>
                <a:lnTo>
                  <a:pt x="3371765" y="45020"/>
                </a:lnTo>
                <a:lnTo>
                  <a:pt x="3371765" y="66824"/>
                </a:lnTo>
                <a:cubicBezTo>
                  <a:pt x="3371765" y="69949"/>
                  <a:pt x="3372373" y="72244"/>
                  <a:pt x="3373589" y="73707"/>
                </a:cubicBezTo>
                <a:cubicBezTo>
                  <a:pt x="3374804" y="75170"/>
                  <a:pt x="3376702" y="75902"/>
                  <a:pt x="3379281" y="75902"/>
                </a:cubicBezTo>
                <a:cubicBezTo>
                  <a:pt x="3380621" y="75902"/>
                  <a:pt x="3381986" y="75679"/>
                  <a:pt x="3383375" y="75233"/>
                </a:cubicBezTo>
                <a:lnTo>
                  <a:pt x="3384268" y="79846"/>
                </a:lnTo>
                <a:cubicBezTo>
                  <a:pt x="3382581" y="80441"/>
                  <a:pt x="3380646" y="80739"/>
                  <a:pt x="3378463" y="80739"/>
                </a:cubicBezTo>
                <a:cubicBezTo>
                  <a:pt x="3374494" y="80739"/>
                  <a:pt x="3371493" y="79635"/>
                  <a:pt x="3369459" y="77428"/>
                </a:cubicBezTo>
                <a:cubicBezTo>
                  <a:pt x="3367425" y="75220"/>
                  <a:pt x="3366408" y="71933"/>
                  <a:pt x="3366408" y="67568"/>
                </a:cubicBezTo>
                <a:lnTo>
                  <a:pt x="3366408" y="45020"/>
                </a:lnTo>
                <a:lnTo>
                  <a:pt x="3359487" y="45020"/>
                </a:lnTo>
                <a:lnTo>
                  <a:pt x="3359487" y="40481"/>
                </a:lnTo>
                <a:lnTo>
                  <a:pt x="3366408" y="40481"/>
                </a:lnTo>
                <a:close/>
                <a:moveTo>
                  <a:pt x="3175908" y="28575"/>
                </a:moveTo>
                <a:lnTo>
                  <a:pt x="3181266" y="28575"/>
                </a:lnTo>
                <a:lnTo>
                  <a:pt x="3181266" y="40481"/>
                </a:lnTo>
                <a:lnTo>
                  <a:pt x="3193247" y="40481"/>
                </a:lnTo>
                <a:lnTo>
                  <a:pt x="3193247" y="45020"/>
                </a:lnTo>
                <a:lnTo>
                  <a:pt x="3181266" y="45020"/>
                </a:lnTo>
                <a:lnTo>
                  <a:pt x="3181266" y="66824"/>
                </a:lnTo>
                <a:cubicBezTo>
                  <a:pt x="3181266" y="69949"/>
                  <a:pt x="3181873" y="72244"/>
                  <a:pt x="3183089" y="73707"/>
                </a:cubicBezTo>
                <a:cubicBezTo>
                  <a:pt x="3184305" y="75170"/>
                  <a:pt x="3186202" y="75902"/>
                  <a:pt x="3188782" y="75902"/>
                </a:cubicBezTo>
                <a:cubicBezTo>
                  <a:pt x="3190121" y="75902"/>
                  <a:pt x="3191486" y="75679"/>
                  <a:pt x="3192875" y="75233"/>
                </a:cubicBezTo>
                <a:lnTo>
                  <a:pt x="3193767" y="79846"/>
                </a:lnTo>
                <a:cubicBezTo>
                  <a:pt x="3192081" y="80441"/>
                  <a:pt x="3190146" y="80739"/>
                  <a:pt x="3187963" y="80739"/>
                </a:cubicBezTo>
                <a:cubicBezTo>
                  <a:pt x="3183994" y="80739"/>
                  <a:pt x="3180993" y="79635"/>
                  <a:pt x="3178959" y="77428"/>
                </a:cubicBezTo>
                <a:cubicBezTo>
                  <a:pt x="3176925" y="75220"/>
                  <a:pt x="3175908" y="71933"/>
                  <a:pt x="3175908" y="67568"/>
                </a:cubicBezTo>
                <a:lnTo>
                  <a:pt x="3175908" y="45020"/>
                </a:lnTo>
                <a:lnTo>
                  <a:pt x="3168988" y="45020"/>
                </a:lnTo>
                <a:lnTo>
                  <a:pt x="3168988" y="40481"/>
                </a:lnTo>
                <a:lnTo>
                  <a:pt x="3175908" y="40481"/>
                </a:lnTo>
                <a:close/>
                <a:moveTo>
                  <a:pt x="3004458" y="28575"/>
                </a:moveTo>
                <a:lnTo>
                  <a:pt x="3009816" y="28575"/>
                </a:lnTo>
                <a:lnTo>
                  <a:pt x="3009816" y="40481"/>
                </a:lnTo>
                <a:lnTo>
                  <a:pt x="3021797" y="40481"/>
                </a:lnTo>
                <a:lnTo>
                  <a:pt x="3021797" y="45020"/>
                </a:lnTo>
                <a:lnTo>
                  <a:pt x="3009816" y="45020"/>
                </a:lnTo>
                <a:lnTo>
                  <a:pt x="3009816" y="66824"/>
                </a:lnTo>
                <a:cubicBezTo>
                  <a:pt x="3009816" y="69949"/>
                  <a:pt x="3010423" y="72244"/>
                  <a:pt x="3011639" y="73707"/>
                </a:cubicBezTo>
                <a:cubicBezTo>
                  <a:pt x="3012855" y="75170"/>
                  <a:pt x="3014752" y="75902"/>
                  <a:pt x="3017331" y="75902"/>
                </a:cubicBezTo>
                <a:cubicBezTo>
                  <a:pt x="3018671" y="75902"/>
                  <a:pt x="3020036" y="75679"/>
                  <a:pt x="3021425" y="75233"/>
                </a:cubicBezTo>
                <a:lnTo>
                  <a:pt x="3022317" y="79846"/>
                </a:lnTo>
                <a:cubicBezTo>
                  <a:pt x="3020631" y="80441"/>
                  <a:pt x="3018696" y="80739"/>
                  <a:pt x="3016513" y="80739"/>
                </a:cubicBezTo>
                <a:cubicBezTo>
                  <a:pt x="3012544" y="80739"/>
                  <a:pt x="3009543" y="79635"/>
                  <a:pt x="3007509" y="77428"/>
                </a:cubicBezTo>
                <a:cubicBezTo>
                  <a:pt x="3005475" y="75220"/>
                  <a:pt x="3004458" y="71933"/>
                  <a:pt x="3004458" y="67568"/>
                </a:cubicBezTo>
                <a:lnTo>
                  <a:pt x="3004458" y="45020"/>
                </a:lnTo>
                <a:lnTo>
                  <a:pt x="2997538" y="45020"/>
                </a:lnTo>
                <a:lnTo>
                  <a:pt x="2997538" y="40481"/>
                </a:lnTo>
                <a:lnTo>
                  <a:pt x="3004458" y="40481"/>
                </a:lnTo>
                <a:close/>
                <a:moveTo>
                  <a:pt x="2709183" y="28575"/>
                </a:moveTo>
                <a:lnTo>
                  <a:pt x="2714541" y="28575"/>
                </a:lnTo>
                <a:lnTo>
                  <a:pt x="2714541" y="40481"/>
                </a:lnTo>
                <a:lnTo>
                  <a:pt x="2726522" y="40481"/>
                </a:lnTo>
                <a:lnTo>
                  <a:pt x="2726522" y="45020"/>
                </a:lnTo>
                <a:lnTo>
                  <a:pt x="2714541" y="45020"/>
                </a:lnTo>
                <a:lnTo>
                  <a:pt x="2714541" y="66824"/>
                </a:lnTo>
                <a:cubicBezTo>
                  <a:pt x="2714541" y="69949"/>
                  <a:pt x="2715148" y="72244"/>
                  <a:pt x="2716364" y="73707"/>
                </a:cubicBezTo>
                <a:cubicBezTo>
                  <a:pt x="2717580" y="75170"/>
                  <a:pt x="2719477" y="75902"/>
                  <a:pt x="2722057" y="75902"/>
                </a:cubicBezTo>
                <a:cubicBezTo>
                  <a:pt x="2723396" y="75902"/>
                  <a:pt x="2724761" y="75679"/>
                  <a:pt x="2726149" y="75233"/>
                </a:cubicBezTo>
                <a:lnTo>
                  <a:pt x="2727042" y="79846"/>
                </a:lnTo>
                <a:cubicBezTo>
                  <a:pt x="2725356" y="80441"/>
                  <a:pt x="2723421" y="80739"/>
                  <a:pt x="2721238" y="80739"/>
                </a:cubicBezTo>
                <a:cubicBezTo>
                  <a:pt x="2717269" y="80739"/>
                  <a:pt x="2714268" y="79635"/>
                  <a:pt x="2712234" y="77428"/>
                </a:cubicBezTo>
                <a:cubicBezTo>
                  <a:pt x="2710200" y="75220"/>
                  <a:pt x="2709183" y="71933"/>
                  <a:pt x="2709183" y="67568"/>
                </a:cubicBezTo>
                <a:lnTo>
                  <a:pt x="2709183" y="45020"/>
                </a:lnTo>
                <a:lnTo>
                  <a:pt x="2702263" y="45020"/>
                </a:lnTo>
                <a:lnTo>
                  <a:pt x="2702263" y="40481"/>
                </a:lnTo>
                <a:lnTo>
                  <a:pt x="2709183" y="40481"/>
                </a:lnTo>
                <a:close/>
                <a:moveTo>
                  <a:pt x="2156733" y="28575"/>
                </a:moveTo>
                <a:lnTo>
                  <a:pt x="2162091" y="28575"/>
                </a:lnTo>
                <a:lnTo>
                  <a:pt x="2162091" y="40481"/>
                </a:lnTo>
                <a:lnTo>
                  <a:pt x="2174072" y="40481"/>
                </a:lnTo>
                <a:lnTo>
                  <a:pt x="2174072" y="45020"/>
                </a:lnTo>
                <a:lnTo>
                  <a:pt x="2162091" y="45020"/>
                </a:lnTo>
                <a:lnTo>
                  <a:pt x="2162091" y="66824"/>
                </a:lnTo>
                <a:cubicBezTo>
                  <a:pt x="2162091" y="69949"/>
                  <a:pt x="2162699" y="72244"/>
                  <a:pt x="2163914" y="73707"/>
                </a:cubicBezTo>
                <a:cubicBezTo>
                  <a:pt x="2165130" y="75170"/>
                  <a:pt x="2167027" y="75902"/>
                  <a:pt x="2169607" y="75902"/>
                </a:cubicBezTo>
                <a:cubicBezTo>
                  <a:pt x="2170946" y="75902"/>
                  <a:pt x="2172310" y="75679"/>
                  <a:pt x="2173699" y="75233"/>
                </a:cubicBezTo>
                <a:lnTo>
                  <a:pt x="2174592" y="79846"/>
                </a:lnTo>
                <a:cubicBezTo>
                  <a:pt x="2172906" y="80441"/>
                  <a:pt x="2170971" y="80739"/>
                  <a:pt x="2168788" y="80739"/>
                </a:cubicBezTo>
                <a:cubicBezTo>
                  <a:pt x="2164820" y="80739"/>
                  <a:pt x="2161818" y="79635"/>
                  <a:pt x="2159784" y="77428"/>
                </a:cubicBezTo>
                <a:cubicBezTo>
                  <a:pt x="2157750" y="75220"/>
                  <a:pt x="2156733" y="71933"/>
                  <a:pt x="2156733" y="67568"/>
                </a:cubicBezTo>
                <a:lnTo>
                  <a:pt x="2156733" y="45020"/>
                </a:lnTo>
                <a:lnTo>
                  <a:pt x="2149812" y="45020"/>
                </a:lnTo>
                <a:lnTo>
                  <a:pt x="2149812" y="40481"/>
                </a:lnTo>
                <a:lnTo>
                  <a:pt x="2156733" y="40481"/>
                </a:lnTo>
                <a:close/>
                <a:moveTo>
                  <a:pt x="2004333" y="28575"/>
                </a:moveTo>
                <a:lnTo>
                  <a:pt x="2009691" y="28575"/>
                </a:lnTo>
                <a:lnTo>
                  <a:pt x="2009691" y="40481"/>
                </a:lnTo>
                <a:lnTo>
                  <a:pt x="2021672" y="40481"/>
                </a:lnTo>
                <a:lnTo>
                  <a:pt x="2021672" y="45020"/>
                </a:lnTo>
                <a:lnTo>
                  <a:pt x="2009691" y="45020"/>
                </a:lnTo>
                <a:lnTo>
                  <a:pt x="2009691" y="66824"/>
                </a:lnTo>
                <a:cubicBezTo>
                  <a:pt x="2009691" y="69949"/>
                  <a:pt x="2010299" y="72244"/>
                  <a:pt x="2011514" y="73707"/>
                </a:cubicBezTo>
                <a:cubicBezTo>
                  <a:pt x="2012729" y="75170"/>
                  <a:pt x="2014627" y="75902"/>
                  <a:pt x="2017207" y="75902"/>
                </a:cubicBezTo>
                <a:cubicBezTo>
                  <a:pt x="2018546" y="75902"/>
                  <a:pt x="2019910" y="75679"/>
                  <a:pt x="2021299" y="75233"/>
                </a:cubicBezTo>
                <a:lnTo>
                  <a:pt x="2022193" y="79846"/>
                </a:lnTo>
                <a:cubicBezTo>
                  <a:pt x="2020506" y="80441"/>
                  <a:pt x="2018571" y="80739"/>
                  <a:pt x="2016388" y="80739"/>
                </a:cubicBezTo>
                <a:cubicBezTo>
                  <a:pt x="2012419" y="80739"/>
                  <a:pt x="2009418" y="79635"/>
                  <a:pt x="2007384" y="77428"/>
                </a:cubicBezTo>
                <a:cubicBezTo>
                  <a:pt x="2005350" y="75220"/>
                  <a:pt x="2004333" y="71933"/>
                  <a:pt x="2004333" y="67568"/>
                </a:cubicBezTo>
                <a:lnTo>
                  <a:pt x="2004333" y="45020"/>
                </a:lnTo>
                <a:lnTo>
                  <a:pt x="1997412" y="45020"/>
                </a:lnTo>
                <a:lnTo>
                  <a:pt x="1997412" y="40481"/>
                </a:lnTo>
                <a:lnTo>
                  <a:pt x="2004333" y="40481"/>
                </a:lnTo>
                <a:close/>
                <a:moveTo>
                  <a:pt x="1509033" y="28575"/>
                </a:moveTo>
                <a:lnTo>
                  <a:pt x="1514391" y="28575"/>
                </a:lnTo>
                <a:lnTo>
                  <a:pt x="1514391" y="40481"/>
                </a:lnTo>
                <a:lnTo>
                  <a:pt x="1526371" y="40481"/>
                </a:lnTo>
                <a:lnTo>
                  <a:pt x="1526371" y="45020"/>
                </a:lnTo>
                <a:lnTo>
                  <a:pt x="1514391" y="45020"/>
                </a:lnTo>
                <a:lnTo>
                  <a:pt x="1514391" y="66824"/>
                </a:lnTo>
                <a:cubicBezTo>
                  <a:pt x="1514391" y="69949"/>
                  <a:pt x="1514999" y="72244"/>
                  <a:pt x="1516214" y="73707"/>
                </a:cubicBezTo>
                <a:cubicBezTo>
                  <a:pt x="1517430" y="75170"/>
                  <a:pt x="1519327" y="75902"/>
                  <a:pt x="1521907" y="75902"/>
                </a:cubicBezTo>
                <a:cubicBezTo>
                  <a:pt x="1523246" y="75902"/>
                  <a:pt x="1524610" y="75679"/>
                  <a:pt x="1526000" y="75233"/>
                </a:cubicBezTo>
                <a:lnTo>
                  <a:pt x="1526893" y="79846"/>
                </a:lnTo>
                <a:cubicBezTo>
                  <a:pt x="1525206" y="80441"/>
                  <a:pt x="1523271" y="80739"/>
                  <a:pt x="1521088" y="80739"/>
                </a:cubicBezTo>
                <a:cubicBezTo>
                  <a:pt x="1517120" y="80739"/>
                  <a:pt x="1514118" y="79635"/>
                  <a:pt x="1512084" y="77428"/>
                </a:cubicBezTo>
                <a:cubicBezTo>
                  <a:pt x="1510050" y="75220"/>
                  <a:pt x="1509033" y="71933"/>
                  <a:pt x="1509033" y="67568"/>
                </a:cubicBezTo>
                <a:lnTo>
                  <a:pt x="1509033" y="45020"/>
                </a:lnTo>
                <a:lnTo>
                  <a:pt x="1502113" y="45020"/>
                </a:lnTo>
                <a:lnTo>
                  <a:pt x="1502113" y="40481"/>
                </a:lnTo>
                <a:lnTo>
                  <a:pt x="1509033" y="40481"/>
                </a:lnTo>
                <a:close/>
                <a:moveTo>
                  <a:pt x="10870917" y="26342"/>
                </a:moveTo>
                <a:lnTo>
                  <a:pt x="10902022" y="26342"/>
                </a:lnTo>
                <a:lnTo>
                  <a:pt x="10902022" y="31328"/>
                </a:lnTo>
                <a:lnTo>
                  <a:pt x="10876423" y="31328"/>
                </a:lnTo>
                <a:lnTo>
                  <a:pt x="10876423" y="50155"/>
                </a:lnTo>
                <a:lnTo>
                  <a:pt x="10895622" y="50155"/>
                </a:lnTo>
                <a:lnTo>
                  <a:pt x="10895622" y="55215"/>
                </a:lnTo>
                <a:lnTo>
                  <a:pt x="10876423" y="55215"/>
                </a:lnTo>
                <a:lnTo>
                  <a:pt x="10876423" y="75233"/>
                </a:lnTo>
                <a:lnTo>
                  <a:pt x="10902915" y="75233"/>
                </a:lnTo>
                <a:lnTo>
                  <a:pt x="10902915" y="80218"/>
                </a:lnTo>
                <a:lnTo>
                  <a:pt x="10870917" y="80218"/>
                </a:lnTo>
                <a:close/>
                <a:moveTo>
                  <a:pt x="6341630" y="26342"/>
                </a:moveTo>
                <a:lnTo>
                  <a:pt x="6376010" y="26342"/>
                </a:lnTo>
                <a:lnTo>
                  <a:pt x="6376010" y="31403"/>
                </a:lnTo>
                <a:lnTo>
                  <a:pt x="6361573" y="31403"/>
                </a:lnTo>
                <a:lnTo>
                  <a:pt x="6361573" y="80218"/>
                </a:lnTo>
                <a:lnTo>
                  <a:pt x="6356067" y="80218"/>
                </a:lnTo>
                <a:lnTo>
                  <a:pt x="6356067" y="31403"/>
                </a:lnTo>
                <a:lnTo>
                  <a:pt x="6341630" y="31403"/>
                </a:lnTo>
                <a:close/>
                <a:moveTo>
                  <a:pt x="5936967" y="26342"/>
                </a:moveTo>
                <a:lnTo>
                  <a:pt x="5968072" y="26342"/>
                </a:lnTo>
                <a:lnTo>
                  <a:pt x="5968072" y="31328"/>
                </a:lnTo>
                <a:lnTo>
                  <a:pt x="5942473" y="31328"/>
                </a:lnTo>
                <a:lnTo>
                  <a:pt x="5942473" y="50155"/>
                </a:lnTo>
                <a:lnTo>
                  <a:pt x="5961672" y="50155"/>
                </a:lnTo>
                <a:lnTo>
                  <a:pt x="5961672" y="55215"/>
                </a:lnTo>
                <a:lnTo>
                  <a:pt x="5942473" y="55215"/>
                </a:lnTo>
                <a:lnTo>
                  <a:pt x="5942473" y="75233"/>
                </a:lnTo>
                <a:lnTo>
                  <a:pt x="5968965" y="75233"/>
                </a:lnTo>
                <a:lnTo>
                  <a:pt x="5968965" y="80218"/>
                </a:lnTo>
                <a:lnTo>
                  <a:pt x="5936967" y="80218"/>
                </a:lnTo>
                <a:close/>
                <a:moveTo>
                  <a:pt x="2984366" y="26342"/>
                </a:moveTo>
                <a:lnTo>
                  <a:pt x="2989873" y="26342"/>
                </a:lnTo>
                <a:lnTo>
                  <a:pt x="2989873" y="80218"/>
                </a:lnTo>
                <a:lnTo>
                  <a:pt x="2984366" y="80218"/>
                </a:lnTo>
                <a:close/>
                <a:moveTo>
                  <a:pt x="2574642" y="26342"/>
                </a:moveTo>
                <a:lnTo>
                  <a:pt x="2605748" y="26342"/>
                </a:lnTo>
                <a:lnTo>
                  <a:pt x="2605748" y="31328"/>
                </a:lnTo>
                <a:lnTo>
                  <a:pt x="2580149" y="31328"/>
                </a:lnTo>
                <a:lnTo>
                  <a:pt x="2580149" y="50155"/>
                </a:lnTo>
                <a:lnTo>
                  <a:pt x="2599347" y="50155"/>
                </a:lnTo>
                <a:lnTo>
                  <a:pt x="2599347" y="55215"/>
                </a:lnTo>
                <a:lnTo>
                  <a:pt x="2580149" y="55215"/>
                </a:lnTo>
                <a:lnTo>
                  <a:pt x="2580149" y="75233"/>
                </a:lnTo>
                <a:lnTo>
                  <a:pt x="2606640" y="75233"/>
                </a:lnTo>
                <a:lnTo>
                  <a:pt x="2606640" y="80218"/>
                </a:lnTo>
                <a:lnTo>
                  <a:pt x="2574642" y="80218"/>
                </a:lnTo>
                <a:close/>
                <a:moveTo>
                  <a:pt x="1236231" y="26342"/>
                </a:moveTo>
                <a:lnTo>
                  <a:pt x="1270610" y="26342"/>
                </a:lnTo>
                <a:lnTo>
                  <a:pt x="1270610" y="31403"/>
                </a:lnTo>
                <a:lnTo>
                  <a:pt x="1256174" y="31403"/>
                </a:lnTo>
                <a:lnTo>
                  <a:pt x="1256174" y="80218"/>
                </a:lnTo>
                <a:lnTo>
                  <a:pt x="1250667" y="80218"/>
                </a:lnTo>
                <a:lnTo>
                  <a:pt x="1250667" y="31403"/>
                </a:lnTo>
                <a:lnTo>
                  <a:pt x="1236231" y="31403"/>
                </a:lnTo>
                <a:close/>
                <a:moveTo>
                  <a:pt x="10551085" y="25449"/>
                </a:moveTo>
                <a:cubicBezTo>
                  <a:pt x="10553665" y="25449"/>
                  <a:pt x="10556307" y="25735"/>
                  <a:pt x="10559010" y="26305"/>
                </a:cubicBezTo>
                <a:cubicBezTo>
                  <a:pt x="10561713" y="26876"/>
                  <a:pt x="10564182" y="27682"/>
                  <a:pt x="10566414" y="28724"/>
                </a:cubicBezTo>
                <a:lnTo>
                  <a:pt x="10564479" y="33561"/>
                </a:lnTo>
                <a:cubicBezTo>
                  <a:pt x="10559419" y="31527"/>
                  <a:pt x="10554904" y="30510"/>
                  <a:pt x="10550936" y="30510"/>
                </a:cubicBezTo>
                <a:cubicBezTo>
                  <a:pt x="10547463" y="30510"/>
                  <a:pt x="10544747" y="31316"/>
                  <a:pt x="10542788" y="32928"/>
                </a:cubicBezTo>
                <a:cubicBezTo>
                  <a:pt x="10540829" y="34540"/>
                  <a:pt x="10539848" y="36736"/>
                  <a:pt x="10539848" y="39514"/>
                </a:cubicBezTo>
                <a:cubicBezTo>
                  <a:pt x="10539848" y="42044"/>
                  <a:pt x="10540555" y="44090"/>
                  <a:pt x="10541969" y="45653"/>
                </a:cubicBezTo>
                <a:cubicBezTo>
                  <a:pt x="10543383" y="47216"/>
                  <a:pt x="10545554" y="48394"/>
                  <a:pt x="10548480" y="49188"/>
                </a:cubicBezTo>
                <a:lnTo>
                  <a:pt x="10554582" y="50899"/>
                </a:lnTo>
                <a:cubicBezTo>
                  <a:pt x="10559146" y="52189"/>
                  <a:pt x="10562507" y="54024"/>
                  <a:pt x="10564666" y="56406"/>
                </a:cubicBezTo>
                <a:cubicBezTo>
                  <a:pt x="10566824" y="58787"/>
                  <a:pt x="10567903" y="61888"/>
                  <a:pt x="10567903" y="65708"/>
                </a:cubicBezTo>
                <a:cubicBezTo>
                  <a:pt x="10567903" y="68783"/>
                  <a:pt x="10567171" y="71487"/>
                  <a:pt x="10565707" y="73819"/>
                </a:cubicBezTo>
                <a:cubicBezTo>
                  <a:pt x="10564243" y="76150"/>
                  <a:pt x="10562173" y="77949"/>
                  <a:pt x="10559494" y="79214"/>
                </a:cubicBezTo>
                <a:cubicBezTo>
                  <a:pt x="10556815" y="80479"/>
                  <a:pt x="10553689" y="81111"/>
                  <a:pt x="10550118" y="81111"/>
                </a:cubicBezTo>
                <a:cubicBezTo>
                  <a:pt x="10547191" y="81111"/>
                  <a:pt x="10544276" y="80739"/>
                  <a:pt x="10541374" y="79995"/>
                </a:cubicBezTo>
                <a:cubicBezTo>
                  <a:pt x="10538472" y="79251"/>
                  <a:pt x="10535904" y="78209"/>
                  <a:pt x="10533672" y="76870"/>
                </a:cubicBezTo>
                <a:lnTo>
                  <a:pt x="10535681" y="72033"/>
                </a:lnTo>
                <a:cubicBezTo>
                  <a:pt x="10540295" y="74712"/>
                  <a:pt x="10545107" y="76051"/>
                  <a:pt x="10550118" y="76051"/>
                </a:cubicBezTo>
                <a:cubicBezTo>
                  <a:pt x="10553937" y="76051"/>
                  <a:pt x="10556914" y="75195"/>
                  <a:pt x="10559047" y="73484"/>
                </a:cubicBezTo>
                <a:cubicBezTo>
                  <a:pt x="10561181" y="71772"/>
                  <a:pt x="10562247" y="69428"/>
                  <a:pt x="10562247" y="66452"/>
                </a:cubicBezTo>
                <a:cubicBezTo>
                  <a:pt x="10562247" y="63922"/>
                  <a:pt x="10561540" y="61875"/>
                  <a:pt x="10560126" y="60312"/>
                </a:cubicBezTo>
                <a:cubicBezTo>
                  <a:pt x="10558712" y="58750"/>
                  <a:pt x="10556542" y="57572"/>
                  <a:pt x="10553615" y="56778"/>
                </a:cubicBezTo>
                <a:lnTo>
                  <a:pt x="10547513" y="55066"/>
                </a:lnTo>
                <a:cubicBezTo>
                  <a:pt x="10542949" y="53776"/>
                  <a:pt x="10539588" y="51941"/>
                  <a:pt x="10537430" y="49560"/>
                </a:cubicBezTo>
                <a:cubicBezTo>
                  <a:pt x="10535272" y="47178"/>
                  <a:pt x="10534193" y="44078"/>
                  <a:pt x="10534193" y="40258"/>
                </a:cubicBezTo>
                <a:cubicBezTo>
                  <a:pt x="10534193" y="35743"/>
                  <a:pt x="10535718" y="32147"/>
                  <a:pt x="10538769" y="29468"/>
                </a:cubicBezTo>
                <a:cubicBezTo>
                  <a:pt x="10541820" y="26789"/>
                  <a:pt x="10545926" y="25449"/>
                  <a:pt x="10551085" y="25449"/>
                </a:cubicBezTo>
                <a:close/>
                <a:moveTo>
                  <a:pt x="5617135" y="25449"/>
                </a:moveTo>
                <a:cubicBezTo>
                  <a:pt x="5619715" y="25449"/>
                  <a:pt x="5622356" y="25735"/>
                  <a:pt x="5625060" y="26305"/>
                </a:cubicBezTo>
                <a:cubicBezTo>
                  <a:pt x="5627764" y="26876"/>
                  <a:pt x="5630233" y="27682"/>
                  <a:pt x="5632464" y="28724"/>
                </a:cubicBezTo>
                <a:lnTo>
                  <a:pt x="5630530" y="33561"/>
                </a:lnTo>
                <a:cubicBezTo>
                  <a:pt x="5625470" y="31527"/>
                  <a:pt x="5620955" y="30510"/>
                  <a:pt x="5616987" y="30510"/>
                </a:cubicBezTo>
                <a:cubicBezTo>
                  <a:pt x="5613514" y="30510"/>
                  <a:pt x="5610798" y="31316"/>
                  <a:pt x="5608838" y="32928"/>
                </a:cubicBezTo>
                <a:cubicBezTo>
                  <a:pt x="5606878" y="34540"/>
                  <a:pt x="5605899" y="36736"/>
                  <a:pt x="5605899" y="39514"/>
                </a:cubicBezTo>
                <a:cubicBezTo>
                  <a:pt x="5605899" y="42044"/>
                  <a:pt x="5606606" y="44090"/>
                  <a:pt x="5608019" y="45653"/>
                </a:cubicBezTo>
                <a:cubicBezTo>
                  <a:pt x="5609433" y="47216"/>
                  <a:pt x="5611604" y="48394"/>
                  <a:pt x="5614531" y="49188"/>
                </a:cubicBezTo>
                <a:lnTo>
                  <a:pt x="5620633" y="50899"/>
                </a:lnTo>
                <a:cubicBezTo>
                  <a:pt x="5625197" y="52189"/>
                  <a:pt x="5628558" y="54024"/>
                  <a:pt x="5630716" y="56406"/>
                </a:cubicBezTo>
                <a:cubicBezTo>
                  <a:pt x="5632874" y="58787"/>
                  <a:pt x="5633953" y="61888"/>
                  <a:pt x="5633953" y="65708"/>
                </a:cubicBezTo>
                <a:cubicBezTo>
                  <a:pt x="5633953" y="68783"/>
                  <a:pt x="5633221" y="71487"/>
                  <a:pt x="5631758" y="73819"/>
                </a:cubicBezTo>
                <a:cubicBezTo>
                  <a:pt x="5630295" y="76150"/>
                  <a:pt x="5628223" y="77949"/>
                  <a:pt x="5625544" y="79214"/>
                </a:cubicBezTo>
                <a:cubicBezTo>
                  <a:pt x="5622865" y="80479"/>
                  <a:pt x="5619740" y="81111"/>
                  <a:pt x="5616168" y="81111"/>
                </a:cubicBezTo>
                <a:cubicBezTo>
                  <a:pt x="5613241" y="81111"/>
                  <a:pt x="5610326" y="80739"/>
                  <a:pt x="5607424" y="79995"/>
                </a:cubicBezTo>
                <a:cubicBezTo>
                  <a:pt x="5604522" y="79251"/>
                  <a:pt x="5601955" y="78209"/>
                  <a:pt x="5599722" y="76870"/>
                </a:cubicBezTo>
                <a:lnTo>
                  <a:pt x="5601731" y="72033"/>
                </a:lnTo>
                <a:cubicBezTo>
                  <a:pt x="5606345" y="74712"/>
                  <a:pt x="5611158" y="76051"/>
                  <a:pt x="5616168" y="76051"/>
                </a:cubicBezTo>
                <a:cubicBezTo>
                  <a:pt x="5619988" y="76051"/>
                  <a:pt x="5622964" y="75195"/>
                  <a:pt x="5625098" y="73484"/>
                </a:cubicBezTo>
                <a:cubicBezTo>
                  <a:pt x="5627231" y="71772"/>
                  <a:pt x="5628297" y="69428"/>
                  <a:pt x="5628297" y="66452"/>
                </a:cubicBezTo>
                <a:cubicBezTo>
                  <a:pt x="5628297" y="63922"/>
                  <a:pt x="5627590" y="61875"/>
                  <a:pt x="5626177" y="60312"/>
                </a:cubicBezTo>
                <a:cubicBezTo>
                  <a:pt x="5624763" y="58750"/>
                  <a:pt x="5622593" y="57572"/>
                  <a:pt x="5619665" y="56778"/>
                </a:cubicBezTo>
                <a:lnTo>
                  <a:pt x="5613563" y="55066"/>
                </a:lnTo>
                <a:cubicBezTo>
                  <a:pt x="5609000" y="53776"/>
                  <a:pt x="5605638" y="51941"/>
                  <a:pt x="5603480" y="49560"/>
                </a:cubicBezTo>
                <a:cubicBezTo>
                  <a:pt x="5601322" y="47178"/>
                  <a:pt x="5600243" y="44078"/>
                  <a:pt x="5600243" y="40258"/>
                </a:cubicBezTo>
                <a:cubicBezTo>
                  <a:pt x="5600243" y="35743"/>
                  <a:pt x="5601769" y="32147"/>
                  <a:pt x="5604820" y="29468"/>
                </a:cubicBezTo>
                <a:cubicBezTo>
                  <a:pt x="5607871" y="26789"/>
                  <a:pt x="5611976" y="25449"/>
                  <a:pt x="5617135" y="25449"/>
                </a:cubicBezTo>
                <a:close/>
                <a:moveTo>
                  <a:pt x="2254811" y="25449"/>
                </a:moveTo>
                <a:cubicBezTo>
                  <a:pt x="2257391" y="25449"/>
                  <a:pt x="2260032" y="25735"/>
                  <a:pt x="2262736" y="26305"/>
                </a:cubicBezTo>
                <a:cubicBezTo>
                  <a:pt x="2265439" y="26876"/>
                  <a:pt x="2267908" y="27682"/>
                  <a:pt x="2270140" y="28724"/>
                </a:cubicBezTo>
                <a:lnTo>
                  <a:pt x="2268205" y="33561"/>
                </a:lnTo>
                <a:cubicBezTo>
                  <a:pt x="2263145" y="31527"/>
                  <a:pt x="2258631" y="30510"/>
                  <a:pt x="2254662" y="30510"/>
                </a:cubicBezTo>
                <a:cubicBezTo>
                  <a:pt x="2251189" y="30510"/>
                  <a:pt x="2248474" y="31316"/>
                  <a:pt x="2246514" y="32928"/>
                </a:cubicBezTo>
                <a:cubicBezTo>
                  <a:pt x="2244554" y="34540"/>
                  <a:pt x="2243575" y="36736"/>
                  <a:pt x="2243575" y="39514"/>
                </a:cubicBezTo>
                <a:cubicBezTo>
                  <a:pt x="2243575" y="42044"/>
                  <a:pt x="2244281" y="44090"/>
                  <a:pt x="2245695" y="45653"/>
                </a:cubicBezTo>
                <a:cubicBezTo>
                  <a:pt x="2247109" y="47216"/>
                  <a:pt x="2249279" y="48394"/>
                  <a:pt x="2252207" y="49188"/>
                </a:cubicBezTo>
                <a:lnTo>
                  <a:pt x="2258308" y="50899"/>
                </a:lnTo>
                <a:cubicBezTo>
                  <a:pt x="2262872" y="52189"/>
                  <a:pt x="2266233" y="54024"/>
                  <a:pt x="2268391" y="56406"/>
                </a:cubicBezTo>
                <a:cubicBezTo>
                  <a:pt x="2270549" y="58787"/>
                  <a:pt x="2271628" y="61888"/>
                  <a:pt x="2271628" y="65708"/>
                </a:cubicBezTo>
                <a:cubicBezTo>
                  <a:pt x="2271628" y="68783"/>
                  <a:pt x="2270896" y="71487"/>
                  <a:pt x="2269433" y="73819"/>
                </a:cubicBezTo>
                <a:cubicBezTo>
                  <a:pt x="2267969" y="76150"/>
                  <a:pt x="2265899" y="77949"/>
                  <a:pt x="2263219" y="79214"/>
                </a:cubicBezTo>
                <a:cubicBezTo>
                  <a:pt x="2260540" y="80479"/>
                  <a:pt x="2257416" y="81111"/>
                  <a:pt x="2253843" y="81111"/>
                </a:cubicBezTo>
                <a:cubicBezTo>
                  <a:pt x="2250916" y="81111"/>
                  <a:pt x="2248002" y="80739"/>
                  <a:pt x="2245100" y="79995"/>
                </a:cubicBezTo>
                <a:cubicBezTo>
                  <a:pt x="2242198" y="79251"/>
                  <a:pt x="2239630" y="78209"/>
                  <a:pt x="2237398" y="76870"/>
                </a:cubicBezTo>
                <a:lnTo>
                  <a:pt x="2239407" y="72033"/>
                </a:lnTo>
                <a:cubicBezTo>
                  <a:pt x="2244021" y="74712"/>
                  <a:pt x="2248833" y="76051"/>
                  <a:pt x="2253843" y="76051"/>
                </a:cubicBezTo>
                <a:cubicBezTo>
                  <a:pt x="2257663" y="76051"/>
                  <a:pt x="2260640" y="75195"/>
                  <a:pt x="2262773" y="73484"/>
                </a:cubicBezTo>
                <a:cubicBezTo>
                  <a:pt x="2264906" y="71772"/>
                  <a:pt x="2265973" y="69428"/>
                  <a:pt x="2265973" y="66452"/>
                </a:cubicBezTo>
                <a:cubicBezTo>
                  <a:pt x="2265973" y="63922"/>
                  <a:pt x="2265266" y="61875"/>
                  <a:pt x="2263852" y="60312"/>
                </a:cubicBezTo>
                <a:cubicBezTo>
                  <a:pt x="2262438" y="58750"/>
                  <a:pt x="2260268" y="57572"/>
                  <a:pt x="2257341" y="56778"/>
                </a:cubicBezTo>
                <a:lnTo>
                  <a:pt x="2251239" y="55066"/>
                </a:lnTo>
                <a:cubicBezTo>
                  <a:pt x="2246675" y="53776"/>
                  <a:pt x="2243314" y="51941"/>
                  <a:pt x="2241156" y="49560"/>
                </a:cubicBezTo>
                <a:cubicBezTo>
                  <a:pt x="2238998" y="47178"/>
                  <a:pt x="2237919" y="44078"/>
                  <a:pt x="2237919" y="40258"/>
                </a:cubicBezTo>
                <a:cubicBezTo>
                  <a:pt x="2237919" y="35743"/>
                  <a:pt x="2239444" y="32147"/>
                  <a:pt x="2242495" y="29468"/>
                </a:cubicBezTo>
                <a:cubicBezTo>
                  <a:pt x="2245546" y="26789"/>
                  <a:pt x="2249651" y="25449"/>
                  <a:pt x="2254811" y="25449"/>
                </a:cubicBezTo>
                <a:close/>
                <a:moveTo>
                  <a:pt x="11149672" y="25375"/>
                </a:moveTo>
                <a:cubicBezTo>
                  <a:pt x="11150912" y="25375"/>
                  <a:pt x="11151867" y="25722"/>
                  <a:pt x="11152537" y="26417"/>
                </a:cubicBezTo>
                <a:cubicBezTo>
                  <a:pt x="11153206" y="27111"/>
                  <a:pt x="11153541" y="28079"/>
                  <a:pt x="11153541" y="29319"/>
                </a:cubicBezTo>
                <a:cubicBezTo>
                  <a:pt x="11153541" y="30609"/>
                  <a:pt x="11153206" y="31601"/>
                  <a:pt x="11152537" y="32296"/>
                </a:cubicBezTo>
                <a:cubicBezTo>
                  <a:pt x="11151867" y="32990"/>
                  <a:pt x="11150912" y="33337"/>
                  <a:pt x="11149672" y="33337"/>
                </a:cubicBezTo>
                <a:cubicBezTo>
                  <a:pt x="11148431" y="33337"/>
                  <a:pt x="11147476" y="32990"/>
                  <a:pt x="11146807" y="32296"/>
                </a:cubicBezTo>
                <a:cubicBezTo>
                  <a:pt x="11146137" y="31601"/>
                  <a:pt x="11145802" y="30634"/>
                  <a:pt x="11145802" y="29393"/>
                </a:cubicBezTo>
                <a:cubicBezTo>
                  <a:pt x="11145802" y="28104"/>
                  <a:pt x="11146137" y="27111"/>
                  <a:pt x="11146807" y="26417"/>
                </a:cubicBezTo>
                <a:cubicBezTo>
                  <a:pt x="11147476" y="25722"/>
                  <a:pt x="11148431" y="25375"/>
                  <a:pt x="11149672" y="25375"/>
                </a:cubicBezTo>
                <a:close/>
                <a:moveTo>
                  <a:pt x="9530422" y="25375"/>
                </a:moveTo>
                <a:cubicBezTo>
                  <a:pt x="9531662" y="25375"/>
                  <a:pt x="9532617" y="25722"/>
                  <a:pt x="9533287" y="26417"/>
                </a:cubicBezTo>
                <a:cubicBezTo>
                  <a:pt x="9533956" y="27111"/>
                  <a:pt x="9534291" y="28079"/>
                  <a:pt x="9534291" y="29319"/>
                </a:cubicBezTo>
                <a:cubicBezTo>
                  <a:pt x="9534291" y="30609"/>
                  <a:pt x="9533956" y="31601"/>
                  <a:pt x="9533287" y="32296"/>
                </a:cubicBezTo>
                <a:cubicBezTo>
                  <a:pt x="9532617" y="32990"/>
                  <a:pt x="9531662" y="33337"/>
                  <a:pt x="9530422" y="33337"/>
                </a:cubicBezTo>
                <a:cubicBezTo>
                  <a:pt x="9529181" y="33337"/>
                  <a:pt x="9528226" y="32990"/>
                  <a:pt x="9527557" y="32296"/>
                </a:cubicBezTo>
                <a:cubicBezTo>
                  <a:pt x="9526887" y="31601"/>
                  <a:pt x="9526552" y="30634"/>
                  <a:pt x="9526552" y="29393"/>
                </a:cubicBezTo>
                <a:cubicBezTo>
                  <a:pt x="9526552" y="28104"/>
                  <a:pt x="9526887" y="27111"/>
                  <a:pt x="9527557" y="26417"/>
                </a:cubicBezTo>
                <a:cubicBezTo>
                  <a:pt x="9528226" y="25722"/>
                  <a:pt x="9529181" y="25375"/>
                  <a:pt x="9530422" y="25375"/>
                </a:cubicBezTo>
                <a:close/>
                <a:moveTo>
                  <a:pt x="9216097" y="25375"/>
                </a:moveTo>
                <a:cubicBezTo>
                  <a:pt x="9217337" y="25375"/>
                  <a:pt x="9218292" y="25722"/>
                  <a:pt x="9218962" y="26417"/>
                </a:cubicBezTo>
                <a:cubicBezTo>
                  <a:pt x="9219631" y="27111"/>
                  <a:pt x="9219966" y="28079"/>
                  <a:pt x="9219966" y="29319"/>
                </a:cubicBezTo>
                <a:cubicBezTo>
                  <a:pt x="9219966" y="30609"/>
                  <a:pt x="9219631" y="31601"/>
                  <a:pt x="9218962" y="32296"/>
                </a:cubicBezTo>
                <a:cubicBezTo>
                  <a:pt x="9218292" y="32990"/>
                  <a:pt x="9217337" y="33337"/>
                  <a:pt x="9216097" y="33337"/>
                </a:cubicBezTo>
                <a:cubicBezTo>
                  <a:pt x="9214856" y="33337"/>
                  <a:pt x="9213901" y="32990"/>
                  <a:pt x="9213232" y="32296"/>
                </a:cubicBezTo>
                <a:cubicBezTo>
                  <a:pt x="9212562" y="31601"/>
                  <a:pt x="9212227" y="30634"/>
                  <a:pt x="9212227" y="29393"/>
                </a:cubicBezTo>
                <a:cubicBezTo>
                  <a:pt x="9212227" y="28104"/>
                  <a:pt x="9212562" y="27111"/>
                  <a:pt x="9213232" y="26417"/>
                </a:cubicBezTo>
                <a:cubicBezTo>
                  <a:pt x="9213901" y="25722"/>
                  <a:pt x="9214856" y="25375"/>
                  <a:pt x="9216097" y="25375"/>
                </a:cubicBezTo>
                <a:close/>
                <a:moveTo>
                  <a:pt x="8825572" y="25375"/>
                </a:moveTo>
                <a:cubicBezTo>
                  <a:pt x="8826812" y="25375"/>
                  <a:pt x="8827767" y="25722"/>
                  <a:pt x="8828437" y="26417"/>
                </a:cubicBezTo>
                <a:cubicBezTo>
                  <a:pt x="8829106" y="27111"/>
                  <a:pt x="8829441" y="28079"/>
                  <a:pt x="8829441" y="29319"/>
                </a:cubicBezTo>
                <a:cubicBezTo>
                  <a:pt x="8829441" y="30609"/>
                  <a:pt x="8829106" y="31601"/>
                  <a:pt x="8828437" y="32296"/>
                </a:cubicBezTo>
                <a:cubicBezTo>
                  <a:pt x="8827767" y="32990"/>
                  <a:pt x="8826812" y="33337"/>
                  <a:pt x="8825572" y="33337"/>
                </a:cubicBezTo>
                <a:cubicBezTo>
                  <a:pt x="8824331" y="33337"/>
                  <a:pt x="8823376" y="32990"/>
                  <a:pt x="8822707" y="32296"/>
                </a:cubicBezTo>
                <a:cubicBezTo>
                  <a:pt x="8822037" y="31601"/>
                  <a:pt x="8821702" y="30634"/>
                  <a:pt x="8821702" y="29393"/>
                </a:cubicBezTo>
                <a:cubicBezTo>
                  <a:pt x="8821702" y="28104"/>
                  <a:pt x="8822037" y="27111"/>
                  <a:pt x="8822707" y="26417"/>
                </a:cubicBezTo>
                <a:cubicBezTo>
                  <a:pt x="8823376" y="25722"/>
                  <a:pt x="8824331" y="25375"/>
                  <a:pt x="8825572" y="25375"/>
                </a:cubicBezTo>
                <a:close/>
                <a:moveTo>
                  <a:pt x="8654122" y="25375"/>
                </a:moveTo>
                <a:cubicBezTo>
                  <a:pt x="8655362" y="25375"/>
                  <a:pt x="8656317" y="25722"/>
                  <a:pt x="8656987" y="26417"/>
                </a:cubicBezTo>
                <a:cubicBezTo>
                  <a:pt x="8657656" y="27111"/>
                  <a:pt x="8657991" y="28079"/>
                  <a:pt x="8657991" y="29319"/>
                </a:cubicBezTo>
                <a:cubicBezTo>
                  <a:pt x="8657991" y="30609"/>
                  <a:pt x="8657656" y="31601"/>
                  <a:pt x="8656987" y="32296"/>
                </a:cubicBezTo>
                <a:cubicBezTo>
                  <a:pt x="8656317" y="32990"/>
                  <a:pt x="8655362" y="33337"/>
                  <a:pt x="8654122" y="33337"/>
                </a:cubicBezTo>
                <a:cubicBezTo>
                  <a:pt x="8652881" y="33337"/>
                  <a:pt x="8651926" y="32990"/>
                  <a:pt x="8651257" y="32296"/>
                </a:cubicBezTo>
                <a:cubicBezTo>
                  <a:pt x="8650587" y="31601"/>
                  <a:pt x="8650252" y="30634"/>
                  <a:pt x="8650252" y="29393"/>
                </a:cubicBezTo>
                <a:cubicBezTo>
                  <a:pt x="8650252" y="28104"/>
                  <a:pt x="8650587" y="27111"/>
                  <a:pt x="8651257" y="26417"/>
                </a:cubicBezTo>
                <a:cubicBezTo>
                  <a:pt x="8651926" y="25722"/>
                  <a:pt x="8652881" y="25375"/>
                  <a:pt x="8654122" y="25375"/>
                </a:cubicBezTo>
                <a:close/>
                <a:moveTo>
                  <a:pt x="8101671" y="25375"/>
                </a:moveTo>
                <a:cubicBezTo>
                  <a:pt x="8102913" y="25375"/>
                  <a:pt x="8103867" y="25722"/>
                  <a:pt x="8104537" y="26417"/>
                </a:cubicBezTo>
                <a:cubicBezTo>
                  <a:pt x="8105207" y="27111"/>
                  <a:pt x="8105541" y="28079"/>
                  <a:pt x="8105541" y="29319"/>
                </a:cubicBezTo>
                <a:cubicBezTo>
                  <a:pt x="8105541" y="30609"/>
                  <a:pt x="8105207" y="31601"/>
                  <a:pt x="8104537" y="32296"/>
                </a:cubicBezTo>
                <a:cubicBezTo>
                  <a:pt x="8103867" y="32990"/>
                  <a:pt x="8102913" y="33337"/>
                  <a:pt x="8101671" y="33337"/>
                </a:cubicBezTo>
                <a:cubicBezTo>
                  <a:pt x="8100431" y="33337"/>
                  <a:pt x="8099477" y="32990"/>
                  <a:pt x="8098807" y="32296"/>
                </a:cubicBezTo>
                <a:cubicBezTo>
                  <a:pt x="8098137" y="31601"/>
                  <a:pt x="8097802" y="30634"/>
                  <a:pt x="8097802" y="29393"/>
                </a:cubicBezTo>
                <a:cubicBezTo>
                  <a:pt x="8097802" y="28104"/>
                  <a:pt x="8098137" y="27111"/>
                  <a:pt x="8098807" y="26417"/>
                </a:cubicBezTo>
                <a:cubicBezTo>
                  <a:pt x="8099477" y="25722"/>
                  <a:pt x="8100431" y="25375"/>
                  <a:pt x="8101671" y="25375"/>
                </a:cubicBezTo>
                <a:close/>
                <a:moveTo>
                  <a:pt x="7920697" y="25375"/>
                </a:moveTo>
                <a:cubicBezTo>
                  <a:pt x="7921938" y="25375"/>
                  <a:pt x="7922892" y="25722"/>
                  <a:pt x="7923562" y="26417"/>
                </a:cubicBezTo>
                <a:cubicBezTo>
                  <a:pt x="7924232" y="27111"/>
                  <a:pt x="7924566" y="28079"/>
                  <a:pt x="7924566" y="29319"/>
                </a:cubicBezTo>
                <a:cubicBezTo>
                  <a:pt x="7924566" y="30609"/>
                  <a:pt x="7924232" y="31601"/>
                  <a:pt x="7923562" y="32296"/>
                </a:cubicBezTo>
                <a:cubicBezTo>
                  <a:pt x="7922892" y="32990"/>
                  <a:pt x="7921938" y="33337"/>
                  <a:pt x="7920697" y="33337"/>
                </a:cubicBezTo>
                <a:cubicBezTo>
                  <a:pt x="7919456" y="33337"/>
                  <a:pt x="7918502" y="32990"/>
                  <a:pt x="7917832" y="32296"/>
                </a:cubicBezTo>
                <a:cubicBezTo>
                  <a:pt x="7917162" y="31601"/>
                  <a:pt x="7916827" y="30634"/>
                  <a:pt x="7916827" y="29393"/>
                </a:cubicBezTo>
                <a:cubicBezTo>
                  <a:pt x="7916827" y="28104"/>
                  <a:pt x="7917162" y="27111"/>
                  <a:pt x="7917832" y="26417"/>
                </a:cubicBezTo>
                <a:cubicBezTo>
                  <a:pt x="7918502" y="25722"/>
                  <a:pt x="7919456" y="25375"/>
                  <a:pt x="7920697" y="25375"/>
                </a:cubicBezTo>
                <a:close/>
                <a:moveTo>
                  <a:pt x="6701497" y="25375"/>
                </a:moveTo>
                <a:cubicBezTo>
                  <a:pt x="6702738" y="25375"/>
                  <a:pt x="6703692" y="25722"/>
                  <a:pt x="6704362" y="26417"/>
                </a:cubicBezTo>
                <a:cubicBezTo>
                  <a:pt x="6705032" y="27111"/>
                  <a:pt x="6705366" y="28079"/>
                  <a:pt x="6705366" y="29319"/>
                </a:cubicBezTo>
                <a:cubicBezTo>
                  <a:pt x="6705366" y="30609"/>
                  <a:pt x="6705032" y="31601"/>
                  <a:pt x="6704362" y="32296"/>
                </a:cubicBezTo>
                <a:cubicBezTo>
                  <a:pt x="6703692" y="32990"/>
                  <a:pt x="6702738" y="33337"/>
                  <a:pt x="6701497" y="33337"/>
                </a:cubicBezTo>
                <a:cubicBezTo>
                  <a:pt x="6700257" y="33337"/>
                  <a:pt x="6699302" y="32990"/>
                  <a:pt x="6698632" y="32296"/>
                </a:cubicBezTo>
                <a:cubicBezTo>
                  <a:pt x="6697962" y="31601"/>
                  <a:pt x="6697627" y="30634"/>
                  <a:pt x="6697627" y="29393"/>
                </a:cubicBezTo>
                <a:cubicBezTo>
                  <a:pt x="6697627" y="28104"/>
                  <a:pt x="6697962" y="27111"/>
                  <a:pt x="6698632" y="26417"/>
                </a:cubicBezTo>
                <a:cubicBezTo>
                  <a:pt x="6699302" y="25722"/>
                  <a:pt x="6700257" y="25375"/>
                  <a:pt x="6701497" y="25375"/>
                </a:cubicBezTo>
                <a:close/>
                <a:moveTo>
                  <a:pt x="6434797" y="25375"/>
                </a:moveTo>
                <a:cubicBezTo>
                  <a:pt x="6436038" y="25375"/>
                  <a:pt x="6436992" y="25722"/>
                  <a:pt x="6437662" y="26417"/>
                </a:cubicBezTo>
                <a:cubicBezTo>
                  <a:pt x="6438332" y="27111"/>
                  <a:pt x="6438666" y="28079"/>
                  <a:pt x="6438666" y="29319"/>
                </a:cubicBezTo>
                <a:cubicBezTo>
                  <a:pt x="6438666" y="30609"/>
                  <a:pt x="6438332" y="31601"/>
                  <a:pt x="6437662" y="32296"/>
                </a:cubicBezTo>
                <a:cubicBezTo>
                  <a:pt x="6436992" y="32990"/>
                  <a:pt x="6436038" y="33337"/>
                  <a:pt x="6434797" y="33337"/>
                </a:cubicBezTo>
                <a:cubicBezTo>
                  <a:pt x="6433557" y="33337"/>
                  <a:pt x="6432602" y="32990"/>
                  <a:pt x="6431932" y="32296"/>
                </a:cubicBezTo>
                <a:cubicBezTo>
                  <a:pt x="6431262" y="31601"/>
                  <a:pt x="6430927" y="30634"/>
                  <a:pt x="6430927" y="29393"/>
                </a:cubicBezTo>
                <a:cubicBezTo>
                  <a:pt x="6430927" y="28104"/>
                  <a:pt x="6431262" y="27111"/>
                  <a:pt x="6431932" y="26417"/>
                </a:cubicBezTo>
                <a:cubicBezTo>
                  <a:pt x="6432602" y="25722"/>
                  <a:pt x="6433557" y="25375"/>
                  <a:pt x="6434797" y="25375"/>
                </a:cubicBezTo>
                <a:close/>
                <a:moveTo>
                  <a:pt x="6215722" y="25375"/>
                </a:moveTo>
                <a:cubicBezTo>
                  <a:pt x="6216963" y="25375"/>
                  <a:pt x="6217917" y="25722"/>
                  <a:pt x="6218587" y="26417"/>
                </a:cubicBezTo>
                <a:cubicBezTo>
                  <a:pt x="6219257" y="27111"/>
                  <a:pt x="6219591" y="28079"/>
                  <a:pt x="6219591" y="29319"/>
                </a:cubicBezTo>
                <a:cubicBezTo>
                  <a:pt x="6219591" y="30609"/>
                  <a:pt x="6219257" y="31601"/>
                  <a:pt x="6218587" y="32296"/>
                </a:cubicBezTo>
                <a:cubicBezTo>
                  <a:pt x="6217917" y="32990"/>
                  <a:pt x="6216963" y="33337"/>
                  <a:pt x="6215722" y="33337"/>
                </a:cubicBezTo>
                <a:cubicBezTo>
                  <a:pt x="6214482" y="33337"/>
                  <a:pt x="6213527" y="32990"/>
                  <a:pt x="6212857" y="32296"/>
                </a:cubicBezTo>
                <a:cubicBezTo>
                  <a:pt x="6212187" y="31601"/>
                  <a:pt x="6211852" y="30634"/>
                  <a:pt x="6211852" y="29393"/>
                </a:cubicBezTo>
                <a:cubicBezTo>
                  <a:pt x="6211852" y="28104"/>
                  <a:pt x="6212187" y="27111"/>
                  <a:pt x="6212857" y="26417"/>
                </a:cubicBezTo>
                <a:cubicBezTo>
                  <a:pt x="6213527" y="25722"/>
                  <a:pt x="6214482" y="25375"/>
                  <a:pt x="6215722" y="25375"/>
                </a:cubicBezTo>
                <a:close/>
                <a:moveTo>
                  <a:pt x="5025097" y="25375"/>
                </a:moveTo>
                <a:cubicBezTo>
                  <a:pt x="5026338" y="25375"/>
                  <a:pt x="5027292" y="25722"/>
                  <a:pt x="5027962" y="26417"/>
                </a:cubicBezTo>
                <a:cubicBezTo>
                  <a:pt x="5028632" y="27111"/>
                  <a:pt x="5028966" y="28079"/>
                  <a:pt x="5028966" y="29319"/>
                </a:cubicBezTo>
                <a:cubicBezTo>
                  <a:pt x="5028966" y="30609"/>
                  <a:pt x="5028632" y="31601"/>
                  <a:pt x="5027962" y="32296"/>
                </a:cubicBezTo>
                <a:cubicBezTo>
                  <a:pt x="5027292" y="32990"/>
                  <a:pt x="5026338" y="33337"/>
                  <a:pt x="5025097" y="33337"/>
                </a:cubicBezTo>
                <a:cubicBezTo>
                  <a:pt x="5023856" y="33337"/>
                  <a:pt x="5022902" y="32990"/>
                  <a:pt x="5022232" y="32296"/>
                </a:cubicBezTo>
                <a:cubicBezTo>
                  <a:pt x="5021562" y="31601"/>
                  <a:pt x="5021227" y="30634"/>
                  <a:pt x="5021227" y="29393"/>
                </a:cubicBezTo>
                <a:cubicBezTo>
                  <a:pt x="5021227" y="28104"/>
                  <a:pt x="5021562" y="27111"/>
                  <a:pt x="5022232" y="26417"/>
                </a:cubicBezTo>
                <a:cubicBezTo>
                  <a:pt x="5022902" y="25722"/>
                  <a:pt x="5023856" y="25375"/>
                  <a:pt x="5025097" y="25375"/>
                </a:cubicBezTo>
                <a:close/>
                <a:moveTo>
                  <a:pt x="4910797" y="25375"/>
                </a:moveTo>
                <a:cubicBezTo>
                  <a:pt x="4912038" y="25375"/>
                  <a:pt x="4912993" y="25722"/>
                  <a:pt x="4913662" y="26417"/>
                </a:cubicBezTo>
                <a:cubicBezTo>
                  <a:pt x="4914332" y="27111"/>
                  <a:pt x="4914666" y="28079"/>
                  <a:pt x="4914666" y="29319"/>
                </a:cubicBezTo>
                <a:cubicBezTo>
                  <a:pt x="4914666" y="30609"/>
                  <a:pt x="4914332" y="31601"/>
                  <a:pt x="4913662" y="32296"/>
                </a:cubicBezTo>
                <a:cubicBezTo>
                  <a:pt x="4912993" y="32990"/>
                  <a:pt x="4912038" y="33337"/>
                  <a:pt x="4910797" y="33337"/>
                </a:cubicBezTo>
                <a:cubicBezTo>
                  <a:pt x="4909557" y="33337"/>
                  <a:pt x="4908602" y="32990"/>
                  <a:pt x="4907932" y="32296"/>
                </a:cubicBezTo>
                <a:cubicBezTo>
                  <a:pt x="4907262" y="31601"/>
                  <a:pt x="4906927" y="30634"/>
                  <a:pt x="4906927" y="29393"/>
                </a:cubicBezTo>
                <a:cubicBezTo>
                  <a:pt x="4906927" y="28104"/>
                  <a:pt x="4907262" y="27111"/>
                  <a:pt x="4907932" y="26417"/>
                </a:cubicBezTo>
                <a:cubicBezTo>
                  <a:pt x="4908602" y="25722"/>
                  <a:pt x="4909557" y="25375"/>
                  <a:pt x="4910797" y="25375"/>
                </a:cubicBezTo>
                <a:close/>
                <a:moveTo>
                  <a:pt x="4682197" y="25375"/>
                </a:moveTo>
                <a:cubicBezTo>
                  <a:pt x="4683437" y="25375"/>
                  <a:pt x="4684392" y="25722"/>
                  <a:pt x="4685062" y="26417"/>
                </a:cubicBezTo>
                <a:cubicBezTo>
                  <a:pt x="4685732" y="27111"/>
                  <a:pt x="4686066" y="28079"/>
                  <a:pt x="4686066" y="29319"/>
                </a:cubicBezTo>
                <a:cubicBezTo>
                  <a:pt x="4686066" y="30609"/>
                  <a:pt x="4685732" y="31601"/>
                  <a:pt x="4685062" y="32296"/>
                </a:cubicBezTo>
                <a:cubicBezTo>
                  <a:pt x="4684392" y="32990"/>
                  <a:pt x="4683437" y="33337"/>
                  <a:pt x="4682197" y="33337"/>
                </a:cubicBezTo>
                <a:cubicBezTo>
                  <a:pt x="4680957" y="33337"/>
                  <a:pt x="4680002" y="32990"/>
                  <a:pt x="4679332" y="32296"/>
                </a:cubicBezTo>
                <a:cubicBezTo>
                  <a:pt x="4678662" y="31601"/>
                  <a:pt x="4678327" y="30634"/>
                  <a:pt x="4678327" y="29393"/>
                </a:cubicBezTo>
                <a:cubicBezTo>
                  <a:pt x="4678327" y="28104"/>
                  <a:pt x="4678662" y="27111"/>
                  <a:pt x="4679332" y="26417"/>
                </a:cubicBezTo>
                <a:cubicBezTo>
                  <a:pt x="4680002" y="25722"/>
                  <a:pt x="4680957" y="25375"/>
                  <a:pt x="4682197" y="25375"/>
                </a:cubicBezTo>
                <a:close/>
                <a:moveTo>
                  <a:pt x="4386922" y="25375"/>
                </a:moveTo>
                <a:cubicBezTo>
                  <a:pt x="4388162" y="25375"/>
                  <a:pt x="4389117" y="25722"/>
                  <a:pt x="4389787" y="26417"/>
                </a:cubicBezTo>
                <a:cubicBezTo>
                  <a:pt x="4390457" y="27111"/>
                  <a:pt x="4390792" y="28079"/>
                  <a:pt x="4390792" y="29319"/>
                </a:cubicBezTo>
                <a:cubicBezTo>
                  <a:pt x="4390792" y="30609"/>
                  <a:pt x="4390457" y="31601"/>
                  <a:pt x="4389787" y="32296"/>
                </a:cubicBezTo>
                <a:cubicBezTo>
                  <a:pt x="4389117" y="32990"/>
                  <a:pt x="4388162" y="33337"/>
                  <a:pt x="4386922" y="33337"/>
                </a:cubicBezTo>
                <a:cubicBezTo>
                  <a:pt x="4385682" y="33337"/>
                  <a:pt x="4384727" y="32990"/>
                  <a:pt x="4384057" y="32296"/>
                </a:cubicBezTo>
                <a:cubicBezTo>
                  <a:pt x="4383387" y="31601"/>
                  <a:pt x="4383052" y="30634"/>
                  <a:pt x="4383052" y="29393"/>
                </a:cubicBezTo>
                <a:cubicBezTo>
                  <a:pt x="4383052" y="28104"/>
                  <a:pt x="4383387" y="27111"/>
                  <a:pt x="4384057" y="26417"/>
                </a:cubicBezTo>
                <a:cubicBezTo>
                  <a:pt x="4384727" y="25722"/>
                  <a:pt x="4385682" y="25375"/>
                  <a:pt x="4386922" y="25375"/>
                </a:cubicBezTo>
                <a:close/>
                <a:moveTo>
                  <a:pt x="4291672" y="25375"/>
                </a:moveTo>
                <a:cubicBezTo>
                  <a:pt x="4292912" y="25375"/>
                  <a:pt x="4293867" y="25722"/>
                  <a:pt x="4294537" y="26417"/>
                </a:cubicBezTo>
                <a:cubicBezTo>
                  <a:pt x="4295207" y="27111"/>
                  <a:pt x="4295541" y="28079"/>
                  <a:pt x="4295541" y="29319"/>
                </a:cubicBezTo>
                <a:cubicBezTo>
                  <a:pt x="4295541" y="30609"/>
                  <a:pt x="4295207" y="31601"/>
                  <a:pt x="4294537" y="32296"/>
                </a:cubicBezTo>
                <a:cubicBezTo>
                  <a:pt x="4293867" y="32990"/>
                  <a:pt x="4292912" y="33337"/>
                  <a:pt x="4291672" y="33337"/>
                </a:cubicBezTo>
                <a:cubicBezTo>
                  <a:pt x="4290432" y="33337"/>
                  <a:pt x="4289477" y="32990"/>
                  <a:pt x="4288807" y="32296"/>
                </a:cubicBezTo>
                <a:cubicBezTo>
                  <a:pt x="4288138" y="31601"/>
                  <a:pt x="4287803" y="30634"/>
                  <a:pt x="4287803" y="29393"/>
                </a:cubicBezTo>
                <a:cubicBezTo>
                  <a:pt x="4287803" y="28104"/>
                  <a:pt x="4288138" y="27111"/>
                  <a:pt x="4288807" y="26417"/>
                </a:cubicBezTo>
                <a:cubicBezTo>
                  <a:pt x="4289477" y="25722"/>
                  <a:pt x="4290432" y="25375"/>
                  <a:pt x="4291672" y="25375"/>
                </a:cubicBezTo>
                <a:close/>
                <a:moveTo>
                  <a:pt x="4120222" y="25375"/>
                </a:moveTo>
                <a:cubicBezTo>
                  <a:pt x="4121462" y="25375"/>
                  <a:pt x="4122417" y="25722"/>
                  <a:pt x="4123087" y="26417"/>
                </a:cubicBezTo>
                <a:cubicBezTo>
                  <a:pt x="4123756" y="27111"/>
                  <a:pt x="4124091" y="28079"/>
                  <a:pt x="4124091" y="29319"/>
                </a:cubicBezTo>
                <a:cubicBezTo>
                  <a:pt x="4124091" y="30609"/>
                  <a:pt x="4123756" y="31601"/>
                  <a:pt x="4123087" y="32296"/>
                </a:cubicBezTo>
                <a:cubicBezTo>
                  <a:pt x="4122417" y="32990"/>
                  <a:pt x="4121462" y="33337"/>
                  <a:pt x="4120222" y="33337"/>
                </a:cubicBezTo>
                <a:cubicBezTo>
                  <a:pt x="4118981" y="33337"/>
                  <a:pt x="4118027" y="32990"/>
                  <a:pt x="4117357" y="32296"/>
                </a:cubicBezTo>
                <a:cubicBezTo>
                  <a:pt x="4116687" y="31601"/>
                  <a:pt x="4116352" y="30634"/>
                  <a:pt x="4116352" y="29393"/>
                </a:cubicBezTo>
                <a:cubicBezTo>
                  <a:pt x="4116352" y="28104"/>
                  <a:pt x="4116687" y="27111"/>
                  <a:pt x="4117357" y="26417"/>
                </a:cubicBezTo>
                <a:cubicBezTo>
                  <a:pt x="4118027" y="25722"/>
                  <a:pt x="4118981" y="25375"/>
                  <a:pt x="4120222" y="25375"/>
                </a:cubicBezTo>
                <a:close/>
                <a:moveTo>
                  <a:pt x="3243923" y="25375"/>
                </a:moveTo>
                <a:cubicBezTo>
                  <a:pt x="3245163" y="25375"/>
                  <a:pt x="3246117" y="25722"/>
                  <a:pt x="3246787" y="26417"/>
                </a:cubicBezTo>
                <a:cubicBezTo>
                  <a:pt x="3247457" y="27111"/>
                  <a:pt x="3247792" y="28079"/>
                  <a:pt x="3247792" y="29319"/>
                </a:cubicBezTo>
                <a:cubicBezTo>
                  <a:pt x="3247792" y="30609"/>
                  <a:pt x="3247457" y="31601"/>
                  <a:pt x="3246787" y="32296"/>
                </a:cubicBezTo>
                <a:cubicBezTo>
                  <a:pt x="3246117" y="32990"/>
                  <a:pt x="3245163" y="33337"/>
                  <a:pt x="3243923" y="33337"/>
                </a:cubicBezTo>
                <a:cubicBezTo>
                  <a:pt x="3242683" y="33337"/>
                  <a:pt x="3241727" y="32990"/>
                  <a:pt x="3241058" y="32296"/>
                </a:cubicBezTo>
                <a:cubicBezTo>
                  <a:pt x="3240388" y="31601"/>
                  <a:pt x="3240053" y="30634"/>
                  <a:pt x="3240053" y="29393"/>
                </a:cubicBezTo>
                <a:cubicBezTo>
                  <a:pt x="3240053" y="28104"/>
                  <a:pt x="3240388" y="27111"/>
                  <a:pt x="3241058" y="26417"/>
                </a:cubicBezTo>
                <a:cubicBezTo>
                  <a:pt x="3241727" y="25722"/>
                  <a:pt x="3242683" y="25375"/>
                  <a:pt x="3243923" y="25375"/>
                </a:cubicBezTo>
                <a:close/>
                <a:moveTo>
                  <a:pt x="2853398" y="25375"/>
                </a:moveTo>
                <a:cubicBezTo>
                  <a:pt x="2854637" y="25375"/>
                  <a:pt x="2855593" y="25722"/>
                  <a:pt x="2856262" y="26417"/>
                </a:cubicBezTo>
                <a:cubicBezTo>
                  <a:pt x="2856932" y="27111"/>
                  <a:pt x="2857267" y="28079"/>
                  <a:pt x="2857267" y="29319"/>
                </a:cubicBezTo>
                <a:cubicBezTo>
                  <a:pt x="2857267" y="30609"/>
                  <a:pt x="2856932" y="31601"/>
                  <a:pt x="2856262" y="32296"/>
                </a:cubicBezTo>
                <a:cubicBezTo>
                  <a:pt x="2855593" y="32990"/>
                  <a:pt x="2854637" y="33337"/>
                  <a:pt x="2853398" y="33337"/>
                </a:cubicBezTo>
                <a:cubicBezTo>
                  <a:pt x="2852157" y="33337"/>
                  <a:pt x="2851202" y="32990"/>
                  <a:pt x="2850533" y="32296"/>
                </a:cubicBezTo>
                <a:cubicBezTo>
                  <a:pt x="2849863" y="31601"/>
                  <a:pt x="2849528" y="30634"/>
                  <a:pt x="2849528" y="29393"/>
                </a:cubicBezTo>
                <a:cubicBezTo>
                  <a:pt x="2849528" y="28104"/>
                  <a:pt x="2849863" y="27111"/>
                  <a:pt x="2850533" y="26417"/>
                </a:cubicBezTo>
                <a:cubicBezTo>
                  <a:pt x="2851202" y="25722"/>
                  <a:pt x="2852157" y="25375"/>
                  <a:pt x="2853398" y="25375"/>
                </a:cubicBezTo>
                <a:close/>
                <a:moveTo>
                  <a:pt x="1948523" y="25375"/>
                </a:moveTo>
                <a:cubicBezTo>
                  <a:pt x="1949763" y="25375"/>
                  <a:pt x="1950718" y="25722"/>
                  <a:pt x="1951388" y="26417"/>
                </a:cubicBezTo>
                <a:cubicBezTo>
                  <a:pt x="1952058" y="27111"/>
                  <a:pt x="1952392" y="28079"/>
                  <a:pt x="1952392" y="29319"/>
                </a:cubicBezTo>
                <a:cubicBezTo>
                  <a:pt x="1952392" y="30609"/>
                  <a:pt x="1952058" y="31601"/>
                  <a:pt x="1951388" y="32296"/>
                </a:cubicBezTo>
                <a:cubicBezTo>
                  <a:pt x="1950718" y="32990"/>
                  <a:pt x="1949763" y="33337"/>
                  <a:pt x="1948523" y="33337"/>
                </a:cubicBezTo>
                <a:cubicBezTo>
                  <a:pt x="1947283" y="33337"/>
                  <a:pt x="1946328" y="32990"/>
                  <a:pt x="1945658" y="32296"/>
                </a:cubicBezTo>
                <a:cubicBezTo>
                  <a:pt x="1944988" y="31601"/>
                  <a:pt x="1944653" y="30634"/>
                  <a:pt x="1944653" y="29393"/>
                </a:cubicBezTo>
                <a:cubicBezTo>
                  <a:pt x="1944653" y="28104"/>
                  <a:pt x="1944988" y="27111"/>
                  <a:pt x="1945658" y="26417"/>
                </a:cubicBezTo>
                <a:cubicBezTo>
                  <a:pt x="1946328" y="25722"/>
                  <a:pt x="1947283" y="25375"/>
                  <a:pt x="1948523" y="25375"/>
                </a:cubicBezTo>
                <a:close/>
                <a:moveTo>
                  <a:pt x="1700872" y="25375"/>
                </a:moveTo>
                <a:cubicBezTo>
                  <a:pt x="1702113" y="25375"/>
                  <a:pt x="1703068" y="25722"/>
                  <a:pt x="1703738" y="26417"/>
                </a:cubicBezTo>
                <a:cubicBezTo>
                  <a:pt x="1704408" y="27111"/>
                  <a:pt x="1704742" y="28079"/>
                  <a:pt x="1704742" y="29319"/>
                </a:cubicBezTo>
                <a:cubicBezTo>
                  <a:pt x="1704742" y="30609"/>
                  <a:pt x="1704408" y="31601"/>
                  <a:pt x="1703738" y="32296"/>
                </a:cubicBezTo>
                <a:cubicBezTo>
                  <a:pt x="1703068" y="32990"/>
                  <a:pt x="1702113" y="33337"/>
                  <a:pt x="1700872" y="33337"/>
                </a:cubicBezTo>
                <a:cubicBezTo>
                  <a:pt x="1699633" y="33337"/>
                  <a:pt x="1698678" y="32990"/>
                  <a:pt x="1698008" y="32296"/>
                </a:cubicBezTo>
                <a:cubicBezTo>
                  <a:pt x="1697338" y="31601"/>
                  <a:pt x="1697003" y="30634"/>
                  <a:pt x="1697003" y="29393"/>
                </a:cubicBezTo>
                <a:cubicBezTo>
                  <a:pt x="1697003" y="28104"/>
                  <a:pt x="1697338" y="27111"/>
                  <a:pt x="1698008" y="26417"/>
                </a:cubicBezTo>
                <a:cubicBezTo>
                  <a:pt x="1698678" y="25722"/>
                  <a:pt x="1699633" y="25375"/>
                  <a:pt x="1700872" y="25375"/>
                </a:cubicBezTo>
                <a:close/>
                <a:moveTo>
                  <a:pt x="1605623" y="25375"/>
                </a:moveTo>
                <a:cubicBezTo>
                  <a:pt x="1606863" y="25375"/>
                  <a:pt x="1607817" y="25722"/>
                  <a:pt x="1608487" y="26417"/>
                </a:cubicBezTo>
                <a:cubicBezTo>
                  <a:pt x="1609157" y="27111"/>
                  <a:pt x="1609492" y="28079"/>
                  <a:pt x="1609492" y="29319"/>
                </a:cubicBezTo>
                <a:cubicBezTo>
                  <a:pt x="1609492" y="30609"/>
                  <a:pt x="1609157" y="31601"/>
                  <a:pt x="1608487" y="32296"/>
                </a:cubicBezTo>
                <a:cubicBezTo>
                  <a:pt x="1607817" y="32990"/>
                  <a:pt x="1606863" y="33337"/>
                  <a:pt x="1605623" y="33337"/>
                </a:cubicBezTo>
                <a:cubicBezTo>
                  <a:pt x="1604383" y="33337"/>
                  <a:pt x="1603427" y="32990"/>
                  <a:pt x="1602758" y="32296"/>
                </a:cubicBezTo>
                <a:cubicBezTo>
                  <a:pt x="1602088" y="31601"/>
                  <a:pt x="1601753" y="30634"/>
                  <a:pt x="1601753" y="29393"/>
                </a:cubicBezTo>
                <a:cubicBezTo>
                  <a:pt x="1601753" y="28104"/>
                  <a:pt x="1602088" y="27111"/>
                  <a:pt x="1602758" y="26417"/>
                </a:cubicBezTo>
                <a:cubicBezTo>
                  <a:pt x="1603427" y="25722"/>
                  <a:pt x="1604383" y="25375"/>
                  <a:pt x="1605623" y="25375"/>
                </a:cubicBezTo>
                <a:close/>
                <a:moveTo>
                  <a:pt x="1329397" y="25375"/>
                </a:moveTo>
                <a:cubicBezTo>
                  <a:pt x="1330638" y="25375"/>
                  <a:pt x="1331593" y="25722"/>
                  <a:pt x="1332263" y="26417"/>
                </a:cubicBezTo>
                <a:cubicBezTo>
                  <a:pt x="1332933" y="27111"/>
                  <a:pt x="1333267" y="28079"/>
                  <a:pt x="1333267" y="29319"/>
                </a:cubicBezTo>
                <a:cubicBezTo>
                  <a:pt x="1333267" y="30609"/>
                  <a:pt x="1332933" y="31601"/>
                  <a:pt x="1332263" y="32296"/>
                </a:cubicBezTo>
                <a:cubicBezTo>
                  <a:pt x="1331593" y="32990"/>
                  <a:pt x="1330638" y="33337"/>
                  <a:pt x="1329397" y="33337"/>
                </a:cubicBezTo>
                <a:cubicBezTo>
                  <a:pt x="1328157" y="33337"/>
                  <a:pt x="1327203" y="32990"/>
                  <a:pt x="1326533" y="32296"/>
                </a:cubicBezTo>
                <a:cubicBezTo>
                  <a:pt x="1325863" y="31601"/>
                  <a:pt x="1325528" y="30634"/>
                  <a:pt x="1325528" y="29393"/>
                </a:cubicBezTo>
                <a:cubicBezTo>
                  <a:pt x="1325528" y="28104"/>
                  <a:pt x="1325863" y="27111"/>
                  <a:pt x="1326533" y="26417"/>
                </a:cubicBezTo>
                <a:cubicBezTo>
                  <a:pt x="1327203" y="25722"/>
                  <a:pt x="1328157" y="25375"/>
                  <a:pt x="1329397" y="25375"/>
                </a:cubicBezTo>
                <a:close/>
                <a:moveTo>
                  <a:pt x="984861" y="24659"/>
                </a:moveTo>
                <a:lnTo>
                  <a:pt x="996934" y="24659"/>
                </a:lnTo>
                <a:lnTo>
                  <a:pt x="996934" y="80218"/>
                </a:lnTo>
                <a:lnTo>
                  <a:pt x="984861" y="80218"/>
                </a:lnTo>
                <a:close/>
                <a:moveTo>
                  <a:pt x="775310" y="24659"/>
                </a:moveTo>
                <a:lnTo>
                  <a:pt x="787384" y="24659"/>
                </a:lnTo>
                <a:lnTo>
                  <a:pt x="787384" y="80218"/>
                </a:lnTo>
                <a:lnTo>
                  <a:pt x="775310" y="80218"/>
                </a:lnTo>
                <a:close/>
                <a:moveTo>
                  <a:pt x="626194" y="24659"/>
                </a:moveTo>
                <a:lnTo>
                  <a:pt x="638575" y="24659"/>
                </a:lnTo>
                <a:lnTo>
                  <a:pt x="651058" y="67121"/>
                </a:lnTo>
                <a:lnTo>
                  <a:pt x="663336" y="24659"/>
                </a:lnTo>
                <a:lnTo>
                  <a:pt x="675614" y="24659"/>
                </a:lnTo>
                <a:lnTo>
                  <a:pt x="658015" y="78172"/>
                </a:lnTo>
                <a:cubicBezTo>
                  <a:pt x="656037" y="84243"/>
                  <a:pt x="652848" y="89239"/>
                  <a:pt x="648449" y="93162"/>
                </a:cubicBezTo>
                <a:cubicBezTo>
                  <a:pt x="644049" y="97084"/>
                  <a:pt x="638097" y="100273"/>
                  <a:pt x="630594" y="102728"/>
                </a:cubicBezTo>
                <a:lnTo>
                  <a:pt x="626501" y="92497"/>
                </a:lnTo>
                <a:cubicBezTo>
                  <a:pt x="631276" y="90791"/>
                  <a:pt x="635079" y="88984"/>
                  <a:pt x="637910" y="87074"/>
                </a:cubicBezTo>
                <a:cubicBezTo>
                  <a:pt x="640740" y="85164"/>
                  <a:pt x="643008" y="82913"/>
                  <a:pt x="644714" y="80321"/>
                </a:cubicBezTo>
                <a:close/>
                <a:moveTo>
                  <a:pt x="565760" y="24659"/>
                </a:moveTo>
                <a:lnTo>
                  <a:pt x="577834" y="24659"/>
                </a:lnTo>
                <a:lnTo>
                  <a:pt x="577834" y="80218"/>
                </a:lnTo>
                <a:lnTo>
                  <a:pt x="565760" y="80218"/>
                </a:lnTo>
                <a:close/>
                <a:moveTo>
                  <a:pt x="451460" y="24659"/>
                </a:moveTo>
                <a:lnTo>
                  <a:pt x="463534" y="24659"/>
                </a:lnTo>
                <a:lnTo>
                  <a:pt x="463534" y="80218"/>
                </a:lnTo>
                <a:lnTo>
                  <a:pt x="451460" y="80218"/>
                </a:lnTo>
                <a:close/>
                <a:moveTo>
                  <a:pt x="213335" y="24659"/>
                </a:moveTo>
                <a:lnTo>
                  <a:pt x="225409" y="24659"/>
                </a:lnTo>
                <a:lnTo>
                  <a:pt x="225409" y="80218"/>
                </a:lnTo>
                <a:lnTo>
                  <a:pt x="213335" y="80218"/>
                </a:lnTo>
                <a:close/>
                <a:moveTo>
                  <a:pt x="1191211" y="23533"/>
                </a:moveTo>
                <a:cubicBezTo>
                  <a:pt x="1193598" y="23533"/>
                  <a:pt x="1195712" y="23977"/>
                  <a:pt x="1197554" y="24863"/>
                </a:cubicBezTo>
                <a:lnTo>
                  <a:pt x="1195099" y="36323"/>
                </a:lnTo>
                <a:cubicBezTo>
                  <a:pt x="1193052" y="35641"/>
                  <a:pt x="1190836" y="35300"/>
                  <a:pt x="1188448" y="35300"/>
                </a:cubicBezTo>
                <a:cubicBezTo>
                  <a:pt x="1185992" y="35300"/>
                  <a:pt x="1183912" y="35743"/>
                  <a:pt x="1182207" y="36630"/>
                </a:cubicBezTo>
                <a:cubicBezTo>
                  <a:pt x="1180501" y="37517"/>
                  <a:pt x="1179000" y="38949"/>
                  <a:pt x="1177704" y="40928"/>
                </a:cubicBezTo>
                <a:lnTo>
                  <a:pt x="1177704" y="80218"/>
                </a:lnTo>
                <a:lnTo>
                  <a:pt x="1165631" y="80218"/>
                </a:lnTo>
                <a:lnTo>
                  <a:pt x="1165631" y="24659"/>
                </a:lnTo>
                <a:lnTo>
                  <a:pt x="1176579" y="24659"/>
                </a:lnTo>
                <a:lnTo>
                  <a:pt x="1176579" y="33151"/>
                </a:lnTo>
                <a:cubicBezTo>
                  <a:pt x="1179990" y="26739"/>
                  <a:pt x="1184867" y="23533"/>
                  <a:pt x="1191211" y="23533"/>
                </a:cubicBezTo>
                <a:close/>
                <a:moveTo>
                  <a:pt x="819847" y="23431"/>
                </a:moveTo>
                <a:cubicBezTo>
                  <a:pt x="823122" y="23431"/>
                  <a:pt x="826396" y="23840"/>
                  <a:pt x="829670" y="24659"/>
                </a:cubicBezTo>
                <a:cubicBezTo>
                  <a:pt x="832944" y="25477"/>
                  <a:pt x="835911" y="26603"/>
                  <a:pt x="838571" y="28035"/>
                </a:cubicBezTo>
                <a:lnTo>
                  <a:pt x="833967" y="37756"/>
                </a:lnTo>
                <a:cubicBezTo>
                  <a:pt x="829192" y="35300"/>
                  <a:pt x="824418" y="34072"/>
                  <a:pt x="819643" y="34072"/>
                </a:cubicBezTo>
                <a:cubicBezTo>
                  <a:pt x="813777" y="34072"/>
                  <a:pt x="810843" y="35948"/>
                  <a:pt x="810843" y="39700"/>
                </a:cubicBezTo>
                <a:cubicBezTo>
                  <a:pt x="810843" y="41200"/>
                  <a:pt x="811423" y="42445"/>
                  <a:pt x="812583" y="43434"/>
                </a:cubicBezTo>
                <a:cubicBezTo>
                  <a:pt x="813742" y="44424"/>
                  <a:pt x="815550" y="45225"/>
                  <a:pt x="818005" y="45839"/>
                </a:cubicBezTo>
                <a:lnTo>
                  <a:pt x="825270" y="47578"/>
                </a:lnTo>
                <a:cubicBezTo>
                  <a:pt x="830454" y="48806"/>
                  <a:pt x="834206" y="50682"/>
                  <a:pt x="836525" y="53206"/>
                </a:cubicBezTo>
                <a:cubicBezTo>
                  <a:pt x="838845" y="55730"/>
                  <a:pt x="840005" y="59175"/>
                  <a:pt x="840005" y="63540"/>
                </a:cubicBezTo>
                <a:cubicBezTo>
                  <a:pt x="840005" y="69202"/>
                  <a:pt x="838128" y="73602"/>
                  <a:pt x="834377" y="76739"/>
                </a:cubicBezTo>
                <a:cubicBezTo>
                  <a:pt x="830625" y="79877"/>
                  <a:pt x="825339" y="81446"/>
                  <a:pt x="818517" y="81446"/>
                </a:cubicBezTo>
                <a:cubicBezTo>
                  <a:pt x="814765" y="81446"/>
                  <a:pt x="811133" y="80969"/>
                  <a:pt x="807620" y="80014"/>
                </a:cubicBezTo>
                <a:cubicBezTo>
                  <a:pt x="804107" y="79059"/>
                  <a:pt x="801021" y="77728"/>
                  <a:pt x="798360" y="76023"/>
                </a:cubicBezTo>
                <a:lnTo>
                  <a:pt x="802555" y="66200"/>
                </a:lnTo>
                <a:cubicBezTo>
                  <a:pt x="807603" y="69270"/>
                  <a:pt x="812923" y="70805"/>
                  <a:pt x="818517" y="70805"/>
                </a:cubicBezTo>
                <a:cubicBezTo>
                  <a:pt x="825066" y="70805"/>
                  <a:pt x="828340" y="68758"/>
                  <a:pt x="828340" y="64666"/>
                </a:cubicBezTo>
                <a:cubicBezTo>
                  <a:pt x="828340" y="63029"/>
                  <a:pt x="827777" y="61698"/>
                  <a:pt x="826651" y="60675"/>
                </a:cubicBezTo>
                <a:cubicBezTo>
                  <a:pt x="825526" y="59652"/>
                  <a:pt x="823735" y="58834"/>
                  <a:pt x="821280" y="58220"/>
                </a:cubicBezTo>
                <a:lnTo>
                  <a:pt x="814015" y="56480"/>
                </a:lnTo>
                <a:cubicBezTo>
                  <a:pt x="808899" y="55321"/>
                  <a:pt x="805164" y="53496"/>
                  <a:pt x="802811" y="51006"/>
                </a:cubicBezTo>
                <a:cubicBezTo>
                  <a:pt x="800458" y="48516"/>
                  <a:pt x="799281" y="45123"/>
                  <a:pt x="799281" y="40825"/>
                </a:cubicBezTo>
                <a:cubicBezTo>
                  <a:pt x="799281" y="35368"/>
                  <a:pt x="801072" y="31105"/>
                  <a:pt x="804653" y="28035"/>
                </a:cubicBezTo>
                <a:cubicBezTo>
                  <a:pt x="808234" y="24966"/>
                  <a:pt x="813299" y="23431"/>
                  <a:pt x="819847" y="23431"/>
                </a:cubicBezTo>
                <a:close/>
                <a:moveTo>
                  <a:pt x="1128945" y="23329"/>
                </a:moveTo>
                <a:cubicBezTo>
                  <a:pt x="1136312" y="23329"/>
                  <a:pt x="1142042" y="25682"/>
                  <a:pt x="1146135" y="30389"/>
                </a:cubicBezTo>
                <a:cubicBezTo>
                  <a:pt x="1150227" y="35095"/>
                  <a:pt x="1152274" y="41678"/>
                  <a:pt x="1152274" y="50136"/>
                </a:cubicBezTo>
                <a:cubicBezTo>
                  <a:pt x="1152274" y="52251"/>
                  <a:pt x="1152103" y="54263"/>
                  <a:pt x="1151762" y="56173"/>
                </a:cubicBezTo>
                <a:lnTo>
                  <a:pt x="1117076" y="56173"/>
                </a:lnTo>
                <a:cubicBezTo>
                  <a:pt x="1118031" y="65723"/>
                  <a:pt x="1122976" y="70498"/>
                  <a:pt x="1131912" y="70498"/>
                </a:cubicBezTo>
                <a:cubicBezTo>
                  <a:pt x="1136755" y="70498"/>
                  <a:pt x="1141291" y="69304"/>
                  <a:pt x="1145520" y="66917"/>
                </a:cubicBezTo>
                <a:lnTo>
                  <a:pt x="1149920" y="76023"/>
                </a:lnTo>
                <a:cubicBezTo>
                  <a:pt x="1147396" y="77728"/>
                  <a:pt x="1144446" y="79059"/>
                  <a:pt x="1141070" y="80014"/>
                </a:cubicBezTo>
                <a:cubicBezTo>
                  <a:pt x="1137693" y="80969"/>
                  <a:pt x="1134231" y="81446"/>
                  <a:pt x="1130684" y="81446"/>
                </a:cubicBezTo>
                <a:cubicBezTo>
                  <a:pt x="1122430" y="81446"/>
                  <a:pt x="1116052" y="78905"/>
                  <a:pt x="1111550" y="73823"/>
                </a:cubicBezTo>
                <a:cubicBezTo>
                  <a:pt x="1107048" y="68741"/>
                  <a:pt x="1104798" y="61630"/>
                  <a:pt x="1104798" y="52490"/>
                </a:cubicBezTo>
                <a:cubicBezTo>
                  <a:pt x="1104798" y="43213"/>
                  <a:pt x="1106912" y="36033"/>
                  <a:pt x="1111141" y="30951"/>
                </a:cubicBezTo>
                <a:cubicBezTo>
                  <a:pt x="1115371" y="25870"/>
                  <a:pt x="1121305" y="23329"/>
                  <a:pt x="1128945" y="23329"/>
                </a:cubicBezTo>
                <a:close/>
                <a:moveTo>
                  <a:pt x="1040653" y="23329"/>
                </a:moveTo>
                <a:cubicBezTo>
                  <a:pt x="1044131" y="23329"/>
                  <a:pt x="1047116" y="24079"/>
                  <a:pt x="1049606" y="25580"/>
                </a:cubicBezTo>
                <a:cubicBezTo>
                  <a:pt x="1052095" y="27080"/>
                  <a:pt x="1053954" y="29263"/>
                  <a:pt x="1055182" y="32128"/>
                </a:cubicBezTo>
                <a:cubicBezTo>
                  <a:pt x="1059956" y="26262"/>
                  <a:pt x="1065618" y="23329"/>
                  <a:pt x="1072167" y="23329"/>
                </a:cubicBezTo>
                <a:cubicBezTo>
                  <a:pt x="1077283" y="23329"/>
                  <a:pt x="1081273" y="24915"/>
                  <a:pt x="1084138" y="28087"/>
                </a:cubicBezTo>
                <a:cubicBezTo>
                  <a:pt x="1087003" y="31258"/>
                  <a:pt x="1088435" y="35709"/>
                  <a:pt x="1088435" y="41439"/>
                </a:cubicBezTo>
                <a:lnTo>
                  <a:pt x="1088435" y="80218"/>
                </a:lnTo>
                <a:lnTo>
                  <a:pt x="1076362" y="80218"/>
                </a:lnTo>
                <a:lnTo>
                  <a:pt x="1076362" y="42974"/>
                </a:lnTo>
                <a:cubicBezTo>
                  <a:pt x="1076362" y="37449"/>
                  <a:pt x="1073497" y="34686"/>
                  <a:pt x="1067767" y="34686"/>
                </a:cubicBezTo>
                <a:cubicBezTo>
                  <a:pt x="1065789" y="34686"/>
                  <a:pt x="1063930" y="35027"/>
                  <a:pt x="1062191" y="35709"/>
                </a:cubicBezTo>
                <a:cubicBezTo>
                  <a:pt x="1060451" y="36391"/>
                  <a:pt x="1058661" y="37517"/>
                  <a:pt x="1056819" y="39086"/>
                </a:cubicBezTo>
                <a:cubicBezTo>
                  <a:pt x="1056887" y="39563"/>
                  <a:pt x="1056921" y="40348"/>
                  <a:pt x="1056921" y="41439"/>
                </a:cubicBezTo>
                <a:lnTo>
                  <a:pt x="1056921" y="80218"/>
                </a:lnTo>
                <a:lnTo>
                  <a:pt x="1044848" y="80218"/>
                </a:lnTo>
                <a:lnTo>
                  <a:pt x="1044848" y="42974"/>
                </a:lnTo>
                <a:cubicBezTo>
                  <a:pt x="1044848" y="37449"/>
                  <a:pt x="1041983" y="34686"/>
                  <a:pt x="1036253" y="34686"/>
                </a:cubicBezTo>
                <a:cubicBezTo>
                  <a:pt x="1032569" y="34686"/>
                  <a:pt x="1028920" y="36085"/>
                  <a:pt x="1025305" y="38881"/>
                </a:cubicBezTo>
                <a:lnTo>
                  <a:pt x="1025305" y="80218"/>
                </a:lnTo>
                <a:lnTo>
                  <a:pt x="1013231" y="80218"/>
                </a:lnTo>
                <a:lnTo>
                  <a:pt x="1013231" y="24659"/>
                </a:lnTo>
                <a:lnTo>
                  <a:pt x="1024179" y="24659"/>
                </a:lnTo>
                <a:lnTo>
                  <a:pt x="1024179" y="31412"/>
                </a:lnTo>
                <a:cubicBezTo>
                  <a:pt x="1028681" y="26023"/>
                  <a:pt x="1034172" y="23329"/>
                  <a:pt x="1040653" y="23329"/>
                </a:cubicBezTo>
                <a:close/>
                <a:moveTo>
                  <a:pt x="945821" y="23329"/>
                </a:moveTo>
                <a:cubicBezTo>
                  <a:pt x="952438" y="23329"/>
                  <a:pt x="957605" y="24898"/>
                  <a:pt x="961322" y="28035"/>
                </a:cubicBezTo>
                <a:cubicBezTo>
                  <a:pt x="965040" y="31173"/>
                  <a:pt x="966899" y="35641"/>
                  <a:pt x="966899" y="41439"/>
                </a:cubicBezTo>
                <a:lnTo>
                  <a:pt x="966899" y="80218"/>
                </a:lnTo>
                <a:lnTo>
                  <a:pt x="956053" y="80218"/>
                </a:lnTo>
                <a:lnTo>
                  <a:pt x="956053" y="72442"/>
                </a:lnTo>
                <a:cubicBezTo>
                  <a:pt x="952574" y="78376"/>
                  <a:pt x="947083" y="81344"/>
                  <a:pt x="939579" y="81344"/>
                </a:cubicBezTo>
                <a:cubicBezTo>
                  <a:pt x="934191" y="81344"/>
                  <a:pt x="930030" y="79877"/>
                  <a:pt x="927096" y="76944"/>
                </a:cubicBezTo>
                <a:cubicBezTo>
                  <a:pt x="924163" y="74011"/>
                  <a:pt x="922697" y="69918"/>
                  <a:pt x="922697" y="64666"/>
                </a:cubicBezTo>
                <a:cubicBezTo>
                  <a:pt x="922697" y="58049"/>
                  <a:pt x="925272" y="53189"/>
                  <a:pt x="930422" y="50085"/>
                </a:cubicBezTo>
                <a:cubicBezTo>
                  <a:pt x="935572" y="46982"/>
                  <a:pt x="943740" y="45396"/>
                  <a:pt x="954927" y="45327"/>
                </a:cubicBezTo>
                <a:lnTo>
                  <a:pt x="954927" y="42769"/>
                </a:lnTo>
                <a:cubicBezTo>
                  <a:pt x="954927" y="37039"/>
                  <a:pt x="951210" y="34175"/>
                  <a:pt x="943775" y="34175"/>
                </a:cubicBezTo>
                <a:cubicBezTo>
                  <a:pt x="939409" y="34175"/>
                  <a:pt x="935077" y="35130"/>
                  <a:pt x="930780" y="37039"/>
                </a:cubicBezTo>
                <a:lnTo>
                  <a:pt x="927710" y="27626"/>
                </a:lnTo>
                <a:cubicBezTo>
                  <a:pt x="933645" y="24761"/>
                  <a:pt x="939682" y="23329"/>
                  <a:pt x="945821" y="23329"/>
                </a:cubicBezTo>
                <a:close/>
                <a:moveTo>
                  <a:pt x="873100" y="23329"/>
                </a:moveTo>
                <a:cubicBezTo>
                  <a:pt x="876101" y="23329"/>
                  <a:pt x="879051" y="23755"/>
                  <a:pt x="881950" y="24608"/>
                </a:cubicBezTo>
                <a:cubicBezTo>
                  <a:pt x="884849" y="25460"/>
                  <a:pt x="887390" y="26671"/>
                  <a:pt x="889573" y="28240"/>
                </a:cubicBezTo>
                <a:lnTo>
                  <a:pt x="885173" y="37653"/>
                </a:lnTo>
                <a:cubicBezTo>
                  <a:pt x="880603" y="35471"/>
                  <a:pt x="876510" y="34379"/>
                  <a:pt x="872895" y="34379"/>
                </a:cubicBezTo>
                <a:cubicBezTo>
                  <a:pt x="868734" y="34379"/>
                  <a:pt x="865511" y="35948"/>
                  <a:pt x="863226" y="39086"/>
                </a:cubicBezTo>
                <a:cubicBezTo>
                  <a:pt x="860941" y="42224"/>
                  <a:pt x="859798" y="46623"/>
                  <a:pt x="859798" y="52285"/>
                </a:cubicBezTo>
                <a:cubicBezTo>
                  <a:pt x="859798" y="64359"/>
                  <a:pt x="864607" y="70396"/>
                  <a:pt x="874225" y="70396"/>
                </a:cubicBezTo>
                <a:cubicBezTo>
                  <a:pt x="878045" y="70396"/>
                  <a:pt x="881968" y="69338"/>
                  <a:pt x="885992" y="67224"/>
                </a:cubicBezTo>
                <a:lnTo>
                  <a:pt x="890187" y="76535"/>
                </a:lnTo>
                <a:cubicBezTo>
                  <a:pt x="885753" y="79809"/>
                  <a:pt x="880228" y="81446"/>
                  <a:pt x="873611" y="81446"/>
                </a:cubicBezTo>
                <a:cubicBezTo>
                  <a:pt x="865290" y="81446"/>
                  <a:pt x="858843" y="78956"/>
                  <a:pt x="854273" y="73977"/>
                </a:cubicBezTo>
                <a:cubicBezTo>
                  <a:pt x="849703" y="68997"/>
                  <a:pt x="847417" y="62005"/>
                  <a:pt x="847417" y="53001"/>
                </a:cubicBezTo>
                <a:cubicBezTo>
                  <a:pt x="847417" y="47067"/>
                  <a:pt x="848475" y="41866"/>
                  <a:pt x="850590" y="37398"/>
                </a:cubicBezTo>
                <a:cubicBezTo>
                  <a:pt x="852704" y="32930"/>
                  <a:pt x="855706" y="29468"/>
                  <a:pt x="859594" y="27012"/>
                </a:cubicBezTo>
                <a:cubicBezTo>
                  <a:pt x="863482" y="24557"/>
                  <a:pt x="867984" y="23329"/>
                  <a:pt x="873100" y="23329"/>
                </a:cubicBezTo>
                <a:close/>
                <a:moveTo>
                  <a:pt x="498146" y="23329"/>
                </a:moveTo>
                <a:cubicBezTo>
                  <a:pt x="504763" y="23329"/>
                  <a:pt x="509930" y="24898"/>
                  <a:pt x="513647" y="28035"/>
                </a:cubicBezTo>
                <a:cubicBezTo>
                  <a:pt x="517365" y="31173"/>
                  <a:pt x="519224" y="35641"/>
                  <a:pt x="519224" y="41439"/>
                </a:cubicBezTo>
                <a:lnTo>
                  <a:pt x="519224" y="80218"/>
                </a:lnTo>
                <a:lnTo>
                  <a:pt x="508378" y="80218"/>
                </a:lnTo>
                <a:lnTo>
                  <a:pt x="508378" y="72442"/>
                </a:lnTo>
                <a:cubicBezTo>
                  <a:pt x="504899" y="78376"/>
                  <a:pt x="499408" y="81344"/>
                  <a:pt x="491904" y="81344"/>
                </a:cubicBezTo>
                <a:cubicBezTo>
                  <a:pt x="486516" y="81344"/>
                  <a:pt x="482355" y="79877"/>
                  <a:pt x="479422" y="76944"/>
                </a:cubicBezTo>
                <a:cubicBezTo>
                  <a:pt x="476488" y="74011"/>
                  <a:pt x="475022" y="69918"/>
                  <a:pt x="475022" y="64666"/>
                </a:cubicBezTo>
                <a:cubicBezTo>
                  <a:pt x="475022" y="58049"/>
                  <a:pt x="477597" y="53189"/>
                  <a:pt x="482747" y="50085"/>
                </a:cubicBezTo>
                <a:cubicBezTo>
                  <a:pt x="487897" y="46982"/>
                  <a:pt x="496065" y="45396"/>
                  <a:pt x="507252" y="45327"/>
                </a:cubicBezTo>
                <a:lnTo>
                  <a:pt x="507252" y="42769"/>
                </a:lnTo>
                <a:cubicBezTo>
                  <a:pt x="507252" y="37039"/>
                  <a:pt x="503535" y="34175"/>
                  <a:pt x="496099" y="34175"/>
                </a:cubicBezTo>
                <a:cubicBezTo>
                  <a:pt x="491734" y="34175"/>
                  <a:pt x="487403" y="35130"/>
                  <a:pt x="483105" y="37039"/>
                </a:cubicBezTo>
                <a:lnTo>
                  <a:pt x="480035" y="27626"/>
                </a:lnTo>
                <a:cubicBezTo>
                  <a:pt x="485970" y="24761"/>
                  <a:pt x="492007" y="23329"/>
                  <a:pt x="498146" y="23329"/>
                </a:cubicBezTo>
                <a:close/>
                <a:moveTo>
                  <a:pt x="383734" y="23329"/>
                </a:moveTo>
                <a:cubicBezTo>
                  <a:pt x="389055" y="23329"/>
                  <a:pt x="393182" y="24915"/>
                  <a:pt x="396115" y="28087"/>
                </a:cubicBezTo>
                <a:cubicBezTo>
                  <a:pt x="399048" y="31258"/>
                  <a:pt x="400515" y="35709"/>
                  <a:pt x="400515" y="41439"/>
                </a:cubicBezTo>
                <a:lnTo>
                  <a:pt x="400515" y="80218"/>
                </a:lnTo>
                <a:lnTo>
                  <a:pt x="388441" y="80218"/>
                </a:lnTo>
                <a:lnTo>
                  <a:pt x="388441" y="42974"/>
                </a:lnTo>
                <a:cubicBezTo>
                  <a:pt x="388441" y="37449"/>
                  <a:pt x="385405" y="34686"/>
                  <a:pt x="379335" y="34686"/>
                </a:cubicBezTo>
                <a:cubicBezTo>
                  <a:pt x="375310" y="34686"/>
                  <a:pt x="371558" y="36085"/>
                  <a:pt x="368079" y="38881"/>
                </a:cubicBezTo>
                <a:lnTo>
                  <a:pt x="368079" y="80218"/>
                </a:lnTo>
                <a:lnTo>
                  <a:pt x="356006" y="80218"/>
                </a:lnTo>
                <a:lnTo>
                  <a:pt x="356006" y="24659"/>
                </a:lnTo>
                <a:lnTo>
                  <a:pt x="366954" y="24659"/>
                </a:lnTo>
                <a:lnTo>
                  <a:pt x="366954" y="31412"/>
                </a:lnTo>
                <a:cubicBezTo>
                  <a:pt x="371456" y="26023"/>
                  <a:pt x="377050" y="23329"/>
                  <a:pt x="383734" y="23329"/>
                </a:cubicBezTo>
                <a:close/>
                <a:moveTo>
                  <a:pt x="319319" y="23329"/>
                </a:moveTo>
                <a:cubicBezTo>
                  <a:pt x="326687" y="23329"/>
                  <a:pt x="332417" y="25682"/>
                  <a:pt x="336509" y="30389"/>
                </a:cubicBezTo>
                <a:cubicBezTo>
                  <a:pt x="340602" y="35095"/>
                  <a:pt x="342648" y="41678"/>
                  <a:pt x="342648" y="50136"/>
                </a:cubicBezTo>
                <a:cubicBezTo>
                  <a:pt x="342648" y="52251"/>
                  <a:pt x="342478" y="54263"/>
                  <a:pt x="342137" y="56173"/>
                </a:cubicBezTo>
                <a:lnTo>
                  <a:pt x="307451" y="56173"/>
                </a:lnTo>
                <a:cubicBezTo>
                  <a:pt x="308406" y="65723"/>
                  <a:pt x="313351" y="70498"/>
                  <a:pt x="322287" y="70498"/>
                </a:cubicBezTo>
                <a:cubicBezTo>
                  <a:pt x="327130" y="70498"/>
                  <a:pt x="331666" y="69304"/>
                  <a:pt x="335895" y="66917"/>
                </a:cubicBezTo>
                <a:lnTo>
                  <a:pt x="340295" y="76023"/>
                </a:lnTo>
                <a:cubicBezTo>
                  <a:pt x="337771" y="77728"/>
                  <a:pt x="334821" y="79059"/>
                  <a:pt x="331444" y="80014"/>
                </a:cubicBezTo>
                <a:cubicBezTo>
                  <a:pt x="328068" y="80969"/>
                  <a:pt x="324606" y="81446"/>
                  <a:pt x="321059" y="81446"/>
                </a:cubicBezTo>
                <a:cubicBezTo>
                  <a:pt x="312805" y="81446"/>
                  <a:pt x="306427" y="78905"/>
                  <a:pt x="301925" y="73823"/>
                </a:cubicBezTo>
                <a:cubicBezTo>
                  <a:pt x="297423" y="68741"/>
                  <a:pt x="295172" y="61630"/>
                  <a:pt x="295172" y="52490"/>
                </a:cubicBezTo>
                <a:cubicBezTo>
                  <a:pt x="295172" y="43213"/>
                  <a:pt x="297287" y="36033"/>
                  <a:pt x="301516" y="30951"/>
                </a:cubicBezTo>
                <a:cubicBezTo>
                  <a:pt x="305745" y="25870"/>
                  <a:pt x="311680" y="23329"/>
                  <a:pt x="319319" y="23329"/>
                </a:cubicBezTo>
                <a:close/>
                <a:moveTo>
                  <a:pt x="145609" y="23329"/>
                </a:moveTo>
                <a:cubicBezTo>
                  <a:pt x="150930" y="23329"/>
                  <a:pt x="155057" y="24915"/>
                  <a:pt x="157990" y="28087"/>
                </a:cubicBezTo>
                <a:cubicBezTo>
                  <a:pt x="160923" y="31258"/>
                  <a:pt x="162390" y="35709"/>
                  <a:pt x="162390" y="41439"/>
                </a:cubicBezTo>
                <a:lnTo>
                  <a:pt x="162390" y="80218"/>
                </a:lnTo>
                <a:lnTo>
                  <a:pt x="150316" y="80218"/>
                </a:lnTo>
                <a:lnTo>
                  <a:pt x="150316" y="42974"/>
                </a:lnTo>
                <a:cubicBezTo>
                  <a:pt x="150316" y="37449"/>
                  <a:pt x="147281" y="34686"/>
                  <a:pt x="141210" y="34686"/>
                </a:cubicBezTo>
                <a:cubicBezTo>
                  <a:pt x="137185" y="34686"/>
                  <a:pt x="133433" y="36085"/>
                  <a:pt x="129954" y="38881"/>
                </a:cubicBezTo>
                <a:lnTo>
                  <a:pt x="129954" y="80218"/>
                </a:lnTo>
                <a:lnTo>
                  <a:pt x="117881" y="80218"/>
                </a:lnTo>
                <a:lnTo>
                  <a:pt x="117881" y="24659"/>
                </a:lnTo>
                <a:lnTo>
                  <a:pt x="128829" y="24659"/>
                </a:lnTo>
                <a:lnTo>
                  <a:pt x="128829" y="31412"/>
                </a:lnTo>
                <a:cubicBezTo>
                  <a:pt x="133331" y="26023"/>
                  <a:pt x="138925" y="23329"/>
                  <a:pt x="145609" y="23329"/>
                </a:cubicBezTo>
                <a:close/>
                <a:moveTo>
                  <a:pt x="81502" y="23329"/>
                </a:moveTo>
                <a:cubicBezTo>
                  <a:pt x="89278" y="23329"/>
                  <a:pt x="95247" y="25801"/>
                  <a:pt x="99408" y="30747"/>
                </a:cubicBezTo>
                <a:cubicBezTo>
                  <a:pt x="103569" y="35692"/>
                  <a:pt x="105649" y="42940"/>
                  <a:pt x="105649" y="52490"/>
                </a:cubicBezTo>
                <a:cubicBezTo>
                  <a:pt x="105649" y="62040"/>
                  <a:pt x="103551" y="69270"/>
                  <a:pt x="99356" y="74181"/>
                </a:cubicBezTo>
                <a:cubicBezTo>
                  <a:pt x="95161" y="79093"/>
                  <a:pt x="89176" y="81548"/>
                  <a:pt x="81399" y="81548"/>
                </a:cubicBezTo>
                <a:cubicBezTo>
                  <a:pt x="73623" y="81548"/>
                  <a:pt x="67654" y="79093"/>
                  <a:pt x="63493" y="74181"/>
                </a:cubicBezTo>
                <a:cubicBezTo>
                  <a:pt x="59332" y="69270"/>
                  <a:pt x="57252" y="62040"/>
                  <a:pt x="57252" y="52490"/>
                </a:cubicBezTo>
                <a:cubicBezTo>
                  <a:pt x="57252" y="42940"/>
                  <a:pt x="59349" y="35692"/>
                  <a:pt x="63544" y="30747"/>
                </a:cubicBezTo>
                <a:cubicBezTo>
                  <a:pt x="67740" y="25801"/>
                  <a:pt x="73725" y="23329"/>
                  <a:pt x="81502" y="23329"/>
                </a:cubicBezTo>
                <a:close/>
                <a:moveTo>
                  <a:pt x="10908570" y="22919"/>
                </a:moveTo>
                <a:lnTo>
                  <a:pt x="10913928" y="22919"/>
                </a:lnTo>
                <a:lnTo>
                  <a:pt x="10913928" y="71884"/>
                </a:lnTo>
                <a:cubicBezTo>
                  <a:pt x="10913928" y="73273"/>
                  <a:pt x="10914250" y="74278"/>
                  <a:pt x="10914895" y="74898"/>
                </a:cubicBezTo>
                <a:cubicBezTo>
                  <a:pt x="10915541" y="75518"/>
                  <a:pt x="10916582" y="75828"/>
                  <a:pt x="10918021" y="75828"/>
                </a:cubicBezTo>
                <a:cubicBezTo>
                  <a:pt x="10918864" y="75828"/>
                  <a:pt x="10919857" y="75729"/>
                  <a:pt x="10920997" y="75530"/>
                </a:cubicBezTo>
                <a:lnTo>
                  <a:pt x="10921518" y="80069"/>
                </a:lnTo>
                <a:cubicBezTo>
                  <a:pt x="10920030" y="80466"/>
                  <a:pt x="10918492" y="80665"/>
                  <a:pt x="10916904" y="80665"/>
                </a:cubicBezTo>
                <a:cubicBezTo>
                  <a:pt x="10911348" y="80665"/>
                  <a:pt x="10908570" y="77812"/>
                  <a:pt x="10908570" y="72107"/>
                </a:cubicBezTo>
                <a:close/>
                <a:moveTo>
                  <a:pt x="9775244" y="22919"/>
                </a:moveTo>
                <a:lnTo>
                  <a:pt x="9780602" y="22919"/>
                </a:lnTo>
                <a:lnTo>
                  <a:pt x="9780602" y="44351"/>
                </a:lnTo>
                <a:cubicBezTo>
                  <a:pt x="9783926" y="41126"/>
                  <a:pt x="9787894" y="39514"/>
                  <a:pt x="9792508" y="39514"/>
                </a:cubicBezTo>
                <a:cubicBezTo>
                  <a:pt x="9796428" y="39514"/>
                  <a:pt x="9799478" y="40618"/>
                  <a:pt x="9801661" y="42825"/>
                </a:cubicBezTo>
                <a:cubicBezTo>
                  <a:pt x="9803843" y="45033"/>
                  <a:pt x="9804935" y="48121"/>
                  <a:pt x="9804935" y="52090"/>
                </a:cubicBezTo>
                <a:lnTo>
                  <a:pt x="9804935" y="80218"/>
                </a:lnTo>
                <a:lnTo>
                  <a:pt x="9799577" y="80218"/>
                </a:lnTo>
                <a:lnTo>
                  <a:pt x="9799577" y="52462"/>
                </a:lnTo>
                <a:cubicBezTo>
                  <a:pt x="9799577" y="47302"/>
                  <a:pt x="9796750" y="44723"/>
                  <a:pt x="9791094" y="44723"/>
                </a:cubicBezTo>
                <a:cubicBezTo>
                  <a:pt x="9787175" y="44723"/>
                  <a:pt x="9783677" y="46037"/>
                  <a:pt x="9780602" y="48667"/>
                </a:cubicBezTo>
                <a:lnTo>
                  <a:pt x="9780602" y="80218"/>
                </a:lnTo>
                <a:lnTo>
                  <a:pt x="9775244" y="80218"/>
                </a:lnTo>
                <a:close/>
                <a:moveTo>
                  <a:pt x="9575219" y="22919"/>
                </a:moveTo>
                <a:lnTo>
                  <a:pt x="9580577" y="22919"/>
                </a:lnTo>
                <a:lnTo>
                  <a:pt x="9580577" y="44351"/>
                </a:lnTo>
                <a:cubicBezTo>
                  <a:pt x="9583900" y="41126"/>
                  <a:pt x="9587869" y="39514"/>
                  <a:pt x="9592483" y="39514"/>
                </a:cubicBezTo>
                <a:cubicBezTo>
                  <a:pt x="9596402" y="39514"/>
                  <a:pt x="9599453" y="40618"/>
                  <a:pt x="9601636" y="42825"/>
                </a:cubicBezTo>
                <a:cubicBezTo>
                  <a:pt x="9603819" y="45033"/>
                  <a:pt x="9604910" y="48121"/>
                  <a:pt x="9604910" y="52090"/>
                </a:cubicBezTo>
                <a:lnTo>
                  <a:pt x="9604910" y="80218"/>
                </a:lnTo>
                <a:lnTo>
                  <a:pt x="9599552" y="80218"/>
                </a:lnTo>
                <a:lnTo>
                  <a:pt x="9599552" y="52462"/>
                </a:lnTo>
                <a:cubicBezTo>
                  <a:pt x="9599552" y="47302"/>
                  <a:pt x="9596725" y="44723"/>
                  <a:pt x="9591069" y="44723"/>
                </a:cubicBezTo>
                <a:cubicBezTo>
                  <a:pt x="9587150" y="44723"/>
                  <a:pt x="9583653" y="46037"/>
                  <a:pt x="9580577" y="48667"/>
                </a:cubicBezTo>
                <a:lnTo>
                  <a:pt x="9580577" y="80218"/>
                </a:lnTo>
                <a:lnTo>
                  <a:pt x="9575219" y="80218"/>
                </a:lnTo>
                <a:close/>
                <a:moveTo>
                  <a:pt x="9051195" y="22919"/>
                </a:moveTo>
                <a:lnTo>
                  <a:pt x="9056553" y="22919"/>
                </a:lnTo>
                <a:lnTo>
                  <a:pt x="9056553" y="71884"/>
                </a:lnTo>
                <a:cubicBezTo>
                  <a:pt x="9056553" y="73273"/>
                  <a:pt x="9056875" y="74278"/>
                  <a:pt x="9057520" y="74898"/>
                </a:cubicBezTo>
                <a:cubicBezTo>
                  <a:pt x="9058166" y="75518"/>
                  <a:pt x="9059207" y="75828"/>
                  <a:pt x="9060646" y="75828"/>
                </a:cubicBezTo>
                <a:cubicBezTo>
                  <a:pt x="9061489" y="75828"/>
                  <a:pt x="9062482" y="75729"/>
                  <a:pt x="9063622" y="75530"/>
                </a:cubicBezTo>
                <a:lnTo>
                  <a:pt x="9064143" y="80069"/>
                </a:lnTo>
                <a:cubicBezTo>
                  <a:pt x="9062655" y="80466"/>
                  <a:pt x="9061117" y="80665"/>
                  <a:pt x="9059529" y="80665"/>
                </a:cubicBezTo>
                <a:cubicBezTo>
                  <a:pt x="9053973" y="80665"/>
                  <a:pt x="9051195" y="77812"/>
                  <a:pt x="9051195" y="72107"/>
                </a:cubicBezTo>
                <a:close/>
                <a:moveTo>
                  <a:pt x="8965619" y="22919"/>
                </a:moveTo>
                <a:lnTo>
                  <a:pt x="8970977" y="22919"/>
                </a:lnTo>
                <a:lnTo>
                  <a:pt x="8970977" y="44351"/>
                </a:lnTo>
                <a:cubicBezTo>
                  <a:pt x="8974301" y="41126"/>
                  <a:pt x="8978269" y="39514"/>
                  <a:pt x="8982883" y="39514"/>
                </a:cubicBezTo>
                <a:cubicBezTo>
                  <a:pt x="8986803" y="39514"/>
                  <a:pt x="8989853" y="40618"/>
                  <a:pt x="8992036" y="42825"/>
                </a:cubicBezTo>
                <a:cubicBezTo>
                  <a:pt x="8994218" y="45033"/>
                  <a:pt x="8995310" y="48121"/>
                  <a:pt x="8995310" y="52090"/>
                </a:cubicBezTo>
                <a:lnTo>
                  <a:pt x="8995310" y="80218"/>
                </a:lnTo>
                <a:lnTo>
                  <a:pt x="8989952" y="80218"/>
                </a:lnTo>
                <a:lnTo>
                  <a:pt x="8989952" y="52462"/>
                </a:lnTo>
                <a:cubicBezTo>
                  <a:pt x="8989952" y="47302"/>
                  <a:pt x="8987125" y="44723"/>
                  <a:pt x="8981469" y="44723"/>
                </a:cubicBezTo>
                <a:cubicBezTo>
                  <a:pt x="8977550" y="44723"/>
                  <a:pt x="8974052" y="46037"/>
                  <a:pt x="8970977" y="48667"/>
                </a:cubicBezTo>
                <a:lnTo>
                  <a:pt x="8970977" y="80218"/>
                </a:lnTo>
                <a:lnTo>
                  <a:pt x="8965619" y="80218"/>
                </a:lnTo>
                <a:close/>
                <a:moveTo>
                  <a:pt x="8788960" y="22919"/>
                </a:moveTo>
                <a:lnTo>
                  <a:pt x="8794318" y="22919"/>
                </a:lnTo>
                <a:lnTo>
                  <a:pt x="8794318" y="80218"/>
                </a:lnTo>
                <a:lnTo>
                  <a:pt x="8789332" y="80218"/>
                </a:lnTo>
                <a:lnTo>
                  <a:pt x="8789332" y="75158"/>
                </a:lnTo>
                <a:cubicBezTo>
                  <a:pt x="8787993" y="77142"/>
                  <a:pt x="8786343" y="78643"/>
                  <a:pt x="8784383" y="79660"/>
                </a:cubicBezTo>
                <a:cubicBezTo>
                  <a:pt x="8782424" y="80677"/>
                  <a:pt x="8780229" y="81186"/>
                  <a:pt x="8777798" y="81186"/>
                </a:cubicBezTo>
                <a:cubicBezTo>
                  <a:pt x="8773085" y="81186"/>
                  <a:pt x="8769413" y="79325"/>
                  <a:pt x="8766785" y="75605"/>
                </a:cubicBezTo>
                <a:cubicBezTo>
                  <a:pt x="8764156" y="71884"/>
                  <a:pt x="8762841" y="66700"/>
                  <a:pt x="8762841" y="60052"/>
                </a:cubicBezTo>
                <a:cubicBezTo>
                  <a:pt x="8762841" y="53603"/>
                  <a:pt x="8764242" y="48567"/>
                  <a:pt x="8767045" y="44946"/>
                </a:cubicBezTo>
                <a:cubicBezTo>
                  <a:pt x="8769848" y="41324"/>
                  <a:pt x="8773729" y="39514"/>
                  <a:pt x="8778691" y="39514"/>
                </a:cubicBezTo>
                <a:cubicBezTo>
                  <a:pt x="8780724" y="39514"/>
                  <a:pt x="8782622" y="39911"/>
                  <a:pt x="8784383" y="40704"/>
                </a:cubicBezTo>
                <a:cubicBezTo>
                  <a:pt x="8786145" y="41498"/>
                  <a:pt x="8787670" y="42614"/>
                  <a:pt x="8788960" y="44053"/>
                </a:cubicBezTo>
                <a:close/>
                <a:moveTo>
                  <a:pt x="8350810" y="22919"/>
                </a:moveTo>
                <a:lnTo>
                  <a:pt x="8356168" y="22919"/>
                </a:lnTo>
                <a:lnTo>
                  <a:pt x="8356168" y="80218"/>
                </a:lnTo>
                <a:lnTo>
                  <a:pt x="8351182" y="80218"/>
                </a:lnTo>
                <a:lnTo>
                  <a:pt x="8351182" y="75158"/>
                </a:lnTo>
                <a:cubicBezTo>
                  <a:pt x="8349843" y="77142"/>
                  <a:pt x="8348193" y="78643"/>
                  <a:pt x="8346233" y="79660"/>
                </a:cubicBezTo>
                <a:cubicBezTo>
                  <a:pt x="8344275" y="80677"/>
                  <a:pt x="8342079" y="81186"/>
                  <a:pt x="8339648" y="81186"/>
                </a:cubicBezTo>
                <a:cubicBezTo>
                  <a:pt x="8334935" y="81186"/>
                  <a:pt x="8331263" y="79325"/>
                  <a:pt x="8328635" y="75605"/>
                </a:cubicBezTo>
                <a:cubicBezTo>
                  <a:pt x="8326005" y="71884"/>
                  <a:pt x="8324691" y="66700"/>
                  <a:pt x="8324691" y="60052"/>
                </a:cubicBezTo>
                <a:cubicBezTo>
                  <a:pt x="8324691" y="53603"/>
                  <a:pt x="8326091" y="48567"/>
                  <a:pt x="8328895" y="44946"/>
                </a:cubicBezTo>
                <a:cubicBezTo>
                  <a:pt x="8331699" y="41324"/>
                  <a:pt x="8335579" y="39514"/>
                  <a:pt x="8340541" y="39514"/>
                </a:cubicBezTo>
                <a:cubicBezTo>
                  <a:pt x="8342575" y="39514"/>
                  <a:pt x="8344472" y="39911"/>
                  <a:pt x="8346233" y="40704"/>
                </a:cubicBezTo>
                <a:cubicBezTo>
                  <a:pt x="8347995" y="41498"/>
                  <a:pt x="8349521" y="42614"/>
                  <a:pt x="8350810" y="44053"/>
                </a:cubicBezTo>
                <a:close/>
                <a:moveTo>
                  <a:pt x="8193945" y="22919"/>
                </a:moveTo>
                <a:lnTo>
                  <a:pt x="8199303" y="22919"/>
                </a:lnTo>
                <a:lnTo>
                  <a:pt x="8199303" y="71884"/>
                </a:lnTo>
                <a:cubicBezTo>
                  <a:pt x="8199303" y="73273"/>
                  <a:pt x="8199625" y="74278"/>
                  <a:pt x="8200271" y="74898"/>
                </a:cubicBezTo>
                <a:cubicBezTo>
                  <a:pt x="8200915" y="75518"/>
                  <a:pt x="8201957" y="75828"/>
                  <a:pt x="8203395" y="75828"/>
                </a:cubicBezTo>
                <a:cubicBezTo>
                  <a:pt x="8204239" y="75828"/>
                  <a:pt x="8205231" y="75729"/>
                  <a:pt x="8206372" y="75530"/>
                </a:cubicBezTo>
                <a:lnTo>
                  <a:pt x="8206893" y="80069"/>
                </a:lnTo>
                <a:cubicBezTo>
                  <a:pt x="8205405" y="80466"/>
                  <a:pt x="8203867" y="80665"/>
                  <a:pt x="8202279" y="80665"/>
                </a:cubicBezTo>
                <a:cubicBezTo>
                  <a:pt x="8196723" y="80665"/>
                  <a:pt x="8193945" y="77812"/>
                  <a:pt x="8193945" y="72107"/>
                </a:cubicBezTo>
                <a:close/>
                <a:moveTo>
                  <a:pt x="8084110" y="22919"/>
                </a:moveTo>
                <a:lnTo>
                  <a:pt x="8089468" y="22919"/>
                </a:lnTo>
                <a:lnTo>
                  <a:pt x="8089468" y="80218"/>
                </a:lnTo>
                <a:lnTo>
                  <a:pt x="8084482" y="80218"/>
                </a:lnTo>
                <a:lnTo>
                  <a:pt x="8084482" y="75158"/>
                </a:lnTo>
                <a:cubicBezTo>
                  <a:pt x="8083143" y="77142"/>
                  <a:pt x="8081493" y="78643"/>
                  <a:pt x="8079533" y="79660"/>
                </a:cubicBezTo>
                <a:cubicBezTo>
                  <a:pt x="8077575" y="80677"/>
                  <a:pt x="8075379" y="81186"/>
                  <a:pt x="8072948" y="81186"/>
                </a:cubicBezTo>
                <a:cubicBezTo>
                  <a:pt x="8068235" y="81186"/>
                  <a:pt x="8064563" y="79325"/>
                  <a:pt x="8061935" y="75605"/>
                </a:cubicBezTo>
                <a:cubicBezTo>
                  <a:pt x="8059305" y="71884"/>
                  <a:pt x="8057991" y="66700"/>
                  <a:pt x="8057991" y="60052"/>
                </a:cubicBezTo>
                <a:cubicBezTo>
                  <a:pt x="8057991" y="53603"/>
                  <a:pt x="8059391" y="48567"/>
                  <a:pt x="8062195" y="44946"/>
                </a:cubicBezTo>
                <a:cubicBezTo>
                  <a:pt x="8064999" y="41324"/>
                  <a:pt x="8068879" y="39514"/>
                  <a:pt x="8073841" y="39514"/>
                </a:cubicBezTo>
                <a:cubicBezTo>
                  <a:pt x="8075875" y="39514"/>
                  <a:pt x="8077772" y="39911"/>
                  <a:pt x="8079533" y="40704"/>
                </a:cubicBezTo>
                <a:cubicBezTo>
                  <a:pt x="8081295" y="41498"/>
                  <a:pt x="8082821" y="42614"/>
                  <a:pt x="8084110" y="44053"/>
                </a:cubicBezTo>
                <a:close/>
                <a:moveTo>
                  <a:pt x="7998385" y="22919"/>
                </a:moveTo>
                <a:lnTo>
                  <a:pt x="8003743" y="22919"/>
                </a:lnTo>
                <a:lnTo>
                  <a:pt x="8003743" y="80218"/>
                </a:lnTo>
                <a:lnTo>
                  <a:pt x="7998757" y="80218"/>
                </a:lnTo>
                <a:lnTo>
                  <a:pt x="7998757" y="75158"/>
                </a:lnTo>
                <a:cubicBezTo>
                  <a:pt x="7997417" y="77142"/>
                  <a:pt x="7995767" y="78643"/>
                  <a:pt x="7993809" y="79660"/>
                </a:cubicBezTo>
                <a:cubicBezTo>
                  <a:pt x="7991849" y="80677"/>
                  <a:pt x="7989654" y="81186"/>
                  <a:pt x="7987223" y="81186"/>
                </a:cubicBezTo>
                <a:cubicBezTo>
                  <a:pt x="7982511" y="81186"/>
                  <a:pt x="7978839" y="79325"/>
                  <a:pt x="7976209" y="75605"/>
                </a:cubicBezTo>
                <a:cubicBezTo>
                  <a:pt x="7973581" y="71884"/>
                  <a:pt x="7972265" y="66700"/>
                  <a:pt x="7972265" y="60052"/>
                </a:cubicBezTo>
                <a:cubicBezTo>
                  <a:pt x="7972265" y="53603"/>
                  <a:pt x="7973667" y="48567"/>
                  <a:pt x="7976470" y="44946"/>
                </a:cubicBezTo>
                <a:cubicBezTo>
                  <a:pt x="7979273" y="41324"/>
                  <a:pt x="7983155" y="39514"/>
                  <a:pt x="7988116" y="39514"/>
                </a:cubicBezTo>
                <a:cubicBezTo>
                  <a:pt x="7990149" y="39514"/>
                  <a:pt x="7992047" y="39911"/>
                  <a:pt x="7993809" y="40704"/>
                </a:cubicBezTo>
                <a:cubicBezTo>
                  <a:pt x="7995570" y="41498"/>
                  <a:pt x="7997095" y="42614"/>
                  <a:pt x="7998385" y="44053"/>
                </a:cubicBezTo>
                <a:close/>
                <a:moveTo>
                  <a:pt x="7741210" y="22919"/>
                </a:moveTo>
                <a:lnTo>
                  <a:pt x="7746568" y="22919"/>
                </a:lnTo>
                <a:lnTo>
                  <a:pt x="7746568" y="80218"/>
                </a:lnTo>
                <a:lnTo>
                  <a:pt x="7741582" y="80218"/>
                </a:lnTo>
                <a:lnTo>
                  <a:pt x="7741582" y="75158"/>
                </a:lnTo>
                <a:cubicBezTo>
                  <a:pt x="7740243" y="77142"/>
                  <a:pt x="7738593" y="78643"/>
                  <a:pt x="7736634" y="79660"/>
                </a:cubicBezTo>
                <a:cubicBezTo>
                  <a:pt x="7734674" y="80677"/>
                  <a:pt x="7732479" y="81186"/>
                  <a:pt x="7730048" y="81186"/>
                </a:cubicBezTo>
                <a:cubicBezTo>
                  <a:pt x="7725335" y="81186"/>
                  <a:pt x="7721664" y="79325"/>
                  <a:pt x="7719035" y="75605"/>
                </a:cubicBezTo>
                <a:cubicBezTo>
                  <a:pt x="7716405" y="71884"/>
                  <a:pt x="7715091" y="66700"/>
                  <a:pt x="7715091" y="60052"/>
                </a:cubicBezTo>
                <a:cubicBezTo>
                  <a:pt x="7715091" y="53603"/>
                  <a:pt x="7716493" y="48567"/>
                  <a:pt x="7719295" y="44946"/>
                </a:cubicBezTo>
                <a:cubicBezTo>
                  <a:pt x="7722098" y="41324"/>
                  <a:pt x="7725980" y="39514"/>
                  <a:pt x="7730941" y="39514"/>
                </a:cubicBezTo>
                <a:cubicBezTo>
                  <a:pt x="7732975" y="39514"/>
                  <a:pt x="7734873" y="39911"/>
                  <a:pt x="7736634" y="40704"/>
                </a:cubicBezTo>
                <a:cubicBezTo>
                  <a:pt x="7738395" y="41498"/>
                  <a:pt x="7739920" y="42614"/>
                  <a:pt x="7741210" y="44053"/>
                </a:cubicBezTo>
                <a:close/>
                <a:moveTo>
                  <a:pt x="7588810" y="22919"/>
                </a:moveTo>
                <a:lnTo>
                  <a:pt x="7594168" y="22919"/>
                </a:lnTo>
                <a:lnTo>
                  <a:pt x="7594168" y="80218"/>
                </a:lnTo>
                <a:lnTo>
                  <a:pt x="7589182" y="80218"/>
                </a:lnTo>
                <a:lnTo>
                  <a:pt x="7589182" y="75158"/>
                </a:lnTo>
                <a:cubicBezTo>
                  <a:pt x="7587843" y="77142"/>
                  <a:pt x="7586193" y="78643"/>
                  <a:pt x="7584234" y="79660"/>
                </a:cubicBezTo>
                <a:cubicBezTo>
                  <a:pt x="7582274" y="80677"/>
                  <a:pt x="7580079" y="81186"/>
                  <a:pt x="7577648" y="81186"/>
                </a:cubicBezTo>
                <a:cubicBezTo>
                  <a:pt x="7572935" y="81186"/>
                  <a:pt x="7569264" y="79325"/>
                  <a:pt x="7566635" y="75605"/>
                </a:cubicBezTo>
                <a:cubicBezTo>
                  <a:pt x="7564005" y="71884"/>
                  <a:pt x="7562691" y="66700"/>
                  <a:pt x="7562691" y="60052"/>
                </a:cubicBezTo>
                <a:cubicBezTo>
                  <a:pt x="7562691" y="53603"/>
                  <a:pt x="7564093" y="48567"/>
                  <a:pt x="7566895" y="44946"/>
                </a:cubicBezTo>
                <a:cubicBezTo>
                  <a:pt x="7569698" y="41324"/>
                  <a:pt x="7573580" y="39514"/>
                  <a:pt x="7578541" y="39514"/>
                </a:cubicBezTo>
                <a:cubicBezTo>
                  <a:pt x="7580575" y="39514"/>
                  <a:pt x="7582473" y="39911"/>
                  <a:pt x="7584234" y="40704"/>
                </a:cubicBezTo>
                <a:cubicBezTo>
                  <a:pt x="7585995" y="41498"/>
                  <a:pt x="7587520" y="42614"/>
                  <a:pt x="7588810" y="44053"/>
                </a:cubicBezTo>
                <a:close/>
                <a:moveTo>
                  <a:pt x="7341160" y="22919"/>
                </a:moveTo>
                <a:lnTo>
                  <a:pt x="7346518" y="22919"/>
                </a:lnTo>
                <a:lnTo>
                  <a:pt x="7346518" y="80218"/>
                </a:lnTo>
                <a:lnTo>
                  <a:pt x="7341532" y="80218"/>
                </a:lnTo>
                <a:lnTo>
                  <a:pt x="7341532" y="75158"/>
                </a:lnTo>
                <a:cubicBezTo>
                  <a:pt x="7340193" y="77142"/>
                  <a:pt x="7338543" y="78643"/>
                  <a:pt x="7336584" y="79660"/>
                </a:cubicBezTo>
                <a:cubicBezTo>
                  <a:pt x="7334624" y="80677"/>
                  <a:pt x="7332429" y="81186"/>
                  <a:pt x="7329998" y="81186"/>
                </a:cubicBezTo>
                <a:cubicBezTo>
                  <a:pt x="7325285" y="81186"/>
                  <a:pt x="7321614" y="79325"/>
                  <a:pt x="7318985" y="75605"/>
                </a:cubicBezTo>
                <a:cubicBezTo>
                  <a:pt x="7316355" y="71884"/>
                  <a:pt x="7315041" y="66700"/>
                  <a:pt x="7315041" y="60052"/>
                </a:cubicBezTo>
                <a:cubicBezTo>
                  <a:pt x="7315041" y="53603"/>
                  <a:pt x="7316443" y="48567"/>
                  <a:pt x="7319245" y="44946"/>
                </a:cubicBezTo>
                <a:cubicBezTo>
                  <a:pt x="7322049" y="41324"/>
                  <a:pt x="7325930" y="39514"/>
                  <a:pt x="7330891" y="39514"/>
                </a:cubicBezTo>
                <a:cubicBezTo>
                  <a:pt x="7332925" y="39514"/>
                  <a:pt x="7334823" y="39911"/>
                  <a:pt x="7336584" y="40704"/>
                </a:cubicBezTo>
                <a:cubicBezTo>
                  <a:pt x="7338345" y="41498"/>
                  <a:pt x="7339870" y="42614"/>
                  <a:pt x="7341160" y="44053"/>
                </a:cubicBezTo>
                <a:close/>
                <a:moveTo>
                  <a:pt x="7108244" y="22919"/>
                </a:moveTo>
                <a:lnTo>
                  <a:pt x="7113602" y="22919"/>
                </a:lnTo>
                <a:lnTo>
                  <a:pt x="7113602" y="45020"/>
                </a:lnTo>
                <a:cubicBezTo>
                  <a:pt x="7116281" y="41349"/>
                  <a:pt x="7120002" y="39514"/>
                  <a:pt x="7124764" y="39514"/>
                </a:cubicBezTo>
                <a:cubicBezTo>
                  <a:pt x="7129477" y="39514"/>
                  <a:pt x="7133148" y="41374"/>
                  <a:pt x="7135777" y="45095"/>
                </a:cubicBezTo>
                <a:cubicBezTo>
                  <a:pt x="7138407" y="48816"/>
                  <a:pt x="7139721" y="54000"/>
                  <a:pt x="7139721" y="60647"/>
                </a:cubicBezTo>
                <a:cubicBezTo>
                  <a:pt x="7139721" y="67097"/>
                  <a:pt x="7138320" y="72132"/>
                  <a:pt x="7135517" y="75753"/>
                </a:cubicBezTo>
                <a:cubicBezTo>
                  <a:pt x="7132714" y="79375"/>
                  <a:pt x="7128832" y="81186"/>
                  <a:pt x="7123871" y="81186"/>
                </a:cubicBezTo>
                <a:cubicBezTo>
                  <a:pt x="7121738" y="81186"/>
                  <a:pt x="7119753" y="80752"/>
                  <a:pt x="7117918" y="79883"/>
                </a:cubicBezTo>
                <a:cubicBezTo>
                  <a:pt x="7116083" y="79015"/>
                  <a:pt x="7114520" y="77787"/>
                  <a:pt x="7113230" y="76200"/>
                </a:cubicBezTo>
                <a:lnTo>
                  <a:pt x="7113230" y="80218"/>
                </a:lnTo>
                <a:lnTo>
                  <a:pt x="7108244" y="80218"/>
                </a:lnTo>
                <a:close/>
                <a:moveTo>
                  <a:pt x="6936645" y="22919"/>
                </a:moveTo>
                <a:lnTo>
                  <a:pt x="6942003" y="22919"/>
                </a:lnTo>
                <a:lnTo>
                  <a:pt x="6942003" y="71884"/>
                </a:lnTo>
                <a:cubicBezTo>
                  <a:pt x="6942003" y="73273"/>
                  <a:pt x="6942326" y="74278"/>
                  <a:pt x="6942971" y="74898"/>
                </a:cubicBezTo>
                <a:cubicBezTo>
                  <a:pt x="6943616" y="75518"/>
                  <a:pt x="6944658" y="75828"/>
                  <a:pt x="6946096" y="75828"/>
                </a:cubicBezTo>
                <a:cubicBezTo>
                  <a:pt x="6946939" y="75828"/>
                  <a:pt x="6947932" y="75729"/>
                  <a:pt x="6949072" y="75530"/>
                </a:cubicBezTo>
                <a:lnTo>
                  <a:pt x="6949593" y="80069"/>
                </a:lnTo>
                <a:cubicBezTo>
                  <a:pt x="6948105" y="80466"/>
                  <a:pt x="6946567" y="80665"/>
                  <a:pt x="6944980" y="80665"/>
                </a:cubicBezTo>
                <a:cubicBezTo>
                  <a:pt x="6939424" y="80665"/>
                  <a:pt x="6936645" y="77812"/>
                  <a:pt x="6936645" y="72107"/>
                </a:cubicBezTo>
                <a:close/>
                <a:moveTo>
                  <a:pt x="6917595" y="22919"/>
                </a:moveTo>
                <a:lnTo>
                  <a:pt x="6922953" y="22919"/>
                </a:lnTo>
                <a:lnTo>
                  <a:pt x="6922953" y="71884"/>
                </a:lnTo>
                <a:cubicBezTo>
                  <a:pt x="6922953" y="73273"/>
                  <a:pt x="6923276" y="74278"/>
                  <a:pt x="6923921" y="74898"/>
                </a:cubicBezTo>
                <a:cubicBezTo>
                  <a:pt x="6924565" y="75518"/>
                  <a:pt x="6925607" y="75828"/>
                  <a:pt x="6927046" y="75828"/>
                </a:cubicBezTo>
                <a:cubicBezTo>
                  <a:pt x="6927889" y="75828"/>
                  <a:pt x="6928881" y="75729"/>
                  <a:pt x="6930022" y="75530"/>
                </a:cubicBezTo>
                <a:lnTo>
                  <a:pt x="6930543" y="80069"/>
                </a:lnTo>
                <a:cubicBezTo>
                  <a:pt x="6929055" y="80466"/>
                  <a:pt x="6927517" y="80665"/>
                  <a:pt x="6925930" y="80665"/>
                </a:cubicBezTo>
                <a:cubicBezTo>
                  <a:pt x="6920374" y="80665"/>
                  <a:pt x="6917595" y="77812"/>
                  <a:pt x="6917595" y="72107"/>
                </a:cubicBezTo>
                <a:close/>
                <a:moveTo>
                  <a:pt x="6832019" y="22919"/>
                </a:moveTo>
                <a:lnTo>
                  <a:pt x="6837377" y="22919"/>
                </a:lnTo>
                <a:lnTo>
                  <a:pt x="6837377" y="44351"/>
                </a:lnTo>
                <a:cubicBezTo>
                  <a:pt x="6840701" y="41126"/>
                  <a:pt x="6844670" y="39514"/>
                  <a:pt x="6849283" y="39514"/>
                </a:cubicBezTo>
                <a:cubicBezTo>
                  <a:pt x="6853202" y="39514"/>
                  <a:pt x="6856253" y="40618"/>
                  <a:pt x="6858436" y="42825"/>
                </a:cubicBezTo>
                <a:cubicBezTo>
                  <a:pt x="6860619" y="45033"/>
                  <a:pt x="6861710" y="48121"/>
                  <a:pt x="6861710" y="52090"/>
                </a:cubicBezTo>
                <a:lnTo>
                  <a:pt x="6861710" y="80218"/>
                </a:lnTo>
                <a:lnTo>
                  <a:pt x="6856353" y="80218"/>
                </a:lnTo>
                <a:lnTo>
                  <a:pt x="6856353" y="52462"/>
                </a:lnTo>
                <a:cubicBezTo>
                  <a:pt x="6856353" y="47302"/>
                  <a:pt x="6853525" y="44723"/>
                  <a:pt x="6847869" y="44723"/>
                </a:cubicBezTo>
                <a:cubicBezTo>
                  <a:pt x="6843950" y="44723"/>
                  <a:pt x="6840453" y="46037"/>
                  <a:pt x="6837377" y="48667"/>
                </a:cubicBezTo>
                <a:lnTo>
                  <a:pt x="6837377" y="80218"/>
                </a:lnTo>
                <a:lnTo>
                  <a:pt x="6832019" y="80218"/>
                </a:lnTo>
                <a:close/>
                <a:moveTo>
                  <a:pt x="6755670" y="22919"/>
                </a:moveTo>
                <a:lnTo>
                  <a:pt x="6761028" y="22919"/>
                </a:lnTo>
                <a:lnTo>
                  <a:pt x="6761028" y="71884"/>
                </a:lnTo>
                <a:cubicBezTo>
                  <a:pt x="6761028" y="73273"/>
                  <a:pt x="6761351" y="74278"/>
                  <a:pt x="6761996" y="74898"/>
                </a:cubicBezTo>
                <a:cubicBezTo>
                  <a:pt x="6762640" y="75518"/>
                  <a:pt x="6763682" y="75828"/>
                  <a:pt x="6765121" y="75828"/>
                </a:cubicBezTo>
                <a:cubicBezTo>
                  <a:pt x="6765964" y="75828"/>
                  <a:pt x="6766957" y="75729"/>
                  <a:pt x="6768097" y="75530"/>
                </a:cubicBezTo>
                <a:lnTo>
                  <a:pt x="6768618" y="80069"/>
                </a:lnTo>
                <a:cubicBezTo>
                  <a:pt x="6767130" y="80466"/>
                  <a:pt x="6765592" y="80665"/>
                  <a:pt x="6764005" y="80665"/>
                </a:cubicBezTo>
                <a:cubicBezTo>
                  <a:pt x="6758449" y="80665"/>
                  <a:pt x="6755670" y="77812"/>
                  <a:pt x="6755670" y="72107"/>
                </a:cubicBezTo>
                <a:close/>
                <a:moveTo>
                  <a:pt x="6384344" y="22919"/>
                </a:moveTo>
                <a:lnTo>
                  <a:pt x="6389702" y="22919"/>
                </a:lnTo>
                <a:lnTo>
                  <a:pt x="6389702" y="44351"/>
                </a:lnTo>
                <a:cubicBezTo>
                  <a:pt x="6393026" y="41126"/>
                  <a:pt x="6396995" y="39514"/>
                  <a:pt x="6401608" y="39514"/>
                </a:cubicBezTo>
                <a:cubicBezTo>
                  <a:pt x="6405528" y="39514"/>
                  <a:pt x="6408579" y="40618"/>
                  <a:pt x="6410761" y="42825"/>
                </a:cubicBezTo>
                <a:cubicBezTo>
                  <a:pt x="6412944" y="45033"/>
                  <a:pt x="6414035" y="48121"/>
                  <a:pt x="6414035" y="52090"/>
                </a:cubicBezTo>
                <a:lnTo>
                  <a:pt x="6414035" y="80218"/>
                </a:lnTo>
                <a:lnTo>
                  <a:pt x="6408678" y="80218"/>
                </a:lnTo>
                <a:lnTo>
                  <a:pt x="6408678" y="52462"/>
                </a:lnTo>
                <a:cubicBezTo>
                  <a:pt x="6408678" y="47302"/>
                  <a:pt x="6405850" y="44723"/>
                  <a:pt x="6400194" y="44723"/>
                </a:cubicBezTo>
                <a:cubicBezTo>
                  <a:pt x="6396275" y="44723"/>
                  <a:pt x="6392778" y="46037"/>
                  <a:pt x="6389702" y="48667"/>
                </a:cubicBezTo>
                <a:lnTo>
                  <a:pt x="6389702" y="80218"/>
                </a:lnTo>
                <a:lnTo>
                  <a:pt x="6384344" y="80218"/>
                </a:lnTo>
                <a:close/>
                <a:moveTo>
                  <a:pt x="5974620" y="22919"/>
                </a:moveTo>
                <a:lnTo>
                  <a:pt x="5979978" y="22919"/>
                </a:lnTo>
                <a:lnTo>
                  <a:pt x="5979978" y="71884"/>
                </a:lnTo>
                <a:cubicBezTo>
                  <a:pt x="5979978" y="73273"/>
                  <a:pt x="5980301" y="74278"/>
                  <a:pt x="5980946" y="74898"/>
                </a:cubicBezTo>
                <a:cubicBezTo>
                  <a:pt x="5981590" y="75518"/>
                  <a:pt x="5982632" y="75828"/>
                  <a:pt x="5984071" y="75828"/>
                </a:cubicBezTo>
                <a:cubicBezTo>
                  <a:pt x="5984914" y="75828"/>
                  <a:pt x="5985907" y="75729"/>
                  <a:pt x="5987047" y="75530"/>
                </a:cubicBezTo>
                <a:lnTo>
                  <a:pt x="5987568" y="80069"/>
                </a:lnTo>
                <a:cubicBezTo>
                  <a:pt x="5986080" y="80466"/>
                  <a:pt x="5984542" y="80665"/>
                  <a:pt x="5982955" y="80665"/>
                </a:cubicBezTo>
                <a:cubicBezTo>
                  <a:pt x="5977399" y="80665"/>
                  <a:pt x="5974620" y="77812"/>
                  <a:pt x="5974620" y="72107"/>
                </a:cubicBezTo>
                <a:close/>
                <a:moveTo>
                  <a:pt x="5117519" y="22919"/>
                </a:moveTo>
                <a:lnTo>
                  <a:pt x="5122877" y="22919"/>
                </a:lnTo>
                <a:lnTo>
                  <a:pt x="5122877" y="44351"/>
                </a:lnTo>
                <a:cubicBezTo>
                  <a:pt x="5126201" y="41126"/>
                  <a:pt x="5130170" y="39514"/>
                  <a:pt x="5134783" y="39514"/>
                </a:cubicBezTo>
                <a:cubicBezTo>
                  <a:pt x="5138703" y="39514"/>
                  <a:pt x="5141754" y="40618"/>
                  <a:pt x="5143937" y="42825"/>
                </a:cubicBezTo>
                <a:cubicBezTo>
                  <a:pt x="5146119" y="45033"/>
                  <a:pt x="5147210" y="48121"/>
                  <a:pt x="5147210" y="52090"/>
                </a:cubicBezTo>
                <a:lnTo>
                  <a:pt x="5147210" y="80218"/>
                </a:lnTo>
                <a:lnTo>
                  <a:pt x="5141853" y="80218"/>
                </a:lnTo>
                <a:lnTo>
                  <a:pt x="5141853" y="52462"/>
                </a:lnTo>
                <a:cubicBezTo>
                  <a:pt x="5141853" y="47302"/>
                  <a:pt x="5139025" y="44723"/>
                  <a:pt x="5133369" y="44723"/>
                </a:cubicBezTo>
                <a:cubicBezTo>
                  <a:pt x="5129450" y="44723"/>
                  <a:pt x="5125952" y="46037"/>
                  <a:pt x="5122877" y="48667"/>
                </a:cubicBezTo>
                <a:lnTo>
                  <a:pt x="5122877" y="80218"/>
                </a:lnTo>
                <a:lnTo>
                  <a:pt x="5117519" y="80218"/>
                </a:lnTo>
                <a:close/>
                <a:moveTo>
                  <a:pt x="4955595" y="22919"/>
                </a:moveTo>
                <a:lnTo>
                  <a:pt x="4960952" y="22919"/>
                </a:lnTo>
                <a:lnTo>
                  <a:pt x="4960952" y="44351"/>
                </a:lnTo>
                <a:cubicBezTo>
                  <a:pt x="4964276" y="41126"/>
                  <a:pt x="4968245" y="39514"/>
                  <a:pt x="4972858" y="39514"/>
                </a:cubicBezTo>
                <a:cubicBezTo>
                  <a:pt x="4976778" y="39514"/>
                  <a:pt x="4979829" y="40618"/>
                  <a:pt x="4982012" y="42825"/>
                </a:cubicBezTo>
                <a:cubicBezTo>
                  <a:pt x="4984194" y="45033"/>
                  <a:pt x="4985286" y="48121"/>
                  <a:pt x="4985286" y="52090"/>
                </a:cubicBezTo>
                <a:lnTo>
                  <a:pt x="4985286" y="80218"/>
                </a:lnTo>
                <a:lnTo>
                  <a:pt x="4979928" y="80218"/>
                </a:lnTo>
                <a:lnTo>
                  <a:pt x="4979928" y="52462"/>
                </a:lnTo>
                <a:cubicBezTo>
                  <a:pt x="4979928" y="47302"/>
                  <a:pt x="4977100" y="44723"/>
                  <a:pt x="4971444" y="44723"/>
                </a:cubicBezTo>
                <a:cubicBezTo>
                  <a:pt x="4967525" y="44723"/>
                  <a:pt x="4964027" y="46037"/>
                  <a:pt x="4960952" y="48667"/>
                </a:cubicBezTo>
                <a:lnTo>
                  <a:pt x="4960952" y="80218"/>
                </a:lnTo>
                <a:lnTo>
                  <a:pt x="4955595" y="80218"/>
                </a:lnTo>
                <a:close/>
                <a:moveTo>
                  <a:pt x="4860344" y="22919"/>
                </a:moveTo>
                <a:lnTo>
                  <a:pt x="4865702" y="22919"/>
                </a:lnTo>
                <a:lnTo>
                  <a:pt x="4865702" y="44351"/>
                </a:lnTo>
                <a:cubicBezTo>
                  <a:pt x="4869026" y="41126"/>
                  <a:pt x="4872995" y="39514"/>
                  <a:pt x="4877608" y="39514"/>
                </a:cubicBezTo>
                <a:cubicBezTo>
                  <a:pt x="4881528" y="39514"/>
                  <a:pt x="4884579" y="40618"/>
                  <a:pt x="4886761" y="42825"/>
                </a:cubicBezTo>
                <a:cubicBezTo>
                  <a:pt x="4888944" y="45033"/>
                  <a:pt x="4890035" y="48121"/>
                  <a:pt x="4890035" y="52090"/>
                </a:cubicBezTo>
                <a:lnTo>
                  <a:pt x="4890035" y="80218"/>
                </a:lnTo>
                <a:lnTo>
                  <a:pt x="4884678" y="80218"/>
                </a:lnTo>
                <a:lnTo>
                  <a:pt x="4884678" y="52462"/>
                </a:lnTo>
                <a:cubicBezTo>
                  <a:pt x="4884678" y="47302"/>
                  <a:pt x="4881850" y="44723"/>
                  <a:pt x="4876194" y="44723"/>
                </a:cubicBezTo>
                <a:cubicBezTo>
                  <a:pt x="4872276" y="44723"/>
                  <a:pt x="4868778" y="46037"/>
                  <a:pt x="4865702" y="48667"/>
                </a:cubicBezTo>
                <a:lnTo>
                  <a:pt x="4865702" y="80218"/>
                </a:lnTo>
                <a:lnTo>
                  <a:pt x="4860344" y="80218"/>
                </a:lnTo>
                <a:close/>
                <a:moveTo>
                  <a:pt x="4345845" y="22919"/>
                </a:moveTo>
                <a:lnTo>
                  <a:pt x="4351203" y="22919"/>
                </a:lnTo>
                <a:lnTo>
                  <a:pt x="4351203" y="71884"/>
                </a:lnTo>
                <a:cubicBezTo>
                  <a:pt x="4351203" y="73273"/>
                  <a:pt x="4351526" y="74278"/>
                  <a:pt x="4352171" y="74898"/>
                </a:cubicBezTo>
                <a:cubicBezTo>
                  <a:pt x="4352816" y="75518"/>
                  <a:pt x="4353857" y="75828"/>
                  <a:pt x="4355296" y="75828"/>
                </a:cubicBezTo>
                <a:cubicBezTo>
                  <a:pt x="4356139" y="75828"/>
                  <a:pt x="4357132" y="75729"/>
                  <a:pt x="4358273" y="75530"/>
                </a:cubicBezTo>
                <a:lnTo>
                  <a:pt x="4358793" y="80069"/>
                </a:lnTo>
                <a:cubicBezTo>
                  <a:pt x="4357305" y="80466"/>
                  <a:pt x="4355767" y="80665"/>
                  <a:pt x="4354180" y="80665"/>
                </a:cubicBezTo>
                <a:cubicBezTo>
                  <a:pt x="4348623" y="80665"/>
                  <a:pt x="4345845" y="77812"/>
                  <a:pt x="4345845" y="72107"/>
                </a:cubicBezTo>
                <a:close/>
                <a:moveTo>
                  <a:pt x="4159810" y="22919"/>
                </a:moveTo>
                <a:lnTo>
                  <a:pt x="4165168" y="22919"/>
                </a:lnTo>
                <a:lnTo>
                  <a:pt x="4165168" y="80218"/>
                </a:lnTo>
                <a:lnTo>
                  <a:pt x="4160183" y="80218"/>
                </a:lnTo>
                <a:lnTo>
                  <a:pt x="4160183" y="75158"/>
                </a:lnTo>
                <a:cubicBezTo>
                  <a:pt x="4158843" y="77142"/>
                  <a:pt x="4157193" y="78643"/>
                  <a:pt x="4155234" y="79660"/>
                </a:cubicBezTo>
                <a:cubicBezTo>
                  <a:pt x="4153274" y="80677"/>
                  <a:pt x="4151079" y="81186"/>
                  <a:pt x="4148648" y="81186"/>
                </a:cubicBezTo>
                <a:cubicBezTo>
                  <a:pt x="4143935" y="81186"/>
                  <a:pt x="4140264" y="79325"/>
                  <a:pt x="4137635" y="75605"/>
                </a:cubicBezTo>
                <a:cubicBezTo>
                  <a:pt x="4135005" y="71884"/>
                  <a:pt x="4133691" y="66700"/>
                  <a:pt x="4133691" y="60052"/>
                </a:cubicBezTo>
                <a:cubicBezTo>
                  <a:pt x="4133691" y="53603"/>
                  <a:pt x="4135092" y="48567"/>
                  <a:pt x="4137895" y="44946"/>
                </a:cubicBezTo>
                <a:cubicBezTo>
                  <a:pt x="4140698" y="41324"/>
                  <a:pt x="4144580" y="39514"/>
                  <a:pt x="4149541" y="39514"/>
                </a:cubicBezTo>
                <a:cubicBezTo>
                  <a:pt x="4151575" y="39514"/>
                  <a:pt x="4153472" y="39911"/>
                  <a:pt x="4155234" y="40704"/>
                </a:cubicBezTo>
                <a:cubicBezTo>
                  <a:pt x="4156996" y="41498"/>
                  <a:pt x="4158520" y="42614"/>
                  <a:pt x="4159810" y="44053"/>
                </a:cubicBezTo>
                <a:close/>
                <a:moveTo>
                  <a:pt x="3931210" y="22919"/>
                </a:moveTo>
                <a:lnTo>
                  <a:pt x="3936568" y="22919"/>
                </a:lnTo>
                <a:lnTo>
                  <a:pt x="3936568" y="80218"/>
                </a:lnTo>
                <a:lnTo>
                  <a:pt x="3931582" y="80218"/>
                </a:lnTo>
                <a:lnTo>
                  <a:pt x="3931582" y="75158"/>
                </a:lnTo>
                <a:cubicBezTo>
                  <a:pt x="3930243" y="77142"/>
                  <a:pt x="3928593" y="78643"/>
                  <a:pt x="3926634" y="79660"/>
                </a:cubicBezTo>
                <a:cubicBezTo>
                  <a:pt x="3924674" y="80677"/>
                  <a:pt x="3922480" y="81186"/>
                  <a:pt x="3920049" y="81186"/>
                </a:cubicBezTo>
                <a:cubicBezTo>
                  <a:pt x="3915335" y="81186"/>
                  <a:pt x="3911664" y="79325"/>
                  <a:pt x="3909035" y="75605"/>
                </a:cubicBezTo>
                <a:cubicBezTo>
                  <a:pt x="3906405" y="71884"/>
                  <a:pt x="3905091" y="66700"/>
                  <a:pt x="3905091" y="60052"/>
                </a:cubicBezTo>
                <a:cubicBezTo>
                  <a:pt x="3905091" y="53603"/>
                  <a:pt x="3906492" y="48567"/>
                  <a:pt x="3909296" y="44946"/>
                </a:cubicBezTo>
                <a:cubicBezTo>
                  <a:pt x="3912098" y="41324"/>
                  <a:pt x="3915980" y="39514"/>
                  <a:pt x="3920941" y="39514"/>
                </a:cubicBezTo>
                <a:cubicBezTo>
                  <a:pt x="3922975" y="39514"/>
                  <a:pt x="3924872" y="39911"/>
                  <a:pt x="3926634" y="40704"/>
                </a:cubicBezTo>
                <a:cubicBezTo>
                  <a:pt x="3928395" y="41498"/>
                  <a:pt x="3929921" y="42614"/>
                  <a:pt x="3931210" y="44053"/>
                </a:cubicBezTo>
                <a:close/>
                <a:moveTo>
                  <a:pt x="3483536" y="22919"/>
                </a:moveTo>
                <a:lnTo>
                  <a:pt x="3488893" y="22919"/>
                </a:lnTo>
                <a:lnTo>
                  <a:pt x="3488893" y="80218"/>
                </a:lnTo>
                <a:lnTo>
                  <a:pt x="3483908" y="80218"/>
                </a:lnTo>
                <a:lnTo>
                  <a:pt x="3483908" y="75158"/>
                </a:lnTo>
                <a:cubicBezTo>
                  <a:pt x="3482568" y="77142"/>
                  <a:pt x="3480919" y="78643"/>
                  <a:pt x="3478960" y="79660"/>
                </a:cubicBezTo>
                <a:cubicBezTo>
                  <a:pt x="3476999" y="80677"/>
                  <a:pt x="3474804" y="81186"/>
                  <a:pt x="3472374" y="81186"/>
                </a:cubicBezTo>
                <a:cubicBezTo>
                  <a:pt x="3467660" y="81186"/>
                  <a:pt x="3463990" y="79325"/>
                  <a:pt x="3461360" y="75605"/>
                </a:cubicBezTo>
                <a:cubicBezTo>
                  <a:pt x="3458731" y="71884"/>
                  <a:pt x="3457416" y="66700"/>
                  <a:pt x="3457416" y="60052"/>
                </a:cubicBezTo>
                <a:cubicBezTo>
                  <a:pt x="3457416" y="53603"/>
                  <a:pt x="3458818" y="48567"/>
                  <a:pt x="3461621" y="44946"/>
                </a:cubicBezTo>
                <a:cubicBezTo>
                  <a:pt x="3464423" y="41324"/>
                  <a:pt x="3468306" y="39514"/>
                  <a:pt x="3473267" y="39514"/>
                </a:cubicBezTo>
                <a:cubicBezTo>
                  <a:pt x="3475301" y="39514"/>
                  <a:pt x="3477198" y="39911"/>
                  <a:pt x="3478960" y="40704"/>
                </a:cubicBezTo>
                <a:cubicBezTo>
                  <a:pt x="3480721" y="41498"/>
                  <a:pt x="3482246" y="42614"/>
                  <a:pt x="3483536" y="44053"/>
                </a:cubicBezTo>
                <a:close/>
                <a:moveTo>
                  <a:pt x="2612296" y="22919"/>
                </a:moveTo>
                <a:lnTo>
                  <a:pt x="2617654" y="22919"/>
                </a:lnTo>
                <a:lnTo>
                  <a:pt x="2617654" y="71884"/>
                </a:lnTo>
                <a:cubicBezTo>
                  <a:pt x="2617654" y="73273"/>
                  <a:pt x="2617976" y="74278"/>
                  <a:pt x="2618621" y="74898"/>
                </a:cubicBezTo>
                <a:cubicBezTo>
                  <a:pt x="2619266" y="75518"/>
                  <a:pt x="2620308" y="75828"/>
                  <a:pt x="2621747" y="75828"/>
                </a:cubicBezTo>
                <a:cubicBezTo>
                  <a:pt x="2622590" y="75828"/>
                  <a:pt x="2623582" y="75729"/>
                  <a:pt x="2624723" y="75530"/>
                </a:cubicBezTo>
                <a:lnTo>
                  <a:pt x="2625244" y="80069"/>
                </a:lnTo>
                <a:cubicBezTo>
                  <a:pt x="2623756" y="80466"/>
                  <a:pt x="2622218" y="80665"/>
                  <a:pt x="2620630" y="80665"/>
                </a:cubicBezTo>
                <a:cubicBezTo>
                  <a:pt x="2615075" y="80665"/>
                  <a:pt x="2612296" y="77812"/>
                  <a:pt x="2612296" y="72107"/>
                </a:cubicBezTo>
                <a:close/>
                <a:moveTo>
                  <a:pt x="1659796" y="22919"/>
                </a:moveTo>
                <a:lnTo>
                  <a:pt x="1665154" y="22919"/>
                </a:lnTo>
                <a:lnTo>
                  <a:pt x="1665154" y="71884"/>
                </a:lnTo>
                <a:cubicBezTo>
                  <a:pt x="1665154" y="73273"/>
                  <a:pt x="1665477" y="74278"/>
                  <a:pt x="1666121" y="74898"/>
                </a:cubicBezTo>
                <a:cubicBezTo>
                  <a:pt x="1666766" y="75518"/>
                  <a:pt x="1667807" y="75828"/>
                  <a:pt x="1669246" y="75828"/>
                </a:cubicBezTo>
                <a:cubicBezTo>
                  <a:pt x="1670090" y="75828"/>
                  <a:pt x="1671083" y="75729"/>
                  <a:pt x="1672223" y="75530"/>
                </a:cubicBezTo>
                <a:lnTo>
                  <a:pt x="1672743" y="80069"/>
                </a:lnTo>
                <a:cubicBezTo>
                  <a:pt x="1671256" y="80466"/>
                  <a:pt x="1669718" y="80665"/>
                  <a:pt x="1668130" y="80665"/>
                </a:cubicBezTo>
                <a:cubicBezTo>
                  <a:pt x="1662574" y="80665"/>
                  <a:pt x="1659796" y="77812"/>
                  <a:pt x="1659796" y="72107"/>
                </a:cubicBezTo>
                <a:close/>
                <a:moveTo>
                  <a:pt x="1278945" y="22919"/>
                </a:moveTo>
                <a:lnTo>
                  <a:pt x="1284303" y="22919"/>
                </a:lnTo>
                <a:lnTo>
                  <a:pt x="1284303" y="44351"/>
                </a:lnTo>
                <a:cubicBezTo>
                  <a:pt x="1287627" y="41126"/>
                  <a:pt x="1291595" y="39514"/>
                  <a:pt x="1296209" y="39514"/>
                </a:cubicBezTo>
                <a:cubicBezTo>
                  <a:pt x="1300128" y="39514"/>
                  <a:pt x="1303179" y="40618"/>
                  <a:pt x="1305362" y="42825"/>
                </a:cubicBezTo>
                <a:cubicBezTo>
                  <a:pt x="1307544" y="45033"/>
                  <a:pt x="1308636" y="48121"/>
                  <a:pt x="1308636" y="52090"/>
                </a:cubicBezTo>
                <a:lnTo>
                  <a:pt x="1308636" y="80218"/>
                </a:lnTo>
                <a:lnTo>
                  <a:pt x="1303278" y="80218"/>
                </a:lnTo>
                <a:lnTo>
                  <a:pt x="1303278" y="52462"/>
                </a:lnTo>
                <a:cubicBezTo>
                  <a:pt x="1303278" y="47302"/>
                  <a:pt x="1300451" y="44723"/>
                  <a:pt x="1294795" y="44723"/>
                </a:cubicBezTo>
                <a:cubicBezTo>
                  <a:pt x="1290876" y="44723"/>
                  <a:pt x="1287379" y="46037"/>
                  <a:pt x="1284303" y="48667"/>
                </a:cubicBezTo>
                <a:lnTo>
                  <a:pt x="1284303" y="80218"/>
                </a:lnTo>
                <a:lnTo>
                  <a:pt x="1278945" y="80218"/>
                </a:lnTo>
                <a:close/>
                <a:moveTo>
                  <a:pt x="10504502" y="22547"/>
                </a:moveTo>
                <a:cubicBezTo>
                  <a:pt x="10506040" y="22547"/>
                  <a:pt x="10507305" y="22671"/>
                  <a:pt x="10508297" y="22919"/>
                </a:cubicBezTo>
                <a:lnTo>
                  <a:pt x="10508297" y="27682"/>
                </a:lnTo>
                <a:cubicBezTo>
                  <a:pt x="10506809" y="27483"/>
                  <a:pt x="10505544" y="27384"/>
                  <a:pt x="10504502" y="27384"/>
                </a:cubicBezTo>
                <a:cubicBezTo>
                  <a:pt x="10501873" y="27384"/>
                  <a:pt x="10499875" y="28066"/>
                  <a:pt x="10498511" y="29431"/>
                </a:cubicBezTo>
                <a:cubicBezTo>
                  <a:pt x="10497148" y="30795"/>
                  <a:pt x="10496465" y="32792"/>
                  <a:pt x="10496465" y="35421"/>
                </a:cubicBezTo>
                <a:lnTo>
                  <a:pt x="10496465" y="40481"/>
                </a:lnTo>
                <a:lnTo>
                  <a:pt x="10506883" y="40481"/>
                </a:lnTo>
                <a:lnTo>
                  <a:pt x="10506883" y="45020"/>
                </a:lnTo>
                <a:lnTo>
                  <a:pt x="10496465" y="45020"/>
                </a:lnTo>
                <a:lnTo>
                  <a:pt x="10496465" y="80218"/>
                </a:lnTo>
                <a:lnTo>
                  <a:pt x="10491107" y="80218"/>
                </a:lnTo>
                <a:lnTo>
                  <a:pt x="10491107" y="45020"/>
                </a:lnTo>
                <a:lnTo>
                  <a:pt x="10484187" y="45020"/>
                </a:lnTo>
                <a:lnTo>
                  <a:pt x="10484187" y="40481"/>
                </a:lnTo>
                <a:lnTo>
                  <a:pt x="10491107" y="40481"/>
                </a:lnTo>
                <a:lnTo>
                  <a:pt x="10491107" y="35421"/>
                </a:lnTo>
                <a:cubicBezTo>
                  <a:pt x="10491107" y="31353"/>
                  <a:pt x="10492285" y="28190"/>
                  <a:pt x="10494642" y="25933"/>
                </a:cubicBezTo>
                <a:cubicBezTo>
                  <a:pt x="10496999" y="23676"/>
                  <a:pt x="10500285" y="22547"/>
                  <a:pt x="10504502" y="22547"/>
                </a:cubicBezTo>
                <a:close/>
                <a:moveTo>
                  <a:pt x="5570552" y="22547"/>
                </a:moveTo>
                <a:cubicBezTo>
                  <a:pt x="5572090" y="22547"/>
                  <a:pt x="5573355" y="22671"/>
                  <a:pt x="5574347" y="22919"/>
                </a:cubicBezTo>
                <a:lnTo>
                  <a:pt x="5574347" y="27682"/>
                </a:lnTo>
                <a:cubicBezTo>
                  <a:pt x="5572859" y="27483"/>
                  <a:pt x="5571594" y="27384"/>
                  <a:pt x="5570552" y="27384"/>
                </a:cubicBezTo>
                <a:cubicBezTo>
                  <a:pt x="5567922" y="27384"/>
                  <a:pt x="5565926" y="28066"/>
                  <a:pt x="5564562" y="29431"/>
                </a:cubicBezTo>
                <a:cubicBezTo>
                  <a:pt x="5563197" y="30795"/>
                  <a:pt x="5562515" y="32792"/>
                  <a:pt x="5562515" y="35421"/>
                </a:cubicBezTo>
                <a:lnTo>
                  <a:pt x="5562515" y="40481"/>
                </a:lnTo>
                <a:lnTo>
                  <a:pt x="5572933" y="40481"/>
                </a:lnTo>
                <a:lnTo>
                  <a:pt x="5572933" y="45020"/>
                </a:lnTo>
                <a:lnTo>
                  <a:pt x="5562515" y="45020"/>
                </a:lnTo>
                <a:lnTo>
                  <a:pt x="5562515" y="80218"/>
                </a:lnTo>
                <a:lnTo>
                  <a:pt x="5557157" y="80218"/>
                </a:lnTo>
                <a:lnTo>
                  <a:pt x="5557157" y="45020"/>
                </a:lnTo>
                <a:lnTo>
                  <a:pt x="5550237" y="45020"/>
                </a:lnTo>
                <a:lnTo>
                  <a:pt x="5550237" y="40481"/>
                </a:lnTo>
                <a:lnTo>
                  <a:pt x="5557157" y="40481"/>
                </a:lnTo>
                <a:lnTo>
                  <a:pt x="5557157" y="35421"/>
                </a:lnTo>
                <a:cubicBezTo>
                  <a:pt x="5557157" y="31353"/>
                  <a:pt x="5558336" y="28190"/>
                  <a:pt x="5560692" y="25933"/>
                </a:cubicBezTo>
                <a:cubicBezTo>
                  <a:pt x="5563048" y="23676"/>
                  <a:pt x="5566335" y="22547"/>
                  <a:pt x="5570552" y="22547"/>
                </a:cubicBezTo>
                <a:close/>
                <a:moveTo>
                  <a:pt x="4465652" y="22547"/>
                </a:moveTo>
                <a:cubicBezTo>
                  <a:pt x="4467190" y="22547"/>
                  <a:pt x="4468455" y="22671"/>
                  <a:pt x="4469448" y="22919"/>
                </a:cubicBezTo>
                <a:lnTo>
                  <a:pt x="4469448" y="27682"/>
                </a:lnTo>
                <a:cubicBezTo>
                  <a:pt x="4467959" y="27483"/>
                  <a:pt x="4466694" y="27384"/>
                  <a:pt x="4465652" y="27384"/>
                </a:cubicBezTo>
                <a:cubicBezTo>
                  <a:pt x="4463023" y="27384"/>
                  <a:pt x="4461026" y="28066"/>
                  <a:pt x="4459662" y="29431"/>
                </a:cubicBezTo>
                <a:cubicBezTo>
                  <a:pt x="4458297" y="30795"/>
                  <a:pt x="4457615" y="32792"/>
                  <a:pt x="4457615" y="35421"/>
                </a:cubicBezTo>
                <a:lnTo>
                  <a:pt x="4457615" y="40481"/>
                </a:lnTo>
                <a:lnTo>
                  <a:pt x="4468033" y="40481"/>
                </a:lnTo>
                <a:lnTo>
                  <a:pt x="4468033" y="45020"/>
                </a:lnTo>
                <a:lnTo>
                  <a:pt x="4457615" y="45020"/>
                </a:lnTo>
                <a:lnTo>
                  <a:pt x="4457615" y="80218"/>
                </a:lnTo>
                <a:lnTo>
                  <a:pt x="4452257" y="80218"/>
                </a:lnTo>
                <a:lnTo>
                  <a:pt x="4452257" y="45020"/>
                </a:lnTo>
                <a:lnTo>
                  <a:pt x="4445337" y="45020"/>
                </a:lnTo>
                <a:lnTo>
                  <a:pt x="4445337" y="40481"/>
                </a:lnTo>
                <a:lnTo>
                  <a:pt x="4452257" y="40481"/>
                </a:lnTo>
                <a:lnTo>
                  <a:pt x="4452257" y="35421"/>
                </a:lnTo>
                <a:cubicBezTo>
                  <a:pt x="4452257" y="31353"/>
                  <a:pt x="4453436" y="28190"/>
                  <a:pt x="4455792" y="25933"/>
                </a:cubicBezTo>
                <a:cubicBezTo>
                  <a:pt x="4458149" y="23676"/>
                  <a:pt x="4461435" y="22547"/>
                  <a:pt x="4465652" y="22547"/>
                </a:cubicBezTo>
                <a:close/>
                <a:moveTo>
                  <a:pt x="4103702" y="22547"/>
                </a:moveTo>
                <a:cubicBezTo>
                  <a:pt x="4105240" y="22547"/>
                  <a:pt x="4106505" y="22671"/>
                  <a:pt x="4107498" y="22919"/>
                </a:cubicBezTo>
                <a:lnTo>
                  <a:pt x="4107498" y="27682"/>
                </a:lnTo>
                <a:cubicBezTo>
                  <a:pt x="4106009" y="27483"/>
                  <a:pt x="4104744" y="27384"/>
                  <a:pt x="4103702" y="27384"/>
                </a:cubicBezTo>
                <a:cubicBezTo>
                  <a:pt x="4101073" y="27384"/>
                  <a:pt x="4099076" y="28066"/>
                  <a:pt x="4097712" y="29431"/>
                </a:cubicBezTo>
                <a:cubicBezTo>
                  <a:pt x="4096348" y="30795"/>
                  <a:pt x="4095665" y="32792"/>
                  <a:pt x="4095665" y="35421"/>
                </a:cubicBezTo>
                <a:lnTo>
                  <a:pt x="4095665" y="40481"/>
                </a:lnTo>
                <a:lnTo>
                  <a:pt x="4106084" y="40481"/>
                </a:lnTo>
                <a:lnTo>
                  <a:pt x="4106084" y="45020"/>
                </a:lnTo>
                <a:lnTo>
                  <a:pt x="4095665" y="45020"/>
                </a:lnTo>
                <a:lnTo>
                  <a:pt x="4095665" y="80218"/>
                </a:lnTo>
                <a:lnTo>
                  <a:pt x="4090307" y="80218"/>
                </a:lnTo>
                <a:lnTo>
                  <a:pt x="4090307" y="45020"/>
                </a:lnTo>
                <a:lnTo>
                  <a:pt x="4083387" y="45020"/>
                </a:lnTo>
                <a:lnTo>
                  <a:pt x="4083387" y="40481"/>
                </a:lnTo>
                <a:lnTo>
                  <a:pt x="4090307" y="40481"/>
                </a:lnTo>
                <a:lnTo>
                  <a:pt x="4090307" y="35421"/>
                </a:lnTo>
                <a:cubicBezTo>
                  <a:pt x="4090307" y="31353"/>
                  <a:pt x="4091486" y="28190"/>
                  <a:pt x="4093843" y="25933"/>
                </a:cubicBezTo>
                <a:cubicBezTo>
                  <a:pt x="4096199" y="23676"/>
                  <a:pt x="4099485" y="22547"/>
                  <a:pt x="4103702" y="22547"/>
                </a:cubicBezTo>
                <a:close/>
                <a:moveTo>
                  <a:pt x="721323" y="17087"/>
                </a:moveTo>
                <a:lnTo>
                  <a:pt x="721323" y="69270"/>
                </a:lnTo>
                <a:lnTo>
                  <a:pt x="731964" y="69270"/>
                </a:lnTo>
                <a:cubicBezTo>
                  <a:pt x="738990" y="69270"/>
                  <a:pt x="744277" y="67070"/>
                  <a:pt x="747824" y="62670"/>
                </a:cubicBezTo>
                <a:cubicBezTo>
                  <a:pt x="751371" y="58271"/>
                  <a:pt x="753144" y="51739"/>
                  <a:pt x="753144" y="43076"/>
                </a:cubicBezTo>
                <a:cubicBezTo>
                  <a:pt x="753144" y="25750"/>
                  <a:pt x="746050" y="17087"/>
                  <a:pt x="731862" y="17087"/>
                </a:cubicBezTo>
                <a:close/>
                <a:moveTo>
                  <a:pt x="596381" y="9209"/>
                </a:moveTo>
                <a:lnTo>
                  <a:pt x="608456" y="9209"/>
                </a:lnTo>
                <a:lnTo>
                  <a:pt x="608456" y="24659"/>
                </a:lnTo>
                <a:lnTo>
                  <a:pt x="624008" y="24659"/>
                </a:lnTo>
                <a:lnTo>
                  <a:pt x="624008" y="35095"/>
                </a:lnTo>
                <a:lnTo>
                  <a:pt x="608456" y="35095"/>
                </a:lnTo>
                <a:lnTo>
                  <a:pt x="608456" y="60880"/>
                </a:lnTo>
                <a:cubicBezTo>
                  <a:pt x="608456" y="64154"/>
                  <a:pt x="609121" y="66525"/>
                  <a:pt x="610451" y="67991"/>
                </a:cubicBezTo>
                <a:cubicBezTo>
                  <a:pt x="611781" y="69458"/>
                  <a:pt x="613947" y="70191"/>
                  <a:pt x="616948" y="70191"/>
                </a:cubicBezTo>
                <a:cubicBezTo>
                  <a:pt x="618858" y="70191"/>
                  <a:pt x="620836" y="69918"/>
                  <a:pt x="622883" y="69372"/>
                </a:cubicBezTo>
                <a:lnTo>
                  <a:pt x="624724" y="79604"/>
                </a:lnTo>
                <a:cubicBezTo>
                  <a:pt x="621655" y="80559"/>
                  <a:pt x="618415" y="81037"/>
                  <a:pt x="615004" y="81037"/>
                </a:cubicBezTo>
                <a:cubicBezTo>
                  <a:pt x="602589" y="81037"/>
                  <a:pt x="596381" y="75000"/>
                  <a:pt x="596381" y="62926"/>
                </a:cubicBezTo>
                <a:lnTo>
                  <a:pt x="596381" y="35095"/>
                </a:lnTo>
                <a:lnTo>
                  <a:pt x="587582" y="35095"/>
                </a:lnTo>
                <a:lnTo>
                  <a:pt x="587582" y="24659"/>
                </a:lnTo>
                <a:lnTo>
                  <a:pt x="596381" y="24659"/>
                </a:lnTo>
                <a:close/>
                <a:moveTo>
                  <a:pt x="415407" y="9209"/>
                </a:moveTo>
                <a:lnTo>
                  <a:pt x="427480" y="9209"/>
                </a:lnTo>
                <a:lnTo>
                  <a:pt x="427480" y="24659"/>
                </a:lnTo>
                <a:lnTo>
                  <a:pt x="443033" y="24659"/>
                </a:lnTo>
                <a:lnTo>
                  <a:pt x="443033" y="35095"/>
                </a:lnTo>
                <a:lnTo>
                  <a:pt x="427480" y="35095"/>
                </a:lnTo>
                <a:lnTo>
                  <a:pt x="427480" y="60880"/>
                </a:lnTo>
                <a:cubicBezTo>
                  <a:pt x="427480" y="64154"/>
                  <a:pt x="428146" y="66525"/>
                  <a:pt x="429476" y="67991"/>
                </a:cubicBezTo>
                <a:cubicBezTo>
                  <a:pt x="430806" y="69458"/>
                  <a:pt x="432972" y="70191"/>
                  <a:pt x="435973" y="70191"/>
                </a:cubicBezTo>
                <a:cubicBezTo>
                  <a:pt x="437883" y="70191"/>
                  <a:pt x="439861" y="69918"/>
                  <a:pt x="441908" y="69372"/>
                </a:cubicBezTo>
                <a:lnTo>
                  <a:pt x="443749" y="79604"/>
                </a:lnTo>
                <a:cubicBezTo>
                  <a:pt x="440680" y="80559"/>
                  <a:pt x="437440" y="81037"/>
                  <a:pt x="434029" y="81037"/>
                </a:cubicBezTo>
                <a:cubicBezTo>
                  <a:pt x="421614" y="81037"/>
                  <a:pt x="415407" y="75000"/>
                  <a:pt x="415407" y="62926"/>
                </a:cubicBezTo>
                <a:lnTo>
                  <a:pt x="415407" y="35095"/>
                </a:lnTo>
                <a:lnTo>
                  <a:pt x="406607" y="35095"/>
                </a:lnTo>
                <a:lnTo>
                  <a:pt x="406607" y="24659"/>
                </a:lnTo>
                <a:lnTo>
                  <a:pt x="415407" y="24659"/>
                </a:lnTo>
                <a:close/>
                <a:moveTo>
                  <a:pt x="709045" y="6139"/>
                </a:moveTo>
                <a:lnTo>
                  <a:pt x="732169" y="6139"/>
                </a:lnTo>
                <a:cubicBezTo>
                  <a:pt x="743151" y="6139"/>
                  <a:pt x="751507" y="9243"/>
                  <a:pt x="757237" y="15450"/>
                </a:cubicBezTo>
                <a:cubicBezTo>
                  <a:pt x="762967" y="21657"/>
                  <a:pt x="765832" y="30866"/>
                  <a:pt x="765832" y="43076"/>
                </a:cubicBezTo>
                <a:cubicBezTo>
                  <a:pt x="765832" y="55355"/>
                  <a:pt x="762950" y="64615"/>
                  <a:pt x="757186" y="70856"/>
                </a:cubicBezTo>
                <a:cubicBezTo>
                  <a:pt x="751422" y="77098"/>
                  <a:pt x="743049" y="80218"/>
                  <a:pt x="732067" y="80218"/>
                </a:cubicBezTo>
                <a:lnTo>
                  <a:pt x="709045" y="80218"/>
                </a:lnTo>
                <a:close/>
                <a:moveTo>
                  <a:pt x="33253" y="4809"/>
                </a:moveTo>
                <a:cubicBezTo>
                  <a:pt x="36937" y="4809"/>
                  <a:pt x="40535" y="5303"/>
                  <a:pt x="44048" y="6293"/>
                </a:cubicBezTo>
                <a:cubicBezTo>
                  <a:pt x="47561" y="7282"/>
                  <a:pt x="50682" y="8663"/>
                  <a:pt x="53410" y="10436"/>
                </a:cubicBezTo>
                <a:lnTo>
                  <a:pt x="49215" y="19952"/>
                </a:lnTo>
                <a:cubicBezTo>
                  <a:pt x="43826" y="17292"/>
                  <a:pt x="38438" y="15962"/>
                  <a:pt x="33049" y="15962"/>
                </a:cubicBezTo>
                <a:cubicBezTo>
                  <a:pt x="26568" y="15962"/>
                  <a:pt x="21555" y="18383"/>
                  <a:pt x="18008" y="23226"/>
                </a:cubicBezTo>
                <a:cubicBezTo>
                  <a:pt x="14461" y="28069"/>
                  <a:pt x="12687" y="34925"/>
                  <a:pt x="12687" y="43793"/>
                </a:cubicBezTo>
                <a:cubicBezTo>
                  <a:pt x="12687" y="52524"/>
                  <a:pt x="14512" y="59106"/>
                  <a:pt x="18161" y="63540"/>
                </a:cubicBezTo>
                <a:cubicBezTo>
                  <a:pt x="21811" y="67974"/>
                  <a:pt x="27217" y="70191"/>
                  <a:pt x="34379" y="70191"/>
                </a:cubicBezTo>
                <a:cubicBezTo>
                  <a:pt x="40518" y="70191"/>
                  <a:pt x="45668" y="68997"/>
                  <a:pt x="49829" y="66610"/>
                </a:cubicBezTo>
                <a:lnTo>
                  <a:pt x="54024" y="75921"/>
                </a:lnTo>
                <a:cubicBezTo>
                  <a:pt x="51841" y="77626"/>
                  <a:pt x="48960" y="78973"/>
                  <a:pt x="45378" y="79962"/>
                </a:cubicBezTo>
                <a:cubicBezTo>
                  <a:pt x="41797" y="80952"/>
                  <a:pt x="37926" y="81446"/>
                  <a:pt x="33765" y="81446"/>
                </a:cubicBezTo>
                <a:cubicBezTo>
                  <a:pt x="23056" y="81446"/>
                  <a:pt x="14750" y="78240"/>
                  <a:pt x="8850" y="71828"/>
                </a:cubicBezTo>
                <a:cubicBezTo>
                  <a:pt x="2950" y="65416"/>
                  <a:pt x="0" y="56378"/>
                  <a:pt x="0" y="44713"/>
                </a:cubicBezTo>
                <a:cubicBezTo>
                  <a:pt x="0" y="36596"/>
                  <a:pt x="1347" y="29536"/>
                  <a:pt x="4041" y="23533"/>
                </a:cubicBezTo>
                <a:cubicBezTo>
                  <a:pt x="6736" y="17531"/>
                  <a:pt x="10590" y="12909"/>
                  <a:pt x="15603" y="9669"/>
                </a:cubicBezTo>
                <a:cubicBezTo>
                  <a:pt x="20617" y="6429"/>
                  <a:pt x="26500" y="4809"/>
                  <a:pt x="33253" y="4809"/>
                </a:cubicBezTo>
                <a:close/>
                <a:moveTo>
                  <a:pt x="990897" y="2251"/>
                </a:moveTo>
                <a:cubicBezTo>
                  <a:pt x="993216" y="2251"/>
                  <a:pt x="995041" y="2899"/>
                  <a:pt x="996371" y="4195"/>
                </a:cubicBezTo>
                <a:cubicBezTo>
                  <a:pt x="997702" y="5491"/>
                  <a:pt x="998367" y="7230"/>
                  <a:pt x="998367" y="9413"/>
                </a:cubicBezTo>
                <a:cubicBezTo>
                  <a:pt x="998367" y="11733"/>
                  <a:pt x="997719" y="13523"/>
                  <a:pt x="996423" y="14785"/>
                </a:cubicBezTo>
                <a:cubicBezTo>
                  <a:pt x="995126" y="16047"/>
                  <a:pt x="993285" y="16678"/>
                  <a:pt x="990897" y="16678"/>
                </a:cubicBezTo>
                <a:cubicBezTo>
                  <a:pt x="988578" y="16678"/>
                  <a:pt x="986753" y="16030"/>
                  <a:pt x="985423" y="14734"/>
                </a:cubicBezTo>
                <a:cubicBezTo>
                  <a:pt x="984093" y="13438"/>
                  <a:pt x="983428" y="11698"/>
                  <a:pt x="983428" y="9516"/>
                </a:cubicBezTo>
                <a:cubicBezTo>
                  <a:pt x="983428" y="7196"/>
                  <a:pt x="984076" y="5406"/>
                  <a:pt x="985372" y="4144"/>
                </a:cubicBezTo>
                <a:cubicBezTo>
                  <a:pt x="986668" y="2882"/>
                  <a:pt x="988510" y="2251"/>
                  <a:pt x="990897" y="2251"/>
                </a:cubicBezTo>
                <a:close/>
                <a:moveTo>
                  <a:pt x="781347" y="2251"/>
                </a:moveTo>
                <a:cubicBezTo>
                  <a:pt x="783666" y="2251"/>
                  <a:pt x="785491" y="2899"/>
                  <a:pt x="786821" y="4195"/>
                </a:cubicBezTo>
                <a:cubicBezTo>
                  <a:pt x="788152" y="5491"/>
                  <a:pt x="788817" y="7230"/>
                  <a:pt x="788817" y="9413"/>
                </a:cubicBezTo>
                <a:cubicBezTo>
                  <a:pt x="788817" y="11733"/>
                  <a:pt x="788169" y="13523"/>
                  <a:pt x="786873" y="14785"/>
                </a:cubicBezTo>
                <a:cubicBezTo>
                  <a:pt x="785576" y="16047"/>
                  <a:pt x="783735" y="16678"/>
                  <a:pt x="781347" y="16678"/>
                </a:cubicBezTo>
                <a:cubicBezTo>
                  <a:pt x="779028" y="16678"/>
                  <a:pt x="777203" y="16030"/>
                  <a:pt x="775873" y="14734"/>
                </a:cubicBezTo>
                <a:cubicBezTo>
                  <a:pt x="774543" y="13438"/>
                  <a:pt x="773878" y="11698"/>
                  <a:pt x="773878" y="9516"/>
                </a:cubicBezTo>
                <a:cubicBezTo>
                  <a:pt x="773878" y="7196"/>
                  <a:pt x="774526" y="5406"/>
                  <a:pt x="775822" y="4144"/>
                </a:cubicBezTo>
                <a:cubicBezTo>
                  <a:pt x="777118" y="2882"/>
                  <a:pt x="778960" y="2251"/>
                  <a:pt x="781347" y="2251"/>
                </a:cubicBezTo>
                <a:close/>
                <a:moveTo>
                  <a:pt x="571797" y="2251"/>
                </a:moveTo>
                <a:cubicBezTo>
                  <a:pt x="574116" y="2251"/>
                  <a:pt x="575941" y="2899"/>
                  <a:pt x="577271" y="4195"/>
                </a:cubicBezTo>
                <a:cubicBezTo>
                  <a:pt x="578602" y="5491"/>
                  <a:pt x="579267" y="7230"/>
                  <a:pt x="579267" y="9413"/>
                </a:cubicBezTo>
                <a:cubicBezTo>
                  <a:pt x="579267" y="11733"/>
                  <a:pt x="578619" y="13523"/>
                  <a:pt x="577323" y="14785"/>
                </a:cubicBezTo>
                <a:cubicBezTo>
                  <a:pt x="576026" y="16047"/>
                  <a:pt x="574185" y="16678"/>
                  <a:pt x="571797" y="16678"/>
                </a:cubicBezTo>
                <a:cubicBezTo>
                  <a:pt x="569478" y="16678"/>
                  <a:pt x="567653" y="16030"/>
                  <a:pt x="566323" y="14734"/>
                </a:cubicBezTo>
                <a:cubicBezTo>
                  <a:pt x="564993" y="13438"/>
                  <a:pt x="564328" y="11698"/>
                  <a:pt x="564328" y="9516"/>
                </a:cubicBezTo>
                <a:cubicBezTo>
                  <a:pt x="564328" y="7196"/>
                  <a:pt x="564976" y="5406"/>
                  <a:pt x="566272" y="4144"/>
                </a:cubicBezTo>
                <a:cubicBezTo>
                  <a:pt x="567568" y="2882"/>
                  <a:pt x="569410" y="2251"/>
                  <a:pt x="571797" y="2251"/>
                </a:cubicBezTo>
                <a:close/>
                <a:moveTo>
                  <a:pt x="457497" y="2251"/>
                </a:moveTo>
                <a:cubicBezTo>
                  <a:pt x="459817" y="2251"/>
                  <a:pt x="461641" y="2899"/>
                  <a:pt x="462971" y="4195"/>
                </a:cubicBezTo>
                <a:cubicBezTo>
                  <a:pt x="464301" y="5491"/>
                  <a:pt x="464967" y="7230"/>
                  <a:pt x="464967" y="9413"/>
                </a:cubicBezTo>
                <a:cubicBezTo>
                  <a:pt x="464967" y="11733"/>
                  <a:pt x="464319" y="13523"/>
                  <a:pt x="463023" y="14785"/>
                </a:cubicBezTo>
                <a:cubicBezTo>
                  <a:pt x="461726" y="16047"/>
                  <a:pt x="459885" y="16678"/>
                  <a:pt x="457497" y="16678"/>
                </a:cubicBezTo>
                <a:cubicBezTo>
                  <a:pt x="455178" y="16678"/>
                  <a:pt x="453353" y="16030"/>
                  <a:pt x="452023" y="14734"/>
                </a:cubicBezTo>
                <a:cubicBezTo>
                  <a:pt x="450693" y="13438"/>
                  <a:pt x="450028" y="11698"/>
                  <a:pt x="450028" y="9516"/>
                </a:cubicBezTo>
                <a:cubicBezTo>
                  <a:pt x="450028" y="7196"/>
                  <a:pt x="450676" y="5406"/>
                  <a:pt x="451972" y="4144"/>
                </a:cubicBezTo>
                <a:cubicBezTo>
                  <a:pt x="453268" y="2882"/>
                  <a:pt x="455110" y="2251"/>
                  <a:pt x="457497" y="2251"/>
                </a:cubicBezTo>
                <a:close/>
                <a:moveTo>
                  <a:pt x="219372" y="2251"/>
                </a:moveTo>
                <a:cubicBezTo>
                  <a:pt x="221691" y="2251"/>
                  <a:pt x="223516" y="2899"/>
                  <a:pt x="224846" y="4195"/>
                </a:cubicBezTo>
                <a:cubicBezTo>
                  <a:pt x="226176" y="5491"/>
                  <a:pt x="226842" y="7230"/>
                  <a:pt x="226842" y="9413"/>
                </a:cubicBezTo>
                <a:cubicBezTo>
                  <a:pt x="226842" y="11733"/>
                  <a:pt x="226193" y="13523"/>
                  <a:pt x="224897" y="14785"/>
                </a:cubicBezTo>
                <a:cubicBezTo>
                  <a:pt x="223601" y="16047"/>
                  <a:pt x="221760" y="16678"/>
                  <a:pt x="219372" y="16678"/>
                </a:cubicBezTo>
                <a:cubicBezTo>
                  <a:pt x="217053" y="16678"/>
                  <a:pt x="215228" y="16030"/>
                  <a:pt x="213898" y="14734"/>
                </a:cubicBezTo>
                <a:cubicBezTo>
                  <a:pt x="212568" y="13438"/>
                  <a:pt x="211903" y="11698"/>
                  <a:pt x="211903" y="9516"/>
                </a:cubicBezTo>
                <a:cubicBezTo>
                  <a:pt x="211903" y="7196"/>
                  <a:pt x="212551" y="5406"/>
                  <a:pt x="213847" y="4144"/>
                </a:cubicBezTo>
                <a:cubicBezTo>
                  <a:pt x="215143" y="2882"/>
                  <a:pt x="216985" y="2251"/>
                  <a:pt x="219372" y="2251"/>
                </a:cubicBezTo>
                <a:close/>
                <a:moveTo>
                  <a:pt x="898726" y="1432"/>
                </a:moveTo>
                <a:lnTo>
                  <a:pt x="910800" y="1432"/>
                </a:lnTo>
                <a:lnTo>
                  <a:pt x="910800" y="64563"/>
                </a:lnTo>
                <a:cubicBezTo>
                  <a:pt x="910800" y="66473"/>
                  <a:pt x="911209" y="67872"/>
                  <a:pt x="912028" y="68758"/>
                </a:cubicBezTo>
                <a:cubicBezTo>
                  <a:pt x="912846" y="69645"/>
                  <a:pt x="914142" y="70089"/>
                  <a:pt x="915916" y="70089"/>
                </a:cubicBezTo>
                <a:cubicBezTo>
                  <a:pt x="916939" y="70089"/>
                  <a:pt x="918201" y="69986"/>
                  <a:pt x="919702" y="69782"/>
                </a:cubicBezTo>
                <a:lnTo>
                  <a:pt x="920520" y="80014"/>
                </a:lnTo>
                <a:cubicBezTo>
                  <a:pt x="918065" y="80628"/>
                  <a:pt x="915472" y="80934"/>
                  <a:pt x="912744" y="80934"/>
                </a:cubicBezTo>
                <a:cubicBezTo>
                  <a:pt x="903399" y="80934"/>
                  <a:pt x="898726" y="76228"/>
                  <a:pt x="898726" y="66814"/>
                </a:cubicBezTo>
                <a:close/>
                <a:moveTo>
                  <a:pt x="536776" y="1432"/>
                </a:moveTo>
                <a:lnTo>
                  <a:pt x="548850" y="1432"/>
                </a:lnTo>
                <a:lnTo>
                  <a:pt x="548850" y="64563"/>
                </a:lnTo>
                <a:cubicBezTo>
                  <a:pt x="548850" y="66473"/>
                  <a:pt x="549259" y="67872"/>
                  <a:pt x="550077" y="68758"/>
                </a:cubicBezTo>
                <a:cubicBezTo>
                  <a:pt x="550896" y="69645"/>
                  <a:pt x="552192" y="70089"/>
                  <a:pt x="553966" y="70089"/>
                </a:cubicBezTo>
                <a:cubicBezTo>
                  <a:pt x="554989" y="70089"/>
                  <a:pt x="556251" y="69986"/>
                  <a:pt x="557752" y="69782"/>
                </a:cubicBezTo>
                <a:lnTo>
                  <a:pt x="558570" y="80014"/>
                </a:lnTo>
                <a:cubicBezTo>
                  <a:pt x="556114" y="80628"/>
                  <a:pt x="553522" y="80934"/>
                  <a:pt x="550794" y="80934"/>
                </a:cubicBezTo>
                <a:cubicBezTo>
                  <a:pt x="541449" y="80934"/>
                  <a:pt x="536776" y="76228"/>
                  <a:pt x="536776" y="66814"/>
                </a:cubicBezTo>
                <a:close/>
                <a:moveTo>
                  <a:pt x="272913" y="1432"/>
                </a:moveTo>
                <a:lnTo>
                  <a:pt x="284987" y="1432"/>
                </a:lnTo>
                <a:lnTo>
                  <a:pt x="284987" y="80218"/>
                </a:lnTo>
                <a:lnTo>
                  <a:pt x="274039" y="80218"/>
                </a:lnTo>
                <a:lnTo>
                  <a:pt x="274039" y="72442"/>
                </a:lnTo>
                <a:cubicBezTo>
                  <a:pt x="270423" y="78513"/>
                  <a:pt x="265239" y="81548"/>
                  <a:pt x="258486" y="81548"/>
                </a:cubicBezTo>
                <a:cubicBezTo>
                  <a:pt x="252074" y="81548"/>
                  <a:pt x="247095" y="78990"/>
                  <a:pt x="243548" y="73874"/>
                </a:cubicBezTo>
                <a:cubicBezTo>
                  <a:pt x="240000" y="68758"/>
                  <a:pt x="238227" y="61596"/>
                  <a:pt x="238227" y="52387"/>
                </a:cubicBezTo>
                <a:cubicBezTo>
                  <a:pt x="238227" y="43179"/>
                  <a:pt x="240035" y="36033"/>
                  <a:pt x="243650" y="30951"/>
                </a:cubicBezTo>
                <a:cubicBezTo>
                  <a:pt x="247265" y="25870"/>
                  <a:pt x="252347" y="23329"/>
                  <a:pt x="258895" y="23329"/>
                </a:cubicBezTo>
                <a:cubicBezTo>
                  <a:pt x="261760" y="23329"/>
                  <a:pt x="264404" y="23857"/>
                  <a:pt x="266825" y="24915"/>
                </a:cubicBezTo>
                <a:cubicBezTo>
                  <a:pt x="269246" y="25972"/>
                  <a:pt x="271276" y="27490"/>
                  <a:pt x="272913" y="29468"/>
                </a:cubicBezTo>
                <a:close/>
                <a:moveTo>
                  <a:pt x="198359" y="0"/>
                </a:moveTo>
                <a:cubicBezTo>
                  <a:pt x="200611" y="0"/>
                  <a:pt x="202589" y="170"/>
                  <a:pt x="204294" y="511"/>
                </a:cubicBezTo>
                <a:lnTo>
                  <a:pt x="204294" y="11050"/>
                </a:lnTo>
                <a:cubicBezTo>
                  <a:pt x="202452" y="10778"/>
                  <a:pt x="200474" y="10641"/>
                  <a:pt x="198359" y="10641"/>
                </a:cubicBezTo>
                <a:cubicBezTo>
                  <a:pt x="192016" y="10641"/>
                  <a:pt x="188844" y="13677"/>
                  <a:pt x="188844" y="19748"/>
                </a:cubicBezTo>
                <a:lnTo>
                  <a:pt x="188844" y="24659"/>
                </a:lnTo>
                <a:lnTo>
                  <a:pt x="202350" y="24659"/>
                </a:lnTo>
                <a:lnTo>
                  <a:pt x="202350" y="35095"/>
                </a:lnTo>
                <a:lnTo>
                  <a:pt x="188844" y="35095"/>
                </a:lnTo>
                <a:lnTo>
                  <a:pt x="188844" y="80218"/>
                </a:lnTo>
                <a:lnTo>
                  <a:pt x="176770" y="80218"/>
                </a:lnTo>
                <a:lnTo>
                  <a:pt x="176770" y="35095"/>
                </a:lnTo>
                <a:lnTo>
                  <a:pt x="168073" y="35095"/>
                </a:lnTo>
                <a:lnTo>
                  <a:pt x="168073" y="24659"/>
                </a:lnTo>
                <a:lnTo>
                  <a:pt x="176873" y="24659"/>
                </a:lnTo>
                <a:lnTo>
                  <a:pt x="176873" y="19748"/>
                </a:lnTo>
                <a:cubicBezTo>
                  <a:pt x="176873" y="13472"/>
                  <a:pt x="178748" y="8612"/>
                  <a:pt x="182500" y="5167"/>
                </a:cubicBezTo>
                <a:cubicBezTo>
                  <a:pt x="186252" y="1722"/>
                  <a:pt x="191538" y="0"/>
                  <a:pt x="198359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27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altLang="ko-KR" sz="600" dirty="0">
              <a:ln w="1270">
                <a:solidFill>
                  <a:srgbClr val="000000">
                    <a:alpha val="1000"/>
                  </a:srgbClr>
                </a:solidFill>
              </a:ln>
              <a:solidFill>
                <a:schemeClr val="bg1">
                  <a:lumMod val="75000"/>
                </a:schemeClr>
              </a:solidFill>
              <a:latin typeface="SamsungOneKorean 400" panose="020B0503030303020204" pitchFamily="50" charset="-127"/>
              <a:ea typeface="SamsungOneKorean 400" panose="020B0503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6459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32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_v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78302"/>
            <a:ext cx="11161453" cy="42011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514417" y="924271"/>
            <a:ext cx="11161453" cy="54168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square" lIns="0" tIns="0" rIns="0" bIns="0" spcCol="0" rtlCol="0" fromWordArt="0" anchor="t" anchorCtr="0" forceAA="0">
            <a:spAutoFit/>
          </a:bodyPr>
          <a:lstStyle>
            <a:lvl1pPr marL="144000" marR="0" indent="-144000" algn="l" defTabSz="117648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 lang="en-US" altLang="ko-KR" sz="1600" b="0" i="0" u="none" strike="noStrike" cap="none" spc="-30" baseline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404040"/>
                </a:solidFill>
                <a:latin typeface="SamsungOneKorean 400" panose="020B0503030303020204" pitchFamily="50" charset="-127"/>
                <a:ea typeface="SamsungOneKorean 400" panose="020B0503030303020204" pitchFamily="50" charset="-127"/>
                <a:cs typeface="SamsungOneKorean 400" panose="020B0503030303020204" pitchFamily="50" charset="-127"/>
                <a:sym typeface="Arial" panose="020B0604020202020204" pitchFamily="34" charset="0"/>
              </a:defRPr>
            </a:lvl1pPr>
          </a:lstStyle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lang="en-US" altLang="ko-KR" dirty="0"/>
              <a:t>Samsung one Korean 400_18~22pt</a:t>
            </a:r>
          </a:p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/>
            </a:pPr>
            <a:r>
              <a:rPr lang="en-US" altLang="ko-KR" dirty="0"/>
              <a:t>Samsung one Korean 400_18~22pt</a:t>
            </a:r>
          </a:p>
        </p:txBody>
      </p:sp>
      <p:cxnSp>
        <p:nvCxnSpPr>
          <p:cNvPr id="4" name="직선 연결선 3"/>
          <p:cNvCxnSpPr/>
          <p:nvPr userDrawn="1"/>
        </p:nvCxnSpPr>
        <p:spPr bwMode="auto">
          <a:xfrm>
            <a:off x="514417" y="838200"/>
            <a:ext cx="11161453" cy="0"/>
          </a:xfrm>
          <a:prstGeom prst="line">
            <a:avLst/>
          </a:prstGeom>
          <a:solidFill>
            <a:srgbClr val="DDDDDD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517830" y="6264326"/>
            <a:ext cx="2431756" cy="15234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none" lIns="0" tIns="0" rIns="0" bIns="0" spcCol="0" rtlCol="0" fromWordArt="0" anchor="b" anchorCtr="0" forceAA="0">
            <a:spAutoFit/>
          </a:bodyPr>
          <a:lstStyle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defRPr lang="ko-KR" altLang="en-US" sz="900" b="0" spc="0" baseline="0" dirty="0" smtClean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SamsungOneKorean 400" panose="020B0503030303020204" pitchFamily="50" charset="-127"/>
                <a:ea typeface="SamsungOneKorean 400" panose="020B0503030303020204" pitchFamily="50" charset="-127"/>
                <a:cs typeface="SamsungOneKorean 400" panose="020B0503030303020204" pitchFamily="50" charset="-127"/>
                <a:sym typeface="Arial" panose="020B0604020202020204" pitchFamily="34" charset="0"/>
              </a:defRPr>
            </a:lvl1pPr>
          </a:lstStyle>
          <a:p>
            <a:pPr marL="0" marR="0" lvl="0" indent="0" algn="l" defTabSz="1176719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Source or note: Samsung one Korean 400 / 10pt</a:t>
            </a:r>
            <a:endParaRPr lang="ko-KR" altLang="en-US" dirty="0"/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1429516"/>
            <a:endParaRPr lang="ja-JP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52421"/>
            <a:ext cx="1883529" cy="200055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lvl1pPr>
              <a:defRPr sz="1300">
                <a:ln w="1270">
                  <a:solidFill>
                    <a:srgbClr val="000000">
                      <a:alpha val="784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</a:defRPr>
            </a:lvl1pPr>
          </a:lstStyle>
          <a:p>
            <a:pPr lvl="0"/>
            <a:r>
              <a:rPr lang="en-US" altLang="ko-KR" dirty="0"/>
              <a:t>Samsung one Korean 500</a:t>
            </a:r>
            <a:endParaRPr lang="ko-KR" alt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26E9C31-90C6-4AF0-AB51-A3891AA9DC42}"/>
              </a:ext>
            </a:extLst>
          </p:cNvPr>
          <p:cNvSpPr txBox="1">
            <a:spLocks/>
          </p:cNvSpPr>
          <p:nvPr userDrawn="1"/>
        </p:nvSpPr>
        <p:spPr>
          <a:xfrm>
            <a:off x="11551029" y="6573671"/>
            <a:ext cx="125034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Samsung Sharp Sans Bold" pitchFamily="2" charset="0"/>
              </a:rPr>
              <a:pPr algn="r"/>
              <a:t>‹#›</a:t>
            </a:fld>
            <a:endParaRPr lang="en-US" sz="750" b="0" dirty="0">
              <a:solidFill>
                <a:srgbClr val="000000">
                  <a:lumMod val="50000"/>
                  <a:lumOff val="50000"/>
                </a:srgb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942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139">
          <p15:clr>
            <a:srgbClr val="F26B43"/>
          </p15:clr>
        </p15:guide>
        <p15:guide id="4" orient="horz" pos="4134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42">
          <p15:clr>
            <a:srgbClr val="FBAE40"/>
          </p15:clr>
        </p15:guide>
        <p15:guide id="7" orient="horz" pos="52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107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그룹 20"/>
          <p:cNvGrpSpPr/>
          <p:nvPr userDrawn="1"/>
        </p:nvGrpSpPr>
        <p:grpSpPr>
          <a:xfrm>
            <a:off x="3065861" y="3106019"/>
            <a:ext cx="6060277" cy="607871"/>
            <a:chOff x="3152775" y="4341813"/>
            <a:chExt cx="6059488" cy="608012"/>
          </a:xfrm>
        </p:grpSpPr>
        <p:sp>
          <p:nvSpPr>
            <p:cNvPr id="22" name="Freeform 5"/>
            <p:cNvSpPr>
              <a:spLocks/>
            </p:cNvSpPr>
            <p:nvPr userDrawn="1"/>
          </p:nvSpPr>
          <p:spPr bwMode="auto">
            <a:xfrm>
              <a:off x="3152775" y="4406900"/>
              <a:ext cx="312738" cy="534987"/>
            </a:xfrm>
            <a:custGeom>
              <a:avLst/>
              <a:gdLst>
                <a:gd name="T0" fmla="*/ 0 w 197"/>
                <a:gd name="T1" fmla="*/ 0 h 337"/>
                <a:gd name="T2" fmla="*/ 197 w 197"/>
                <a:gd name="T3" fmla="*/ 0 h 337"/>
                <a:gd name="T4" fmla="*/ 197 w 197"/>
                <a:gd name="T5" fmla="*/ 60 h 337"/>
                <a:gd name="T6" fmla="*/ 62 w 197"/>
                <a:gd name="T7" fmla="*/ 60 h 337"/>
                <a:gd name="T8" fmla="*/ 62 w 197"/>
                <a:gd name="T9" fmla="*/ 137 h 337"/>
                <a:gd name="T10" fmla="*/ 197 w 197"/>
                <a:gd name="T11" fmla="*/ 137 h 337"/>
                <a:gd name="T12" fmla="*/ 197 w 197"/>
                <a:gd name="T13" fmla="*/ 197 h 337"/>
                <a:gd name="T14" fmla="*/ 62 w 197"/>
                <a:gd name="T15" fmla="*/ 197 h 337"/>
                <a:gd name="T16" fmla="*/ 62 w 197"/>
                <a:gd name="T17" fmla="*/ 277 h 337"/>
                <a:gd name="T18" fmla="*/ 197 w 197"/>
                <a:gd name="T19" fmla="*/ 277 h 337"/>
                <a:gd name="T20" fmla="*/ 197 w 197"/>
                <a:gd name="T21" fmla="*/ 337 h 337"/>
                <a:gd name="T22" fmla="*/ 0 w 197"/>
                <a:gd name="T23" fmla="*/ 337 h 337"/>
                <a:gd name="T24" fmla="*/ 0 w 197"/>
                <a:gd name="T25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7" h="337">
                  <a:moveTo>
                    <a:pt x="0" y="0"/>
                  </a:moveTo>
                  <a:lnTo>
                    <a:pt x="197" y="0"/>
                  </a:lnTo>
                  <a:lnTo>
                    <a:pt x="197" y="60"/>
                  </a:lnTo>
                  <a:lnTo>
                    <a:pt x="62" y="60"/>
                  </a:lnTo>
                  <a:lnTo>
                    <a:pt x="62" y="137"/>
                  </a:lnTo>
                  <a:lnTo>
                    <a:pt x="197" y="137"/>
                  </a:lnTo>
                  <a:lnTo>
                    <a:pt x="197" y="197"/>
                  </a:lnTo>
                  <a:lnTo>
                    <a:pt x="62" y="197"/>
                  </a:lnTo>
                  <a:lnTo>
                    <a:pt x="62" y="277"/>
                  </a:lnTo>
                  <a:lnTo>
                    <a:pt x="197" y="277"/>
                  </a:lnTo>
                  <a:lnTo>
                    <a:pt x="197" y="337"/>
                  </a:lnTo>
                  <a:lnTo>
                    <a:pt x="0" y="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3" name="Freeform 6"/>
            <p:cNvSpPr>
              <a:spLocks/>
            </p:cNvSpPr>
            <p:nvPr userDrawn="1"/>
          </p:nvSpPr>
          <p:spPr bwMode="auto">
            <a:xfrm>
              <a:off x="3517900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60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8 w 104"/>
                <a:gd name="T13" fmla="*/ 115 h 115"/>
                <a:gd name="T14" fmla="*/ 78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60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34"/>
                    <a:pt x="69" y="23"/>
                    <a:pt x="52" y="23"/>
                  </a:cubicBezTo>
                  <a:cubicBezTo>
                    <a:pt x="38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4" name="Freeform 7"/>
            <p:cNvSpPr>
              <a:spLocks noEditPoints="1"/>
            </p:cNvSpPr>
            <p:nvPr userDrawn="1"/>
          </p:nvSpPr>
          <p:spPr bwMode="auto">
            <a:xfrm>
              <a:off x="3949700" y="4398963"/>
              <a:ext cx="442913" cy="550862"/>
            </a:xfrm>
            <a:custGeom>
              <a:avLst/>
              <a:gdLst>
                <a:gd name="T0" fmla="*/ 0 w 118"/>
                <a:gd name="T1" fmla="*/ 86 h 144"/>
                <a:gd name="T2" fmla="*/ 56 w 118"/>
                <a:gd name="T3" fmla="*/ 27 h 144"/>
                <a:gd name="T4" fmla="*/ 92 w 118"/>
                <a:gd name="T5" fmla="*/ 43 h 144"/>
                <a:gd name="T6" fmla="*/ 92 w 118"/>
                <a:gd name="T7" fmla="*/ 0 h 144"/>
                <a:gd name="T8" fmla="*/ 118 w 118"/>
                <a:gd name="T9" fmla="*/ 0 h 144"/>
                <a:gd name="T10" fmla="*/ 118 w 118"/>
                <a:gd name="T11" fmla="*/ 142 h 144"/>
                <a:gd name="T12" fmla="*/ 92 w 118"/>
                <a:gd name="T13" fmla="*/ 142 h 144"/>
                <a:gd name="T14" fmla="*/ 92 w 118"/>
                <a:gd name="T15" fmla="*/ 127 h 144"/>
                <a:gd name="T16" fmla="*/ 56 w 118"/>
                <a:gd name="T17" fmla="*/ 144 h 144"/>
                <a:gd name="T18" fmla="*/ 0 w 118"/>
                <a:gd name="T19" fmla="*/ 86 h 144"/>
                <a:gd name="T20" fmla="*/ 94 w 118"/>
                <a:gd name="T21" fmla="*/ 86 h 144"/>
                <a:gd name="T22" fmla="*/ 60 w 118"/>
                <a:gd name="T23" fmla="*/ 51 h 144"/>
                <a:gd name="T24" fmla="*/ 26 w 118"/>
                <a:gd name="T25" fmla="*/ 86 h 144"/>
                <a:gd name="T26" fmla="*/ 60 w 118"/>
                <a:gd name="T27" fmla="*/ 120 h 144"/>
                <a:gd name="T28" fmla="*/ 94 w 118"/>
                <a:gd name="T29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8" h="144">
                  <a:moveTo>
                    <a:pt x="0" y="86"/>
                  </a:moveTo>
                  <a:cubicBezTo>
                    <a:pt x="0" y="49"/>
                    <a:pt x="28" y="27"/>
                    <a:pt x="56" y="27"/>
                  </a:cubicBezTo>
                  <a:cubicBezTo>
                    <a:pt x="71" y="27"/>
                    <a:pt x="84" y="33"/>
                    <a:pt x="92" y="43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27"/>
                    <a:pt x="92" y="127"/>
                    <a:pt x="92" y="127"/>
                  </a:cubicBezTo>
                  <a:cubicBezTo>
                    <a:pt x="84" y="138"/>
                    <a:pt x="70" y="144"/>
                    <a:pt x="56" y="144"/>
                  </a:cubicBezTo>
                  <a:cubicBezTo>
                    <a:pt x="29" y="144"/>
                    <a:pt x="0" y="123"/>
                    <a:pt x="0" y="86"/>
                  </a:cubicBezTo>
                  <a:close/>
                  <a:moveTo>
                    <a:pt x="94" y="86"/>
                  </a:moveTo>
                  <a:cubicBezTo>
                    <a:pt x="94" y="67"/>
                    <a:pt x="79" y="51"/>
                    <a:pt x="60" y="51"/>
                  </a:cubicBezTo>
                  <a:cubicBezTo>
                    <a:pt x="41" y="51"/>
                    <a:pt x="26" y="66"/>
                    <a:pt x="26" y="86"/>
                  </a:cubicBezTo>
                  <a:cubicBezTo>
                    <a:pt x="26" y="105"/>
                    <a:pt x="41" y="120"/>
                    <a:pt x="60" y="120"/>
                  </a:cubicBezTo>
                  <a:cubicBezTo>
                    <a:pt x="79" y="120"/>
                    <a:pt x="94" y="105"/>
                    <a:pt x="94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5" name="Freeform 8"/>
            <p:cNvSpPr>
              <a:spLocks noEditPoints="1"/>
            </p:cNvSpPr>
            <p:nvPr userDrawn="1"/>
          </p:nvSpPr>
          <p:spPr bwMode="auto">
            <a:xfrm>
              <a:off x="4611688" y="4502150"/>
              <a:ext cx="438150" cy="447675"/>
            </a:xfrm>
            <a:custGeom>
              <a:avLst/>
              <a:gdLst>
                <a:gd name="T0" fmla="*/ 0 w 117"/>
                <a:gd name="T1" fmla="*/ 59 h 117"/>
                <a:gd name="T2" fmla="*/ 58 w 117"/>
                <a:gd name="T3" fmla="*/ 0 h 117"/>
                <a:gd name="T4" fmla="*/ 117 w 117"/>
                <a:gd name="T5" fmla="*/ 59 h 117"/>
                <a:gd name="T6" fmla="*/ 58 w 117"/>
                <a:gd name="T7" fmla="*/ 117 h 117"/>
                <a:gd name="T8" fmla="*/ 0 w 117"/>
                <a:gd name="T9" fmla="*/ 59 h 117"/>
                <a:gd name="T10" fmla="*/ 91 w 117"/>
                <a:gd name="T11" fmla="*/ 59 h 117"/>
                <a:gd name="T12" fmla="*/ 58 w 117"/>
                <a:gd name="T13" fmla="*/ 25 h 117"/>
                <a:gd name="T14" fmla="*/ 26 w 117"/>
                <a:gd name="T15" fmla="*/ 59 h 117"/>
                <a:gd name="T16" fmla="*/ 58 w 117"/>
                <a:gd name="T17" fmla="*/ 93 h 117"/>
                <a:gd name="T18" fmla="*/ 91 w 117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1" y="0"/>
                    <a:pt x="117" y="26"/>
                    <a:pt x="117" y="59"/>
                  </a:cubicBezTo>
                  <a:cubicBezTo>
                    <a:pt x="117" y="91"/>
                    <a:pt x="91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7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7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5060950" y="4341813"/>
              <a:ext cx="255588" cy="600075"/>
            </a:xfrm>
            <a:custGeom>
              <a:avLst/>
              <a:gdLst>
                <a:gd name="T0" fmla="*/ 0 w 68"/>
                <a:gd name="T1" fmla="*/ 45 h 157"/>
                <a:gd name="T2" fmla="*/ 19 w 68"/>
                <a:gd name="T3" fmla="*/ 45 h 157"/>
                <a:gd name="T4" fmla="*/ 19 w 68"/>
                <a:gd name="T5" fmla="*/ 44 h 157"/>
                <a:gd name="T6" fmla="*/ 66 w 68"/>
                <a:gd name="T7" fmla="*/ 0 h 157"/>
                <a:gd name="T8" fmla="*/ 68 w 68"/>
                <a:gd name="T9" fmla="*/ 0 h 157"/>
                <a:gd name="T10" fmla="*/ 68 w 68"/>
                <a:gd name="T11" fmla="*/ 24 h 157"/>
                <a:gd name="T12" fmla="*/ 45 w 68"/>
                <a:gd name="T13" fmla="*/ 45 h 157"/>
                <a:gd name="T14" fmla="*/ 68 w 68"/>
                <a:gd name="T15" fmla="*/ 45 h 157"/>
                <a:gd name="T16" fmla="*/ 68 w 68"/>
                <a:gd name="T17" fmla="*/ 68 h 157"/>
                <a:gd name="T18" fmla="*/ 45 w 68"/>
                <a:gd name="T19" fmla="*/ 68 h 157"/>
                <a:gd name="T20" fmla="*/ 45 w 68"/>
                <a:gd name="T21" fmla="*/ 157 h 157"/>
                <a:gd name="T22" fmla="*/ 19 w 68"/>
                <a:gd name="T23" fmla="*/ 157 h 157"/>
                <a:gd name="T24" fmla="*/ 19 w 68"/>
                <a:gd name="T25" fmla="*/ 68 h 157"/>
                <a:gd name="T26" fmla="*/ 0 w 68"/>
                <a:gd name="T27" fmla="*/ 68 h 157"/>
                <a:gd name="T28" fmla="*/ 0 w 68"/>
                <a:gd name="T29" fmla="*/ 4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157">
                  <a:moveTo>
                    <a:pt x="0" y="45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12"/>
                    <a:pt x="32" y="0"/>
                    <a:pt x="6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48" y="24"/>
                    <a:pt x="45" y="28"/>
                    <a:pt x="45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19" y="157"/>
                    <a:pt x="19" y="157"/>
                    <a:pt x="19" y="157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0" y="68"/>
                    <a:pt x="0" y="68"/>
                    <a:pt x="0" y="68"/>
                  </a:cubicBezTo>
                  <a:lnTo>
                    <a:pt x="0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 userDrawn="1"/>
          </p:nvSpPr>
          <p:spPr bwMode="auto">
            <a:xfrm>
              <a:off x="5538788" y="4406900"/>
              <a:ext cx="420688" cy="534987"/>
            </a:xfrm>
            <a:custGeom>
              <a:avLst/>
              <a:gdLst>
                <a:gd name="T0" fmla="*/ 0 w 112"/>
                <a:gd name="T1" fmla="*/ 0 h 140"/>
                <a:gd name="T2" fmla="*/ 38 w 112"/>
                <a:gd name="T3" fmla="*/ 0 h 140"/>
                <a:gd name="T4" fmla="*/ 112 w 112"/>
                <a:gd name="T5" fmla="*/ 70 h 140"/>
                <a:gd name="T6" fmla="*/ 39 w 112"/>
                <a:gd name="T7" fmla="*/ 140 h 140"/>
                <a:gd name="T8" fmla="*/ 0 w 112"/>
                <a:gd name="T9" fmla="*/ 140 h 140"/>
                <a:gd name="T10" fmla="*/ 0 w 112"/>
                <a:gd name="T11" fmla="*/ 0 h 140"/>
                <a:gd name="T12" fmla="*/ 26 w 112"/>
                <a:gd name="T13" fmla="*/ 24 h 140"/>
                <a:gd name="T14" fmla="*/ 26 w 112"/>
                <a:gd name="T15" fmla="*/ 116 h 140"/>
                <a:gd name="T16" fmla="*/ 36 w 112"/>
                <a:gd name="T17" fmla="*/ 116 h 140"/>
                <a:gd name="T18" fmla="*/ 86 w 112"/>
                <a:gd name="T19" fmla="*/ 70 h 140"/>
                <a:gd name="T20" fmla="*/ 35 w 112"/>
                <a:gd name="T21" fmla="*/ 24 h 140"/>
                <a:gd name="T22" fmla="*/ 26 w 112"/>
                <a:gd name="T23" fmla="*/ 2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40">
                  <a:moveTo>
                    <a:pt x="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85" y="0"/>
                    <a:pt x="112" y="30"/>
                    <a:pt x="112" y="70"/>
                  </a:cubicBezTo>
                  <a:cubicBezTo>
                    <a:pt x="112" y="110"/>
                    <a:pt x="82" y="140"/>
                    <a:pt x="39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6" y="24"/>
                  </a:moveTo>
                  <a:cubicBezTo>
                    <a:pt x="26" y="116"/>
                    <a:pt x="26" y="116"/>
                    <a:pt x="26" y="116"/>
                  </a:cubicBezTo>
                  <a:cubicBezTo>
                    <a:pt x="36" y="116"/>
                    <a:pt x="36" y="116"/>
                    <a:pt x="36" y="116"/>
                  </a:cubicBezTo>
                  <a:cubicBezTo>
                    <a:pt x="67" y="116"/>
                    <a:pt x="86" y="96"/>
                    <a:pt x="86" y="70"/>
                  </a:cubicBezTo>
                  <a:cubicBezTo>
                    <a:pt x="86" y="43"/>
                    <a:pt x="70" y="24"/>
                    <a:pt x="35" y="24"/>
                  </a:cubicBezTo>
                  <a:lnTo>
                    <a:pt x="26" y="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8" name="Freeform 11"/>
            <p:cNvSpPr>
              <a:spLocks noEditPoints="1"/>
            </p:cNvSpPr>
            <p:nvPr userDrawn="1"/>
          </p:nvSpPr>
          <p:spPr bwMode="auto">
            <a:xfrm>
              <a:off x="5989638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8 w 116"/>
                <a:gd name="T3" fmla="*/ 0 h 117"/>
                <a:gd name="T4" fmla="*/ 116 w 116"/>
                <a:gd name="T5" fmla="*/ 59 h 117"/>
                <a:gd name="T6" fmla="*/ 58 w 116"/>
                <a:gd name="T7" fmla="*/ 117 h 117"/>
                <a:gd name="T8" fmla="*/ 0 w 116"/>
                <a:gd name="T9" fmla="*/ 59 h 117"/>
                <a:gd name="T10" fmla="*/ 91 w 116"/>
                <a:gd name="T11" fmla="*/ 59 h 117"/>
                <a:gd name="T12" fmla="*/ 58 w 116"/>
                <a:gd name="T13" fmla="*/ 25 h 117"/>
                <a:gd name="T14" fmla="*/ 26 w 116"/>
                <a:gd name="T15" fmla="*/ 59 h 117"/>
                <a:gd name="T16" fmla="*/ 58 w 116"/>
                <a:gd name="T17" fmla="*/ 93 h 117"/>
                <a:gd name="T18" fmla="*/ 91 w 116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0" y="0"/>
                    <a:pt x="116" y="26"/>
                    <a:pt x="116" y="59"/>
                  </a:cubicBezTo>
                  <a:cubicBezTo>
                    <a:pt x="116" y="91"/>
                    <a:pt x="90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6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6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9" name="Freeform 12"/>
            <p:cNvSpPr>
              <a:spLocks/>
            </p:cNvSpPr>
            <p:nvPr userDrawn="1"/>
          </p:nvSpPr>
          <p:spPr bwMode="auto">
            <a:xfrm>
              <a:off x="6459538" y="4502150"/>
              <a:ext cx="420688" cy="447675"/>
            </a:xfrm>
            <a:custGeom>
              <a:avLst/>
              <a:gdLst>
                <a:gd name="T0" fmla="*/ 0 w 112"/>
                <a:gd name="T1" fmla="*/ 59 h 117"/>
                <a:gd name="T2" fmla="*/ 58 w 112"/>
                <a:gd name="T3" fmla="*/ 0 h 117"/>
                <a:gd name="T4" fmla="*/ 112 w 112"/>
                <a:gd name="T5" fmla="*/ 35 h 117"/>
                <a:gd name="T6" fmla="*/ 89 w 112"/>
                <a:gd name="T7" fmla="*/ 45 h 117"/>
                <a:gd name="T8" fmla="*/ 59 w 112"/>
                <a:gd name="T9" fmla="*/ 25 h 117"/>
                <a:gd name="T10" fmla="*/ 25 w 112"/>
                <a:gd name="T11" fmla="*/ 59 h 117"/>
                <a:gd name="T12" fmla="*/ 59 w 112"/>
                <a:gd name="T13" fmla="*/ 93 h 117"/>
                <a:gd name="T14" fmla="*/ 89 w 112"/>
                <a:gd name="T15" fmla="*/ 72 h 117"/>
                <a:gd name="T16" fmla="*/ 112 w 112"/>
                <a:gd name="T17" fmla="*/ 82 h 117"/>
                <a:gd name="T18" fmla="*/ 58 w 112"/>
                <a:gd name="T19" fmla="*/ 117 h 117"/>
                <a:gd name="T20" fmla="*/ 0 w 112"/>
                <a:gd name="T21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84" y="0"/>
                    <a:pt x="103" y="15"/>
                    <a:pt x="112" y="35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84" y="33"/>
                    <a:pt x="72" y="25"/>
                    <a:pt x="59" y="25"/>
                  </a:cubicBezTo>
                  <a:cubicBezTo>
                    <a:pt x="40" y="25"/>
                    <a:pt x="25" y="40"/>
                    <a:pt x="25" y="59"/>
                  </a:cubicBezTo>
                  <a:cubicBezTo>
                    <a:pt x="25" y="78"/>
                    <a:pt x="40" y="93"/>
                    <a:pt x="59" y="93"/>
                  </a:cubicBezTo>
                  <a:cubicBezTo>
                    <a:pt x="73" y="93"/>
                    <a:pt x="84" y="84"/>
                    <a:pt x="89" y="72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03" y="103"/>
                    <a:pt x="84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0" name="Freeform 13"/>
            <p:cNvSpPr>
              <a:spLocks/>
            </p:cNvSpPr>
            <p:nvPr userDrawn="1"/>
          </p:nvSpPr>
          <p:spPr bwMode="auto">
            <a:xfrm>
              <a:off x="6916738" y="4513263"/>
              <a:ext cx="379413" cy="436562"/>
            </a:xfrm>
            <a:custGeom>
              <a:avLst/>
              <a:gdLst>
                <a:gd name="T0" fmla="*/ 101 w 101"/>
                <a:gd name="T1" fmla="*/ 112 h 114"/>
                <a:gd name="T2" fmla="*/ 76 w 101"/>
                <a:gd name="T3" fmla="*/ 112 h 114"/>
                <a:gd name="T4" fmla="*/ 76 w 101"/>
                <a:gd name="T5" fmla="*/ 99 h 114"/>
                <a:gd name="T6" fmla="*/ 43 w 101"/>
                <a:gd name="T7" fmla="*/ 114 h 114"/>
                <a:gd name="T8" fmla="*/ 0 w 101"/>
                <a:gd name="T9" fmla="*/ 66 h 114"/>
                <a:gd name="T10" fmla="*/ 0 w 101"/>
                <a:gd name="T11" fmla="*/ 0 h 114"/>
                <a:gd name="T12" fmla="*/ 26 w 101"/>
                <a:gd name="T13" fmla="*/ 0 h 114"/>
                <a:gd name="T14" fmla="*/ 26 w 101"/>
                <a:gd name="T15" fmla="*/ 64 h 114"/>
                <a:gd name="T16" fmla="*/ 50 w 101"/>
                <a:gd name="T17" fmla="*/ 92 h 114"/>
                <a:gd name="T18" fmla="*/ 75 w 101"/>
                <a:gd name="T19" fmla="*/ 61 h 114"/>
                <a:gd name="T20" fmla="*/ 75 w 101"/>
                <a:gd name="T21" fmla="*/ 0 h 114"/>
                <a:gd name="T22" fmla="*/ 101 w 101"/>
                <a:gd name="T23" fmla="*/ 0 h 114"/>
                <a:gd name="T24" fmla="*/ 101 w 101"/>
                <a:gd name="T25" fmla="*/ 1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1" h="114">
                  <a:moveTo>
                    <a:pt x="101" y="112"/>
                  </a:moveTo>
                  <a:cubicBezTo>
                    <a:pt x="76" y="112"/>
                    <a:pt x="76" y="112"/>
                    <a:pt x="76" y="112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68" y="109"/>
                    <a:pt x="58" y="114"/>
                    <a:pt x="43" y="114"/>
                  </a:cubicBezTo>
                  <a:cubicBezTo>
                    <a:pt x="17" y="114"/>
                    <a:pt x="0" y="96"/>
                    <a:pt x="0" y="6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81"/>
                    <a:pt x="34" y="92"/>
                    <a:pt x="50" y="92"/>
                  </a:cubicBezTo>
                  <a:cubicBezTo>
                    <a:pt x="65" y="92"/>
                    <a:pt x="75" y="81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101" y="0"/>
                    <a:pt x="101" y="0"/>
                    <a:pt x="101" y="0"/>
                  </a:cubicBezTo>
                  <a:lnTo>
                    <a:pt x="101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1" name="Freeform 14"/>
            <p:cNvSpPr>
              <a:spLocks/>
            </p:cNvSpPr>
            <p:nvPr userDrawn="1"/>
          </p:nvSpPr>
          <p:spPr bwMode="auto">
            <a:xfrm>
              <a:off x="7356475" y="4502150"/>
              <a:ext cx="665163" cy="439737"/>
            </a:xfrm>
            <a:custGeom>
              <a:avLst/>
              <a:gdLst>
                <a:gd name="T0" fmla="*/ 0 w 177"/>
                <a:gd name="T1" fmla="*/ 3 h 115"/>
                <a:gd name="T2" fmla="*/ 26 w 177"/>
                <a:gd name="T3" fmla="*/ 3 h 115"/>
                <a:gd name="T4" fmla="*/ 26 w 177"/>
                <a:gd name="T5" fmla="*/ 16 h 115"/>
                <a:gd name="T6" fmla="*/ 58 w 177"/>
                <a:gd name="T7" fmla="*/ 0 h 115"/>
                <a:gd name="T8" fmla="*/ 94 w 177"/>
                <a:gd name="T9" fmla="*/ 20 h 115"/>
                <a:gd name="T10" fmla="*/ 131 w 177"/>
                <a:gd name="T11" fmla="*/ 0 h 115"/>
                <a:gd name="T12" fmla="*/ 177 w 177"/>
                <a:gd name="T13" fmla="*/ 47 h 115"/>
                <a:gd name="T14" fmla="*/ 177 w 177"/>
                <a:gd name="T15" fmla="*/ 115 h 115"/>
                <a:gd name="T16" fmla="*/ 151 w 177"/>
                <a:gd name="T17" fmla="*/ 115 h 115"/>
                <a:gd name="T18" fmla="*/ 151 w 177"/>
                <a:gd name="T19" fmla="*/ 50 h 115"/>
                <a:gd name="T20" fmla="*/ 126 w 177"/>
                <a:gd name="T21" fmla="*/ 23 h 115"/>
                <a:gd name="T22" fmla="*/ 101 w 177"/>
                <a:gd name="T23" fmla="*/ 52 h 115"/>
                <a:gd name="T24" fmla="*/ 101 w 177"/>
                <a:gd name="T25" fmla="*/ 115 h 115"/>
                <a:gd name="T26" fmla="*/ 75 w 177"/>
                <a:gd name="T27" fmla="*/ 115 h 115"/>
                <a:gd name="T28" fmla="*/ 75 w 177"/>
                <a:gd name="T29" fmla="*/ 49 h 115"/>
                <a:gd name="T30" fmla="*/ 51 w 177"/>
                <a:gd name="T31" fmla="*/ 23 h 115"/>
                <a:gd name="T32" fmla="*/ 26 w 177"/>
                <a:gd name="T33" fmla="*/ 53 h 115"/>
                <a:gd name="T34" fmla="*/ 26 w 177"/>
                <a:gd name="T35" fmla="*/ 115 h 115"/>
                <a:gd name="T36" fmla="*/ 0 w 177"/>
                <a:gd name="T37" fmla="*/ 115 h 115"/>
                <a:gd name="T38" fmla="*/ 0 w 177"/>
                <a:gd name="T39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7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6"/>
                    <a:pt x="44" y="0"/>
                    <a:pt x="58" y="0"/>
                  </a:cubicBezTo>
                  <a:cubicBezTo>
                    <a:pt x="75" y="0"/>
                    <a:pt x="88" y="8"/>
                    <a:pt x="94" y="20"/>
                  </a:cubicBezTo>
                  <a:cubicBezTo>
                    <a:pt x="102" y="8"/>
                    <a:pt x="115" y="0"/>
                    <a:pt x="131" y="0"/>
                  </a:cubicBezTo>
                  <a:cubicBezTo>
                    <a:pt x="162" y="0"/>
                    <a:pt x="177" y="18"/>
                    <a:pt x="177" y="47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33"/>
                    <a:pt x="142" y="23"/>
                    <a:pt x="126" y="23"/>
                  </a:cubicBezTo>
                  <a:cubicBezTo>
                    <a:pt x="112" y="23"/>
                    <a:pt x="101" y="33"/>
                    <a:pt x="101" y="52"/>
                  </a:cubicBezTo>
                  <a:cubicBezTo>
                    <a:pt x="101" y="115"/>
                    <a:pt x="101" y="115"/>
                    <a:pt x="101" y="115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33"/>
                    <a:pt x="67" y="23"/>
                    <a:pt x="51" y="23"/>
                  </a:cubicBezTo>
                  <a:cubicBezTo>
                    <a:pt x="37" y="23"/>
                    <a:pt x="26" y="33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2" name="Freeform 15"/>
            <p:cNvSpPr>
              <a:spLocks noEditPoints="1"/>
            </p:cNvSpPr>
            <p:nvPr userDrawn="1"/>
          </p:nvSpPr>
          <p:spPr bwMode="auto">
            <a:xfrm>
              <a:off x="8062913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9 w 116"/>
                <a:gd name="T3" fmla="*/ 0 h 117"/>
                <a:gd name="T4" fmla="*/ 116 w 116"/>
                <a:gd name="T5" fmla="*/ 58 h 117"/>
                <a:gd name="T6" fmla="*/ 116 w 116"/>
                <a:gd name="T7" fmla="*/ 68 h 117"/>
                <a:gd name="T8" fmla="*/ 25 w 116"/>
                <a:gd name="T9" fmla="*/ 68 h 117"/>
                <a:gd name="T10" fmla="*/ 60 w 116"/>
                <a:gd name="T11" fmla="*/ 94 h 117"/>
                <a:gd name="T12" fmla="*/ 91 w 116"/>
                <a:gd name="T13" fmla="*/ 75 h 117"/>
                <a:gd name="T14" fmla="*/ 112 w 116"/>
                <a:gd name="T15" fmla="*/ 87 h 117"/>
                <a:gd name="T16" fmla="*/ 60 w 116"/>
                <a:gd name="T17" fmla="*/ 117 h 117"/>
                <a:gd name="T18" fmla="*/ 0 w 116"/>
                <a:gd name="T19" fmla="*/ 59 h 117"/>
                <a:gd name="T20" fmla="*/ 26 w 116"/>
                <a:gd name="T21" fmla="*/ 46 h 117"/>
                <a:gd name="T22" fmla="*/ 90 w 116"/>
                <a:gd name="T23" fmla="*/ 46 h 117"/>
                <a:gd name="T24" fmla="*/ 59 w 116"/>
                <a:gd name="T25" fmla="*/ 23 h 117"/>
                <a:gd name="T26" fmla="*/ 26 w 116"/>
                <a:gd name="T27" fmla="*/ 4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9" y="0"/>
                  </a:cubicBezTo>
                  <a:cubicBezTo>
                    <a:pt x="92" y="0"/>
                    <a:pt x="116" y="25"/>
                    <a:pt x="116" y="58"/>
                  </a:cubicBezTo>
                  <a:cubicBezTo>
                    <a:pt x="116" y="68"/>
                    <a:pt x="116" y="68"/>
                    <a:pt x="116" y="68"/>
                  </a:cubicBezTo>
                  <a:cubicBezTo>
                    <a:pt x="25" y="68"/>
                    <a:pt x="25" y="68"/>
                    <a:pt x="25" y="68"/>
                  </a:cubicBezTo>
                  <a:cubicBezTo>
                    <a:pt x="28" y="84"/>
                    <a:pt x="41" y="94"/>
                    <a:pt x="60" y="94"/>
                  </a:cubicBezTo>
                  <a:cubicBezTo>
                    <a:pt x="74" y="94"/>
                    <a:pt x="85" y="87"/>
                    <a:pt x="91" y="75"/>
                  </a:cubicBezTo>
                  <a:cubicBezTo>
                    <a:pt x="112" y="87"/>
                    <a:pt x="112" y="87"/>
                    <a:pt x="112" y="87"/>
                  </a:cubicBezTo>
                  <a:cubicBezTo>
                    <a:pt x="102" y="105"/>
                    <a:pt x="84" y="117"/>
                    <a:pt x="60" y="117"/>
                  </a:cubicBezTo>
                  <a:cubicBezTo>
                    <a:pt x="24" y="117"/>
                    <a:pt x="0" y="92"/>
                    <a:pt x="0" y="59"/>
                  </a:cubicBezTo>
                  <a:close/>
                  <a:moveTo>
                    <a:pt x="26" y="46"/>
                  </a:moveTo>
                  <a:cubicBezTo>
                    <a:pt x="90" y="46"/>
                    <a:pt x="90" y="46"/>
                    <a:pt x="90" y="46"/>
                  </a:cubicBezTo>
                  <a:cubicBezTo>
                    <a:pt x="86" y="31"/>
                    <a:pt x="75" y="23"/>
                    <a:pt x="59" y="23"/>
                  </a:cubicBezTo>
                  <a:cubicBezTo>
                    <a:pt x="43" y="23"/>
                    <a:pt x="31" y="33"/>
                    <a:pt x="26" y="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3" name="Freeform 16"/>
            <p:cNvSpPr>
              <a:spLocks/>
            </p:cNvSpPr>
            <p:nvPr userDrawn="1"/>
          </p:nvSpPr>
          <p:spPr bwMode="auto">
            <a:xfrm>
              <a:off x="8543925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59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7 w 104"/>
                <a:gd name="T13" fmla="*/ 115 h 115"/>
                <a:gd name="T14" fmla="*/ 77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59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34"/>
                    <a:pt x="69" y="23"/>
                    <a:pt x="52" y="23"/>
                  </a:cubicBezTo>
                  <a:cubicBezTo>
                    <a:pt x="37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4" name="Freeform 17"/>
            <p:cNvSpPr>
              <a:spLocks/>
            </p:cNvSpPr>
            <p:nvPr userDrawn="1"/>
          </p:nvSpPr>
          <p:spPr bwMode="auto">
            <a:xfrm>
              <a:off x="8956675" y="4379913"/>
              <a:ext cx="255588" cy="561975"/>
            </a:xfrm>
            <a:custGeom>
              <a:avLst/>
              <a:gdLst>
                <a:gd name="T0" fmla="*/ 0 w 68"/>
                <a:gd name="T1" fmla="*/ 35 h 147"/>
                <a:gd name="T2" fmla="*/ 19 w 68"/>
                <a:gd name="T3" fmla="*/ 35 h 147"/>
                <a:gd name="T4" fmla="*/ 19 w 68"/>
                <a:gd name="T5" fmla="*/ 18 h 147"/>
                <a:gd name="T6" fmla="*/ 45 w 68"/>
                <a:gd name="T7" fmla="*/ 0 h 147"/>
                <a:gd name="T8" fmla="*/ 45 w 68"/>
                <a:gd name="T9" fmla="*/ 35 h 147"/>
                <a:gd name="T10" fmla="*/ 68 w 68"/>
                <a:gd name="T11" fmla="*/ 35 h 147"/>
                <a:gd name="T12" fmla="*/ 68 w 68"/>
                <a:gd name="T13" fmla="*/ 58 h 147"/>
                <a:gd name="T14" fmla="*/ 45 w 68"/>
                <a:gd name="T15" fmla="*/ 58 h 147"/>
                <a:gd name="T16" fmla="*/ 45 w 68"/>
                <a:gd name="T17" fmla="*/ 100 h 147"/>
                <a:gd name="T18" fmla="*/ 68 w 68"/>
                <a:gd name="T19" fmla="*/ 123 h 147"/>
                <a:gd name="T20" fmla="*/ 68 w 68"/>
                <a:gd name="T21" fmla="*/ 147 h 147"/>
                <a:gd name="T22" fmla="*/ 64 w 68"/>
                <a:gd name="T23" fmla="*/ 147 h 147"/>
                <a:gd name="T24" fmla="*/ 19 w 68"/>
                <a:gd name="T25" fmla="*/ 100 h 147"/>
                <a:gd name="T26" fmla="*/ 19 w 68"/>
                <a:gd name="T27" fmla="*/ 58 h 147"/>
                <a:gd name="T28" fmla="*/ 0 w 68"/>
                <a:gd name="T29" fmla="*/ 58 h 147"/>
                <a:gd name="T30" fmla="*/ 0 w 68"/>
                <a:gd name="T31" fmla="*/ 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147">
                  <a:moveTo>
                    <a:pt x="0" y="35"/>
                  </a:moveTo>
                  <a:cubicBezTo>
                    <a:pt x="19" y="35"/>
                    <a:pt x="19" y="35"/>
                    <a:pt x="19" y="35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8" y="58"/>
                    <a:pt x="68" y="58"/>
                    <a:pt x="68" y="58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20"/>
                    <a:pt x="48" y="123"/>
                    <a:pt x="68" y="123"/>
                  </a:cubicBezTo>
                  <a:cubicBezTo>
                    <a:pt x="68" y="147"/>
                    <a:pt x="68" y="147"/>
                    <a:pt x="68" y="147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30" y="147"/>
                    <a:pt x="19" y="136"/>
                    <a:pt x="19" y="100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645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DB50D-660B-C876-7848-AFF73E9C43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540" y="277200"/>
            <a:ext cx="11298548" cy="522000"/>
          </a:xfrm>
        </p:spPr>
        <p:txBody>
          <a:bodyPr tIns="90000" bIns="0" anchor="t"/>
          <a:lstStyle>
            <a:lvl1pPr>
              <a:defRPr kumimoji="0" lang="ko-KR" altLang="en-US" sz="2800" b="0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-700" panose="020B0803030303020204"/>
                <a:ea typeface="SamsungOne-700" panose="020B0803030303020204" pitchFamily="34" charset="0"/>
                <a:cs typeface="+mn-cs"/>
              </a:defRPr>
            </a:lvl1pPr>
          </a:lstStyle>
          <a:p>
            <a:pPr marL="0" marR="0" lvl="0" indent="0" defTabSz="685594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tabLst/>
            </a:pPr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5BC83-1199-A34C-411B-003DD379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9677" y="6379968"/>
            <a:ext cx="452120" cy="365125"/>
          </a:xfrm>
        </p:spPr>
        <p:txBody>
          <a:bodyPr lIns="0" tIns="0" rIns="0" bIns="0"/>
          <a:lstStyle>
            <a:lvl1pPr algn="r">
              <a:defRPr sz="900">
                <a:latin typeface="SamsungOne 400C" panose="020B0506030303020204" pitchFamily="34" charset="0"/>
              </a:defRPr>
            </a:lvl1pPr>
          </a:lstStyle>
          <a:p>
            <a:fld id="{C58C79CB-A4EA-4CBF-AB18-D1F07E4295B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4750CF2-AC2E-D6B4-A0AF-AA337456D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159" y="155595"/>
            <a:ext cx="585097" cy="104755"/>
          </a:xfrm>
          <a:noFill/>
        </p:spPr>
        <p:txBody>
          <a:bodyPr wrap="none" lIns="90000" tIns="0" rIns="0" bIns="0" rtlCol="0">
            <a:noAutofit/>
          </a:bodyPr>
          <a:lstStyle>
            <a:lvl1pPr marL="0" indent="0">
              <a:buNone/>
              <a:defRPr lang="ko-KR" altLang="en-US" sz="900" smtClean="0">
                <a:solidFill>
                  <a:schemeClr val="bg1">
                    <a:lumMod val="65000"/>
                  </a:schemeClr>
                </a:solidFill>
                <a:latin typeface="SamsungOne 700C" panose="020B0806030303020204" pitchFamily="34" charset="0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en-US" altLang="ko-KR"/>
              <a:t>breadcrumb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486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279">
          <p15:clr>
            <a:srgbClr val="FBAE40"/>
          </p15:clr>
        </p15:guide>
        <p15:guide id="5" orient="horz" pos="504">
          <p15:clr>
            <a:srgbClr val="FBAE40"/>
          </p15:clr>
        </p15:guide>
        <p15:guide id="6" orient="horz" pos="164">
          <p15:clr>
            <a:srgbClr val="FBAE40"/>
          </p15:clr>
        </p15:guide>
        <p15:guide id="7" orient="horz" pos="96">
          <p15:clr>
            <a:srgbClr val="FBAE40"/>
          </p15:clr>
        </p15:guide>
        <p15:guide id="8" orient="horz" pos="4088">
          <p15:clr>
            <a:srgbClr val="FBAE40"/>
          </p15:clr>
        </p15:guide>
        <p15:guide id="9" orient="horz" pos="1298">
          <p15:clr>
            <a:srgbClr val="FBAE40"/>
          </p15:clr>
        </p15:guide>
        <p15:guide id="10" orient="horz" pos="709">
          <p15:clr>
            <a:srgbClr val="547EBF"/>
          </p15:clr>
        </p15:guide>
        <p15:guide id="11" orient="horz" pos="1570">
          <p15:clr>
            <a:srgbClr val="547EB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Divider Page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2988000"/>
            <a:ext cx="11306175" cy="88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>
                <a:solidFill>
                  <a:schemeClr val="bg1"/>
                </a:solidFill>
                <a:latin typeface="Samsung Sharp Sans Bold" pitchFamily="2" charset="0"/>
                <a:cs typeface="Samsung Sharp Sans 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ko-KR"/>
              <a:t>Divider-Samsung Sharp Sans Bold/44pt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527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Appendix (w/o 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</a:defRPr>
            </a:lvl1pPr>
          </a:lstStyle>
          <a:p>
            <a:pPr lvl="0"/>
            <a:r>
              <a:rPr lang="en-US" altLang="ko-KR"/>
              <a:t>Title (Max 1 line) – Korean 700 / 28pt / </a:t>
            </a:r>
            <a:r>
              <a:rPr lang="ko-KR" altLang="en-US"/>
              <a:t>검정</a:t>
            </a:r>
          </a:p>
        </p:txBody>
      </p:sp>
    </p:spTree>
    <p:extLst>
      <p:ext uri="{BB962C8B-B14F-4D97-AF65-F5344CB8AC3E}">
        <p14:creationId xmlns:p14="http://schemas.microsoft.com/office/powerpoint/2010/main" val="3921097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95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Contents Page (w/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368300"/>
            <a:ext cx="11306175" cy="3604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</a:defRPr>
            </a:lvl1pPr>
          </a:lstStyle>
          <a:p>
            <a:pPr lvl="0"/>
            <a:r>
              <a:rPr lang="en-US" altLang="ko-KR"/>
              <a:t>Title (Max 1 line) - SamsungOneKorean 700 / 20pt / </a:t>
            </a:r>
            <a:r>
              <a:rPr lang="ko-KR" altLang="en-US"/>
              <a:t>검정</a:t>
            </a:r>
            <a:r>
              <a:rPr lang="en-US" altLang="ko-KR"/>
              <a:t>, </a:t>
            </a:r>
            <a:r>
              <a:rPr lang="ko-KR" altLang="en-US"/>
              <a:t>텍스트</a:t>
            </a:r>
            <a:r>
              <a:rPr lang="en-US" altLang="ko-KR"/>
              <a:t>1, 25% </a:t>
            </a:r>
            <a:r>
              <a:rPr lang="ko-KR" altLang="en-US"/>
              <a:t>더 밝게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</a:defRPr>
            </a:lvl1pPr>
          </a:lstStyle>
          <a:p>
            <a:pPr lvl="0"/>
            <a:r>
              <a:rPr lang="en-US" altLang="ko-KR"/>
              <a:t>Governing Msg. (Max 1 line) – Korean 700 / 28pt / </a:t>
            </a:r>
            <a:r>
              <a:rPr lang="ko-KR" altLang="en-US"/>
              <a:t>검정</a:t>
            </a:r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299409"/>
            <a:ext cx="11306175" cy="673769"/>
          </a:xfrm>
          <a:prstGeom prst="rect">
            <a:avLst/>
          </a:prstGeom>
        </p:spPr>
        <p:txBody>
          <a:bodyPr anchor="t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OneKorean 400" panose="020B0503030303020204" pitchFamily="50" charset="-127"/>
                <a:ea typeface="SamsungOneKorean 400" panose="020B0503030303020204" pitchFamily="50" charset="-127"/>
              </a:defRPr>
            </a:lvl1pPr>
          </a:lstStyle>
          <a:p>
            <a:pPr lvl="0"/>
            <a:r>
              <a:rPr lang="en-US" altLang="ko-KR"/>
              <a:t>Msg. (Max 2 line) - Korean 400 / 16pt / </a:t>
            </a:r>
            <a:r>
              <a:rPr lang="ko-KR" altLang="en-US"/>
              <a:t>검정</a:t>
            </a:r>
            <a:r>
              <a:rPr lang="en-US" altLang="ko-KR"/>
              <a:t>, </a:t>
            </a:r>
            <a:r>
              <a:rPr lang="ko-KR" altLang="en-US"/>
              <a:t>텍스트</a:t>
            </a:r>
            <a:r>
              <a:rPr lang="en-US" altLang="ko-KR"/>
              <a:t>1, 25% </a:t>
            </a:r>
            <a:r>
              <a:rPr lang="ko-KR" altLang="en-US"/>
              <a:t>더 밝게</a:t>
            </a:r>
            <a:endParaRPr lang="en-US" altLang="ko-KR"/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/>
              <a:t>Msg. (Max 2 line) - Korean 400 / 16pt / </a:t>
            </a:r>
            <a:r>
              <a:rPr lang="ko-KR" altLang="en-US"/>
              <a:t>검정</a:t>
            </a:r>
            <a:r>
              <a:rPr lang="en-US" altLang="ko-KR"/>
              <a:t>, </a:t>
            </a:r>
            <a:r>
              <a:rPr lang="ko-KR" altLang="en-US"/>
              <a:t>텍스트</a:t>
            </a:r>
            <a:r>
              <a:rPr lang="en-US" altLang="ko-KR"/>
              <a:t>1, 25% </a:t>
            </a:r>
            <a:r>
              <a:rPr lang="ko-KR" altLang="en-US"/>
              <a:t>더 밝게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8230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136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harp Sans Bold"/>
                <a:ea typeface="SamsungOneKorean 700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5" name="텍스트 개체 틀 11">
            <a:extLst>
              <a:ext uri="{FF2B5EF4-FFF2-40B4-BE49-F238E27FC236}">
                <a16:creationId xmlns:a16="http://schemas.microsoft.com/office/drawing/2014/main" id="{FAC7619F-A173-DF91-68A0-75BCBB7982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3680823"/>
            <a:ext cx="9597856" cy="887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harp Sans Bold" pitchFamily="2" charset="0"/>
                <a:ea typeface="+mn-ea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/>
              <a:t>Description</a:t>
            </a:r>
          </a:p>
          <a:p>
            <a:pPr marL="0" lvl="0" algn="l" defTabSz="914400" rtl="0" eaLnBrk="1" latin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841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bg>
      <p:bgPr>
        <a:solidFill>
          <a:srgbClr val="1728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harp Sans Bold"/>
                <a:ea typeface="SamsungOneKorean 700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/>
              <a:t>Sub-Title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21F6DD44-CCCA-98BA-A895-BAAA21E400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80823"/>
            <a:ext cx="10515599" cy="887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harp Sans Bold" pitchFamily="2" charset="0"/>
                <a:ea typeface="+mn-ea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/>
              <a:t>Description</a:t>
            </a:r>
          </a:p>
          <a:p>
            <a:pPr marL="0" lvl="0" algn="l" defTabSz="914400" rtl="0" eaLnBrk="1" latin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21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v1">
    <p:bg>
      <p:bgPr>
        <a:solidFill>
          <a:srgbClr val="0000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3278" y="2270272"/>
            <a:ext cx="11282119" cy="88024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 sz="4400" b="0" baseline="0">
                <a:solidFill>
                  <a:schemeClr val="bg1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  <a:lvl2pPr>
              <a:defRPr sz="4800">
                <a:solidFill>
                  <a:schemeClr val="bg1"/>
                </a:solidFill>
                <a:latin typeface="+mj-lt"/>
                <a:ea typeface="+mn-ea"/>
              </a:defRPr>
            </a:lvl2pPr>
            <a:lvl3pPr>
              <a:defRPr sz="4800">
                <a:solidFill>
                  <a:schemeClr val="bg1"/>
                </a:solidFill>
                <a:latin typeface="+mj-lt"/>
                <a:ea typeface="+mn-ea"/>
              </a:defRPr>
            </a:lvl3pPr>
            <a:lvl4pPr>
              <a:defRPr sz="4800">
                <a:solidFill>
                  <a:schemeClr val="bg1"/>
                </a:solidFill>
                <a:latin typeface="+mj-lt"/>
                <a:ea typeface="+mn-ea"/>
              </a:defRPr>
            </a:lvl4pPr>
            <a:lvl5pPr>
              <a:defRPr sz="4800">
                <a:solidFill>
                  <a:schemeClr val="bg1"/>
                </a:solidFill>
                <a:latin typeface="+mj-lt"/>
                <a:ea typeface="+mn-ea"/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/>
            </a:pPr>
            <a:r>
              <a:rPr lang="en-US" altLang="ko-KR" dirty="0"/>
              <a:t>Project name or document title</a:t>
            </a:r>
          </a:p>
        </p:txBody>
      </p:sp>
      <p:pic>
        <p:nvPicPr>
          <p:cNvPr id="8" name="Shape 230" descr="Samsung logo white.png"/>
          <p:cNvPicPr preferRelativeResize="0"/>
          <p:nvPr userDrawn="1"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6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78" y="5005162"/>
            <a:ext cx="1144544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6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Body KR Regular" pitchFamily="2" charset="-127"/>
                <a:ea typeface="Samsung SS Body KR Bold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Month, year</a:t>
            </a:r>
          </a:p>
        </p:txBody>
      </p:sp>
      <p:sp>
        <p:nvSpPr>
          <p:cNvPr id="288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278" y="5334424"/>
            <a:ext cx="2701060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lvl="0"/>
            <a:r>
              <a:rPr kumimoji="1" lang="en-US" altLang="ja-JP" dirty="0"/>
              <a:t>Digital Marketing Group</a:t>
            </a:r>
          </a:p>
        </p:txBody>
      </p:sp>
      <p:sp>
        <p:nvSpPr>
          <p:cNvPr id="291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278" y="3392996"/>
            <a:ext cx="1128571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Samsung SS Body KR Regular" pitchFamily="2" charset="-127"/>
                <a:ea typeface="Samsung SS Body KR Bold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Type of document (Max. two lines)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3A4CF73-1121-4EA1-9F75-1DBBB537070E}"/>
              </a:ext>
            </a:extLst>
          </p:cNvPr>
          <p:cNvSpPr txBox="1"/>
          <p:nvPr userDrawn="1"/>
        </p:nvSpPr>
        <p:spPr>
          <a:xfrm>
            <a:off x="444969" y="6375074"/>
            <a:ext cx="11304119" cy="103237"/>
          </a:xfrm>
          <a:custGeom>
            <a:avLst/>
            <a:gdLst/>
            <a:ahLst/>
            <a:cxnLst/>
            <a:rect l="l" t="t" r="r" b="b"/>
            <a:pathLst>
              <a:path w="11248345" h="102728">
                <a:moveTo>
                  <a:pt x="9431377" y="73298"/>
                </a:moveTo>
                <a:lnTo>
                  <a:pt x="9437330" y="73298"/>
                </a:lnTo>
                <a:cubicBezTo>
                  <a:pt x="9437528" y="74885"/>
                  <a:pt x="9437627" y="76324"/>
                  <a:pt x="9437627" y="77614"/>
                </a:cubicBezTo>
                <a:cubicBezTo>
                  <a:pt x="9437627" y="80739"/>
                  <a:pt x="9436920" y="83579"/>
                  <a:pt x="9435507" y="86134"/>
                </a:cubicBezTo>
                <a:cubicBezTo>
                  <a:pt x="9434093" y="88689"/>
                  <a:pt x="9431897" y="91132"/>
                  <a:pt x="9428921" y="93464"/>
                </a:cubicBezTo>
                <a:lnTo>
                  <a:pt x="9426242" y="90636"/>
                </a:lnTo>
                <a:cubicBezTo>
                  <a:pt x="9428177" y="88553"/>
                  <a:pt x="9429566" y="86506"/>
                  <a:pt x="9430409" y="84497"/>
                </a:cubicBezTo>
                <a:cubicBezTo>
                  <a:pt x="9431252" y="82488"/>
                  <a:pt x="9431674" y="80218"/>
                  <a:pt x="9431674" y="77688"/>
                </a:cubicBezTo>
                <a:cubicBezTo>
                  <a:pt x="9431674" y="76349"/>
                  <a:pt x="9431575" y="74885"/>
                  <a:pt x="9431377" y="73298"/>
                </a:cubicBezTo>
                <a:close/>
                <a:moveTo>
                  <a:pt x="8364577" y="73298"/>
                </a:moveTo>
                <a:lnTo>
                  <a:pt x="8370529" y="73298"/>
                </a:lnTo>
                <a:cubicBezTo>
                  <a:pt x="8370729" y="74885"/>
                  <a:pt x="8370827" y="76324"/>
                  <a:pt x="8370827" y="77614"/>
                </a:cubicBezTo>
                <a:cubicBezTo>
                  <a:pt x="8370827" y="80739"/>
                  <a:pt x="8370121" y="83579"/>
                  <a:pt x="8368707" y="86134"/>
                </a:cubicBezTo>
                <a:cubicBezTo>
                  <a:pt x="8367293" y="88689"/>
                  <a:pt x="8365097" y="91132"/>
                  <a:pt x="8362121" y="93464"/>
                </a:cubicBezTo>
                <a:lnTo>
                  <a:pt x="8359442" y="90636"/>
                </a:lnTo>
                <a:cubicBezTo>
                  <a:pt x="8361377" y="88553"/>
                  <a:pt x="8362766" y="86506"/>
                  <a:pt x="8363609" y="84497"/>
                </a:cubicBezTo>
                <a:cubicBezTo>
                  <a:pt x="8364452" y="82488"/>
                  <a:pt x="8364874" y="80218"/>
                  <a:pt x="8364874" y="77688"/>
                </a:cubicBezTo>
                <a:cubicBezTo>
                  <a:pt x="8364874" y="76349"/>
                  <a:pt x="8364775" y="74885"/>
                  <a:pt x="8364577" y="73298"/>
                </a:cubicBezTo>
                <a:close/>
                <a:moveTo>
                  <a:pt x="8012151" y="73298"/>
                </a:moveTo>
                <a:lnTo>
                  <a:pt x="8018105" y="73298"/>
                </a:lnTo>
                <a:cubicBezTo>
                  <a:pt x="8018303" y="74885"/>
                  <a:pt x="8018403" y="76324"/>
                  <a:pt x="8018403" y="77614"/>
                </a:cubicBezTo>
                <a:cubicBezTo>
                  <a:pt x="8018403" y="80739"/>
                  <a:pt x="8017695" y="83579"/>
                  <a:pt x="8016281" y="86134"/>
                </a:cubicBezTo>
                <a:cubicBezTo>
                  <a:pt x="8014867" y="88689"/>
                  <a:pt x="8012673" y="91132"/>
                  <a:pt x="8009696" y="93464"/>
                </a:cubicBezTo>
                <a:lnTo>
                  <a:pt x="8007017" y="90636"/>
                </a:lnTo>
                <a:cubicBezTo>
                  <a:pt x="8008951" y="88553"/>
                  <a:pt x="8010341" y="86506"/>
                  <a:pt x="8011184" y="84497"/>
                </a:cubicBezTo>
                <a:cubicBezTo>
                  <a:pt x="8012027" y="82488"/>
                  <a:pt x="8012449" y="80218"/>
                  <a:pt x="8012449" y="77688"/>
                </a:cubicBezTo>
                <a:cubicBezTo>
                  <a:pt x="8012449" y="76349"/>
                  <a:pt x="8012351" y="74885"/>
                  <a:pt x="8012151" y="73298"/>
                </a:cubicBezTo>
                <a:close/>
                <a:moveTo>
                  <a:pt x="7754977" y="73298"/>
                </a:moveTo>
                <a:lnTo>
                  <a:pt x="7760930" y="73298"/>
                </a:lnTo>
                <a:cubicBezTo>
                  <a:pt x="7761128" y="74885"/>
                  <a:pt x="7761228" y="76324"/>
                  <a:pt x="7761228" y="77614"/>
                </a:cubicBezTo>
                <a:cubicBezTo>
                  <a:pt x="7761228" y="80739"/>
                  <a:pt x="7760521" y="83579"/>
                  <a:pt x="7759107" y="86134"/>
                </a:cubicBezTo>
                <a:cubicBezTo>
                  <a:pt x="7757693" y="88689"/>
                  <a:pt x="7755498" y="91132"/>
                  <a:pt x="7752521" y="93464"/>
                </a:cubicBezTo>
                <a:lnTo>
                  <a:pt x="7749842" y="90636"/>
                </a:lnTo>
                <a:cubicBezTo>
                  <a:pt x="7751777" y="88553"/>
                  <a:pt x="7753166" y="86506"/>
                  <a:pt x="7754009" y="84497"/>
                </a:cubicBezTo>
                <a:cubicBezTo>
                  <a:pt x="7754853" y="82488"/>
                  <a:pt x="7755274" y="80218"/>
                  <a:pt x="7755274" y="77688"/>
                </a:cubicBezTo>
                <a:cubicBezTo>
                  <a:pt x="7755274" y="76349"/>
                  <a:pt x="7755175" y="74885"/>
                  <a:pt x="7754977" y="73298"/>
                </a:cubicBezTo>
                <a:close/>
                <a:moveTo>
                  <a:pt x="7354927" y="73298"/>
                </a:moveTo>
                <a:lnTo>
                  <a:pt x="7360880" y="73298"/>
                </a:lnTo>
                <a:cubicBezTo>
                  <a:pt x="7361078" y="74885"/>
                  <a:pt x="7361178" y="76324"/>
                  <a:pt x="7361178" y="77614"/>
                </a:cubicBezTo>
                <a:cubicBezTo>
                  <a:pt x="7361178" y="80739"/>
                  <a:pt x="7360471" y="83579"/>
                  <a:pt x="7359057" y="86134"/>
                </a:cubicBezTo>
                <a:cubicBezTo>
                  <a:pt x="7357643" y="88689"/>
                  <a:pt x="7355448" y="91132"/>
                  <a:pt x="7352471" y="93464"/>
                </a:cubicBezTo>
                <a:lnTo>
                  <a:pt x="7349792" y="90636"/>
                </a:lnTo>
                <a:cubicBezTo>
                  <a:pt x="7351727" y="88553"/>
                  <a:pt x="7353116" y="86506"/>
                  <a:pt x="7353959" y="84497"/>
                </a:cubicBezTo>
                <a:cubicBezTo>
                  <a:pt x="7354803" y="82488"/>
                  <a:pt x="7355224" y="80218"/>
                  <a:pt x="7355224" y="77688"/>
                </a:cubicBezTo>
                <a:cubicBezTo>
                  <a:pt x="7355224" y="76349"/>
                  <a:pt x="7355125" y="74885"/>
                  <a:pt x="7354927" y="73298"/>
                </a:cubicBezTo>
                <a:close/>
                <a:moveTo>
                  <a:pt x="11244252" y="72851"/>
                </a:moveTo>
                <a:cubicBezTo>
                  <a:pt x="11245541" y="72851"/>
                  <a:pt x="11246546" y="73211"/>
                  <a:pt x="11247266" y="73930"/>
                </a:cubicBezTo>
                <a:cubicBezTo>
                  <a:pt x="11247985" y="74650"/>
                  <a:pt x="11248345" y="75654"/>
                  <a:pt x="11248345" y="76944"/>
                </a:cubicBezTo>
                <a:cubicBezTo>
                  <a:pt x="11248345" y="78283"/>
                  <a:pt x="11247985" y="79325"/>
                  <a:pt x="11247266" y="80069"/>
                </a:cubicBezTo>
                <a:cubicBezTo>
                  <a:pt x="11246546" y="80814"/>
                  <a:pt x="11245541" y="81186"/>
                  <a:pt x="11244252" y="81186"/>
                </a:cubicBezTo>
                <a:cubicBezTo>
                  <a:pt x="11242962" y="81186"/>
                  <a:pt x="11241958" y="80814"/>
                  <a:pt x="11241238" y="80069"/>
                </a:cubicBezTo>
                <a:cubicBezTo>
                  <a:pt x="11240518" y="79325"/>
                  <a:pt x="11240159" y="78308"/>
                  <a:pt x="11240159" y="77018"/>
                </a:cubicBezTo>
                <a:cubicBezTo>
                  <a:pt x="11240159" y="75729"/>
                  <a:pt x="11240518" y="74712"/>
                  <a:pt x="11241238" y="73967"/>
                </a:cubicBezTo>
                <a:cubicBezTo>
                  <a:pt x="11241958" y="73223"/>
                  <a:pt x="11242962" y="72851"/>
                  <a:pt x="11244252" y="72851"/>
                </a:cubicBezTo>
                <a:close/>
                <a:moveTo>
                  <a:pt x="6310302" y="72851"/>
                </a:moveTo>
                <a:cubicBezTo>
                  <a:pt x="6311592" y="72851"/>
                  <a:pt x="6312597" y="73211"/>
                  <a:pt x="6313316" y="73930"/>
                </a:cubicBezTo>
                <a:cubicBezTo>
                  <a:pt x="6314036" y="74650"/>
                  <a:pt x="6314395" y="75654"/>
                  <a:pt x="6314395" y="76944"/>
                </a:cubicBezTo>
                <a:cubicBezTo>
                  <a:pt x="6314395" y="78283"/>
                  <a:pt x="6314036" y="79325"/>
                  <a:pt x="6313316" y="80069"/>
                </a:cubicBezTo>
                <a:cubicBezTo>
                  <a:pt x="6312597" y="80814"/>
                  <a:pt x="6311592" y="81186"/>
                  <a:pt x="6310302" y="81186"/>
                </a:cubicBezTo>
                <a:cubicBezTo>
                  <a:pt x="6309013" y="81186"/>
                  <a:pt x="6308008" y="80814"/>
                  <a:pt x="6307288" y="80069"/>
                </a:cubicBezTo>
                <a:cubicBezTo>
                  <a:pt x="6306569" y="79325"/>
                  <a:pt x="6306209" y="78308"/>
                  <a:pt x="6306209" y="77018"/>
                </a:cubicBezTo>
                <a:cubicBezTo>
                  <a:pt x="6306209" y="75729"/>
                  <a:pt x="6306569" y="74712"/>
                  <a:pt x="6307288" y="73967"/>
                </a:cubicBezTo>
                <a:cubicBezTo>
                  <a:pt x="6308008" y="73223"/>
                  <a:pt x="6309013" y="72851"/>
                  <a:pt x="6310302" y="72851"/>
                </a:cubicBezTo>
                <a:close/>
                <a:moveTo>
                  <a:pt x="2947978" y="72851"/>
                </a:moveTo>
                <a:cubicBezTo>
                  <a:pt x="2949268" y="72851"/>
                  <a:pt x="2950272" y="73211"/>
                  <a:pt x="2950992" y="73930"/>
                </a:cubicBezTo>
                <a:cubicBezTo>
                  <a:pt x="2951711" y="74650"/>
                  <a:pt x="2952071" y="75654"/>
                  <a:pt x="2952071" y="76944"/>
                </a:cubicBezTo>
                <a:cubicBezTo>
                  <a:pt x="2952071" y="78283"/>
                  <a:pt x="2951711" y="79325"/>
                  <a:pt x="2950992" y="80069"/>
                </a:cubicBezTo>
                <a:cubicBezTo>
                  <a:pt x="2950272" y="80814"/>
                  <a:pt x="2949268" y="81186"/>
                  <a:pt x="2947978" y="81186"/>
                </a:cubicBezTo>
                <a:cubicBezTo>
                  <a:pt x="2946688" y="81186"/>
                  <a:pt x="2945683" y="80814"/>
                  <a:pt x="2944964" y="80069"/>
                </a:cubicBezTo>
                <a:cubicBezTo>
                  <a:pt x="2944244" y="79325"/>
                  <a:pt x="2943885" y="78308"/>
                  <a:pt x="2943885" y="77018"/>
                </a:cubicBezTo>
                <a:cubicBezTo>
                  <a:pt x="2943885" y="75729"/>
                  <a:pt x="2944244" y="74712"/>
                  <a:pt x="2944964" y="73967"/>
                </a:cubicBezTo>
                <a:cubicBezTo>
                  <a:pt x="2945683" y="73223"/>
                  <a:pt x="2946688" y="72851"/>
                  <a:pt x="2947978" y="72851"/>
                </a:cubicBezTo>
                <a:close/>
                <a:moveTo>
                  <a:pt x="10595808" y="59754"/>
                </a:moveTo>
                <a:cubicBezTo>
                  <a:pt x="10589408" y="59804"/>
                  <a:pt x="10584696" y="60561"/>
                  <a:pt x="10581669" y="62024"/>
                </a:cubicBezTo>
                <a:cubicBezTo>
                  <a:pt x="10578643" y="63487"/>
                  <a:pt x="10577130" y="65757"/>
                  <a:pt x="10577130" y="68833"/>
                </a:cubicBezTo>
                <a:cubicBezTo>
                  <a:pt x="10577130" y="71214"/>
                  <a:pt x="10577824" y="73025"/>
                  <a:pt x="10579213" y="74265"/>
                </a:cubicBezTo>
                <a:cubicBezTo>
                  <a:pt x="10580603" y="75505"/>
                  <a:pt x="10582661" y="76125"/>
                  <a:pt x="10585390" y="76125"/>
                </a:cubicBezTo>
                <a:cubicBezTo>
                  <a:pt x="10587523" y="76125"/>
                  <a:pt x="10589433" y="75729"/>
                  <a:pt x="10591120" y="74935"/>
                </a:cubicBezTo>
                <a:cubicBezTo>
                  <a:pt x="10592807" y="74141"/>
                  <a:pt x="10594370" y="72926"/>
                  <a:pt x="10595808" y="71289"/>
                </a:cubicBezTo>
                <a:close/>
                <a:moveTo>
                  <a:pt x="9357558" y="59754"/>
                </a:moveTo>
                <a:cubicBezTo>
                  <a:pt x="9351158" y="59804"/>
                  <a:pt x="9346446" y="60561"/>
                  <a:pt x="9343419" y="62024"/>
                </a:cubicBezTo>
                <a:cubicBezTo>
                  <a:pt x="9340393" y="63487"/>
                  <a:pt x="9338880" y="65757"/>
                  <a:pt x="9338880" y="68833"/>
                </a:cubicBezTo>
                <a:cubicBezTo>
                  <a:pt x="9338880" y="71214"/>
                  <a:pt x="9339574" y="73025"/>
                  <a:pt x="9340963" y="74265"/>
                </a:cubicBezTo>
                <a:cubicBezTo>
                  <a:pt x="9342353" y="75505"/>
                  <a:pt x="9344411" y="76125"/>
                  <a:pt x="9347140" y="76125"/>
                </a:cubicBezTo>
                <a:cubicBezTo>
                  <a:pt x="9349273" y="76125"/>
                  <a:pt x="9351183" y="75729"/>
                  <a:pt x="9352870" y="74935"/>
                </a:cubicBezTo>
                <a:cubicBezTo>
                  <a:pt x="9354557" y="74141"/>
                  <a:pt x="9356120" y="72926"/>
                  <a:pt x="9357558" y="71289"/>
                </a:cubicBezTo>
                <a:close/>
                <a:moveTo>
                  <a:pt x="8481258" y="59754"/>
                </a:moveTo>
                <a:cubicBezTo>
                  <a:pt x="8474858" y="59804"/>
                  <a:pt x="8470146" y="60561"/>
                  <a:pt x="8467119" y="62024"/>
                </a:cubicBezTo>
                <a:cubicBezTo>
                  <a:pt x="8464093" y="63487"/>
                  <a:pt x="8462580" y="65757"/>
                  <a:pt x="8462580" y="68833"/>
                </a:cubicBezTo>
                <a:cubicBezTo>
                  <a:pt x="8462580" y="71214"/>
                  <a:pt x="8463274" y="73025"/>
                  <a:pt x="8464663" y="74265"/>
                </a:cubicBezTo>
                <a:cubicBezTo>
                  <a:pt x="8466053" y="75505"/>
                  <a:pt x="8468111" y="76125"/>
                  <a:pt x="8470840" y="76125"/>
                </a:cubicBezTo>
                <a:cubicBezTo>
                  <a:pt x="8472973" y="76125"/>
                  <a:pt x="8474883" y="75729"/>
                  <a:pt x="8476570" y="74935"/>
                </a:cubicBezTo>
                <a:cubicBezTo>
                  <a:pt x="8478257" y="74141"/>
                  <a:pt x="8479820" y="72926"/>
                  <a:pt x="8481258" y="71289"/>
                </a:cubicBezTo>
                <a:close/>
                <a:moveTo>
                  <a:pt x="6900108" y="59754"/>
                </a:moveTo>
                <a:cubicBezTo>
                  <a:pt x="6893708" y="59804"/>
                  <a:pt x="6888995" y="60561"/>
                  <a:pt x="6885969" y="62024"/>
                </a:cubicBezTo>
                <a:cubicBezTo>
                  <a:pt x="6882943" y="63487"/>
                  <a:pt x="6881430" y="65757"/>
                  <a:pt x="6881430" y="68833"/>
                </a:cubicBezTo>
                <a:cubicBezTo>
                  <a:pt x="6881430" y="71214"/>
                  <a:pt x="6882125" y="73025"/>
                  <a:pt x="6883514" y="74265"/>
                </a:cubicBezTo>
                <a:cubicBezTo>
                  <a:pt x="6884903" y="75505"/>
                  <a:pt x="6886962" y="76125"/>
                  <a:pt x="6889690" y="76125"/>
                </a:cubicBezTo>
                <a:cubicBezTo>
                  <a:pt x="6891823" y="76125"/>
                  <a:pt x="6893733" y="75729"/>
                  <a:pt x="6895420" y="74935"/>
                </a:cubicBezTo>
                <a:cubicBezTo>
                  <a:pt x="6897106" y="74141"/>
                  <a:pt x="6898669" y="72926"/>
                  <a:pt x="6900108" y="71289"/>
                </a:cubicBezTo>
                <a:close/>
                <a:moveTo>
                  <a:pt x="6738183" y="59754"/>
                </a:moveTo>
                <a:cubicBezTo>
                  <a:pt x="6731783" y="59804"/>
                  <a:pt x="6727070" y="60561"/>
                  <a:pt x="6724044" y="62024"/>
                </a:cubicBezTo>
                <a:cubicBezTo>
                  <a:pt x="6721018" y="63487"/>
                  <a:pt x="6719505" y="65757"/>
                  <a:pt x="6719505" y="68833"/>
                </a:cubicBezTo>
                <a:cubicBezTo>
                  <a:pt x="6719505" y="71214"/>
                  <a:pt x="6720200" y="73025"/>
                  <a:pt x="6721589" y="74265"/>
                </a:cubicBezTo>
                <a:cubicBezTo>
                  <a:pt x="6722978" y="75505"/>
                  <a:pt x="6725037" y="76125"/>
                  <a:pt x="6727765" y="76125"/>
                </a:cubicBezTo>
                <a:cubicBezTo>
                  <a:pt x="6729899" y="76125"/>
                  <a:pt x="6731808" y="75729"/>
                  <a:pt x="6733495" y="74935"/>
                </a:cubicBezTo>
                <a:cubicBezTo>
                  <a:pt x="6735182" y="74141"/>
                  <a:pt x="6736745" y="72926"/>
                  <a:pt x="6738183" y="71289"/>
                </a:cubicBezTo>
                <a:close/>
                <a:moveTo>
                  <a:pt x="6585783" y="59754"/>
                </a:moveTo>
                <a:cubicBezTo>
                  <a:pt x="6579383" y="59804"/>
                  <a:pt x="6574671" y="60561"/>
                  <a:pt x="6571644" y="62024"/>
                </a:cubicBezTo>
                <a:cubicBezTo>
                  <a:pt x="6568618" y="63487"/>
                  <a:pt x="6567105" y="65757"/>
                  <a:pt x="6567105" y="68833"/>
                </a:cubicBezTo>
                <a:cubicBezTo>
                  <a:pt x="6567105" y="71214"/>
                  <a:pt x="6567800" y="73025"/>
                  <a:pt x="6569189" y="74265"/>
                </a:cubicBezTo>
                <a:cubicBezTo>
                  <a:pt x="6570578" y="75505"/>
                  <a:pt x="6572637" y="76125"/>
                  <a:pt x="6575365" y="76125"/>
                </a:cubicBezTo>
                <a:cubicBezTo>
                  <a:pt x="6577499" y="76125"/>
                  <a:pt x="6579408" y="75729"/>
                  <a:pt x="6581095" y="74935"/>
                </a:cubicBezTo>
                <a:cubicBezTo>
                  <a:pt x="6582782" y="74141"/>
                  <a:pt x="6584345" y="72926"/>
                  <a:pt x="6585783" y="71289"/>
                </a:cubicBezTo>
                <a:close/>
                <a:moveTo>
                  <a:pt x="5661858" y="59754"/>
                </a:moveTo>
                <a:cubicBezTo>
                  <a:pt x="5655459" y="59804"/>
                  <a:pt x="5650745" y="60561"/>
                  <a:pt x="5647719" y="62024"/>
                </a:cubicBezTo>
                <a:cubicBezTo>
                  <a:pt x="5644693" y="63487"/>
                  <a:pt x="5643180" y="65757"/>
                  <a:pt x="5643180" y="68833"/>
                </a:cubicBezTo>
                <a:cubicBezTo>
                  <a:pt x="5643180" y="71214"/>
                  <a:pt x="5643875" y="73025"/>
                  <a:pt x="5645264" y="74265"/>
                </a:cubicBezTo>
                <a:cubicBezTo>
                  <a:pt x="5646653" y="75505"/>
                  <a:pt x="5648712" y="76125"/>
                  <a:pt x="5651440" y="76125"/>
                </a:cubicBezTo>
                <a:cubicBezTo>
                  <a:pt x="5653574" y="76125"/>
                  <a:pt x="5655483" y="75729"/>
                  <a:pt x="5657170" y="74935"/>
                </a:cubicBezTo>
                <a:cubicBezTo>
                  <a:pt x="5658857" y="74141"/>
                  <a:pt x="5660419" y="72926"/>
                  <a:pt x="5661858" y="71289"/>
                </a:cubicBezTo>
                <a:close/>
                <a:moveTo>
                  <a:pt x="4633159" y="59754"/>
                </a:moveTo>
                <a:cubicBezTo>
                  <a:pt x="4626758" y="59804"/>
                  <a:pt x="4622046" y="60561"/>
                  <a:pt x="4619019" y="62024"/>
                </a:cubicBezTo>
                <a:cubicBezTo>
                  <a:pt x="4615993" y="63487"/>
                  <a:pt x="4614480" y="65757"/>
                  <a:pt x="4614480" y="68833"/>
                </a:cubicBezTo>
                <a:cubicBezTo>
                  <a:pt x="4614480" y="71214"/>
                  <a:pt x="4615175" y="73025"/>
                  <a:pt x="4616564" y="74265"/>
                </a:cubicBezTo>
                <a:cubicBezTo>
                  <a:pt x="4617953" y="75505"/>
                  <a:pt x="4620011" y="76125"/>
                  <a:pt x="4622741" y="76125"/>
                </a:cubicBezTo>
                <a:cubicBezTo>
                  <a:pt x="4624873" y="76125"/>
                  <a:pt x="4626783" y="75729"/>
                  <a:pt x="4628470" y="74935"/>
                </a:cubicBezTo>
                <a:cubicBezTo>
                  <a:pt x="4630157" y="74141"/>
                  <a:pt x="4631719" y="72926"/>
                  <a:pt x="4633159" y="71289"/>
                </a:cubicBezTo>
                <a:close/>
                <a:moveTo>
                  <a:pt x="4328358" y="59754"/>
                </a:moveTo>
                <a:cubicBezTo>
                  <a:pt x="4321958" y="59804"/>
                  <a:pt x="4317246" y="60561"/>
                  <a:pt x="4314219" y="62024"/>
                </a:cubicBezTo>
                <a:cubicBezTo>
                  <a:pt x="4311194" y="63487"/>
                  <a:pt x="4309680" y="65757"/>
                  <a:pt x="4309680" y="68833"/>
                </a:cubicBezTo>
                <a:cubicBezTo>
                  <a:pt x="4309680" y="71214"/>
                  <a:pt x="4310375" y="73025"/>
                  <a:pt x="4311764" y="74265"/>
                </a:cubicBezTo>
                <a:cubicBezTo>
                  <a:pt x="4313153" y="75505"/>
                  <a:pt x="4315211" y="76125"/>
                  <a:pt x="4317940" y="76125"/>
                </a:cubicBezTo>
                <a:cubicBezTo>
                  <a:pt x="4320073" y="76125"/>
                  <a:pt x="4321983" y="75729"/>
                  <a:pt x="4323670" y="74935"/>
                </a:cubicBezTo>
                <a:cubicBezTo>
                  <a:pt x="4325357" y="74141"/>
                  <a:pt x="4326919" y="72926"/>
                  <a:pt x="4328358" y="71289"/>
                </a:cubicBezTo>
                <a:close/>
                <a:moveTo>
                  <a:pt x="3842583" y="59754"/>
                </a:moveTo>
                <a:cubicBezTo>
                  <a:pt x="3836183" y="59804"/>
                  <a:pt x="3831471" y="60561"/>
                  <a:pt x="3828444" y="62024"/>
                </a:cubicBezTo>
                <a:cubicBezTo>
                  <a:pt x="3825418" y="63487"/>
                  <a:pt x="3823905" y="65757"/>
                  <a:pt x="3823905" y="68833"/>
                </a:cubicBezTo>
                <a:cubicBezTo>
                  <a:pt x="3823905" y="71214"/>
                  <a:pt x="3824599" y="73025"/>
                  <a:pt x="3825989" y="74265"/>
                </a:cubicBezTo>
                <a:cubicBezTo>
                  <a:pt x="3827378" y="75505"/>
                  <a:pt x="3829437" y="76125"/>
                  <a:pt x="3832165" y="76125"/>
                </a:cubicBezTo>
                <a:cubicBezTo>
                  <a:pt x="3834299" y="76125"/>
                  <a:pt x="3836208" y="75729"/>
                  <a:pt x="3837895" y="74935"/>
                </a:cubicBezTo>
                <a:cubicBezTo>
                  <a:pt x="3839582" y="74141"/>
                  <a:pt x="3841144" y="72926"/>
                  <a:pt x="3842583" y="71289"/>
                </a:cubicBezTo>
                <a:close/>
                <a:moveTo>
                  <a:pt x="3442533" y="59754"/>
                </a:moveTo>
                <a:cubicBezTo>
                  <a:pt x="3436134" y="59804"/>
                  <a:pt x="3431421" y="60561"/>
                  <a:pt x="3428395" y="62024"/>
                </a:cubicBezTo>
                <a:cubicBezTo>
                  <a:pt x="3425369" y="63487"/>
                  <a:pt x="3423856" y="65757"/>
                  <a:pt x="3423856" y="68833"/>
                </a:cubicBezTo>
                <a:cubicBezTo>
                  <a:pt x="3423856" y="71214"/>
                  <a:pt x="3424550" y="73025"/>
                  <a:pt x="3425939" y="74265"/>
                </a:cubicBezTo>
                <a:cubicBezTo>
                  <a:pt x="3427328" y="75505"/>
                  <a:pt x="3429388" y="76125"/>
                  <a:pt x="3432115" y="76125"/>
                </a:cubicBezTo>
                <a:cubicBezTo>
                  <a:pt x="3434249" y="76125"/>
                  <a:pt x="3436159" y="75729"/>
                  <a:pt x="3437846" y="74935"/>
                </a:cubicBezTo>
                <a:cubicBezTo>
                  <a:pt x="3439532" y="74141"/>
                  <a:pt x="3441094" y="72926"/>
                  <a:pt x="3442533" y="71289"/>
                </a:cubicBezTo>
                <a:close/>
                <a:moveTo>
                  <a:pt x="3223459" y="59754"/>
                </a:moveTo>
                <a:cubicBezTo>
                  <a:pt x="3217059" y="59804"/>
                  <a:pt x="3212346" y="60561"/>
                  <a:pt x="3209320" y="62024"/>
                </a:cubicBezTo>
                <a:cubicBezTo>
                  <a:pt x="3206294" y="63487"/>
                  <a:pt x="3204781" y="65757"/>
                  <a:pt x="3204781" y="68833"/>
                </a:cubicBezTo>
                <a:cubicBezTo>
                  <a:pt x="3204781" y="71214"/>
                  <a:pt x="3205475" y="73025"/>
                  <a:pt x="3206864" y="74265"/>
                </a:cubicBezTo>
                <a:cubicBezTo>
                  <a:pt x="3208253" y="75505"/>
                  <a:pt x="3210312" y="76125"/>
                  <a:pt x="3213041" y="76125"/>
                </a:cubicBezTo>
                <a:cubicBezTo>
                  <a:pt x="3215174" y="76125"/>
                  <a:pt x="3217084" y="75729"/>
                  <a:pt x="3218770" y="74935"/>
                </a:cubicBezTo>
                <a:cubicBezTo>
                  <a:pt x="3220457" y="74141"/>
                  <a:pt x="3222020" y="72926"/>
                  <a:pt x="3223459" y="71289"/>
                </a:cubicBezTo>
                <a:close/>
                <a:moveTo>
                  <a:pt x="2299534" y="59754"/>
                </a:moveTo>
                <a:cubicBezTo>
                  <a:pt x="2293134" y="59804"/>
                  <a:pt x="2288421" y="60561"/>
                  <a:pt x="2285395" y="62024"/>
                </a:cubicBezTo>
                <a:cubicBezTo>
                  <a:pt x="2282369" y="63487"/>
                  <a:pt x="2280856" y="65757"/>
                  <a:pt x="2280856" y="68833"/>
                </a:cubicBezTo>
                <a:cubicBezTo>
                  <a:pt x="2280856" y="71214"/>
                  <a:pt x="2281550" y="73025"/>
                  <a:pt x="2282939" y="74265"/>
                </a:cubicBezTo>
                <a:cubicBezTo>
                  <a:pt x="2284328" y="75505"/>
                  <a:pt x="2286387" y="76125"/>
                  <a:pt x="2289116" y="76125"/>
                </a:cubicBezTo>
                <a:cubicBezTo>
                  <a:pt x="2291248" y="76125"/>
                  <a:pt x="2293159" y="75729"/>
                  <a:pt x="2294846" y="74935"/>
                </a:cubicBezTo>
                <a:cubicBezTo>
                  <a:pt x="2296532" y="74141"/>
                  <a:pt x="2298095" y="72926"/>
                  <a:pt x="2299534" y="71289"/>
                </a:cubicBezTo>
                <a:close/>
                <a:moveTo>
                  <a:pt x="2051884" y="59754"/>
                </a:moveTo>
                <a:cubicBezTo>
                  <a:pt x="2045484" y="59804"/>
                  <a:pt x="2040771" y="60561"/>
                  <a:pt x="2037745" y="62024"/>
                </a:cubicBezTo>
                <a:cubicBezTo>
                  <a:pt x="2034719" y="63487"/>
                  <a:pt x="2033206" y="65757"/>
                  <a:pt x="2033206" y="68833"/>
                </a:cubicBezTo>
                <a:cubicBezTo>
                  <a:pt x="2033206" y="71214"/>
                  <a:pt x="2033901" y="73025"/>
                  <a:pt x="2035289" y="74265"/>
                </a:cubicBezTo>
                <a:cubicBezTo>
                  <a:pt x="2036678" y="75505"/>
                  <a:pt x="2038738" y="76125"/>
                  <a:pt x="2041466" y="76125"/>
                </a:cubicBezTo>
                <a:cubicBezTo>
                  <a:pt x="2043599" y="76125"/>
                  <a:pt x="2045509" y="75729"/>
                  <a:pt x="2047196" y="74935"/>
                </a:cubicBezTo>
                <a:cubicBezTo>
                  <a:pt x="2048882" y="74141"/>
                  <a:pt x="2050445" y="72926"/>
                  <a:pt x="2051884" y="71289"/>
                </a:cubicBezTo>
                <a:close/>
                <a:moveTo>
                  <a:pt x="1642308" y="59754"/>
                </a:moveTo>
                <a:cubicBezTo>
                  <a:pt x="1635909" y="59804"/>
                  <a:pt x="1631196" y="60561"/>
                  <a:pt x="1628170" y="62024"/>
                </a:cubicBezTo>
                <a:cubicBezTo>
                  <a:pt x="1625144" y="63487"/>
                  <a:pt x="1623631" y="65757"/>
                  <a:pt x="1623631" y="68833"/>
                </a:cubicBezTo>
                <a:cubicBezTo>
                  <a:pt x="1623631" y="71214"/>
                  <a:pt x="1624326" y="73025"/>
                  <a:pt x="1625714" y="74265"/>
                </a:cubicBezTo>
                <a:cubicBezTo>
                  <a:pt x="1627104" y="75505"/>
                  <a:pt x="1629162" y="76125"/>
                  <a:pt x="1631891" y="76125"/>
                </a:cubicBezTo>
                <a:cubicBezTo>
                  <a:pt x="1634024" y="76125"/>
                  <a:pt x="1635934" y="75729"/>
                  <a:pt x="1637621" y="74935"/>
                </a:cubicBezTo>
                <a:cubicBezTo>
                  <a:pt x="1639307" y="74141"/>
                  <a:pt x="1640870" y="72926"/>
                  <a:pt x="1642308" y="71289"/>
                </a:cubicBezTo>
                <a:close/>
                <a:moveTo>
                  <a:pt x="1489909" y="59754"/>
                </a:moveTo>
                <a:cubicBezTo>
                  <a:pt x="1483509" y="59804"/>
                  <a:pt x="1478796" y="60561"/>
                  <a:pt x="1475770" y="62024"/>
                </a:cubicBezTo>
                <a:cubicBezTo>
                  <a:pt x="1472744" y="63487"/>
                  <a:pt x="1471231" y="65757"/>
                  <a:pt x="1471231" y="68833"/>
                </a:cubicBezTo>
                <a:cubicBezTo>
                  <a:pt x="1471231" y="71214"/>
                  <a:pt x="1471925" y="73025"/>
                  <a:pt x="1473315" y="74265"/>
                </a:cubicBezTo>
                <a:cubicBezTo>
                  <a:pt x="1474704" y="75505"/>
                  <a:pt x="1476763" y="76125"/>
                  <a:pt x="1479491" y="76125"/>
                </a:cubicBezTo>
                <a:cubicBezTo>
                  <a:pt x="1481624" y="76125"/>
                  <a:pt x="1483534" y="75729"/>
                  <a:pt x="1485221" y="74935"/>
                </a:cubicBezTo>
                <a:cubicBezTo>
                  <a:pt x="1486907" y="74141"/>
                  <a:pt x="1488470" y="72926"/>
                  <a:pt x="1489909" y="71289"/>
                </a:cubicBezTo>
                <a:close/>
                <a:moveTo>
                  <a:pt x="954927" y="53615"/>
                </a:moveTo>
                <a:cubicBezTo>
                  <a:pt x="947765" y="53752"/>
                  <a:pt x="942547" y="54621"/>
                  <a:pt x="939272" y="56224"/>
                </a:cubicBezTo>
                <a:cubicBezTo>
                  <a:pt x="935998" y="57827"/>
                  <a:pt x="934361" y="60334"/>
                  <a:pt x="934361" y="63745"/>
                </a:cubicBezTo>
                <a:cubicBezTo>
                  <a:pt x="934361" y="68588"/>
                  <a:pt x="937089" y="71010"/>
                  <a:pt x="942547" y="71010"/>
                </a:cubicBezTo>
                <a:cubicBezTo>
                  <a:pt x="947390" y="71010"/>
                  <a:pt x="951516" y="69100"/>
                  <a:pt x="954927" y="65280"/>
                </a:cubicBezTo>
                <a:close/>
                <a:moveTo>
                  <a:pt x="507252" y="53615"/>
                </a:moveTo>
                <a:cubicBezTo>
                  <a:pt x="500090" y="53752"/>
                  <a:pt x="494872" y="54621"/>
                  <a:pt x="491598" y="56224"/>
                </a:cubicBezTo>
                <a:cubicBezTo>
                  <a:pt x="488323" y="57827"/>
                  <a:pt x="486686" y="60334"/>
                  <a:pt x="486686" y="63745"/>
                </a:cubicBezTo>
                <a:cubicBezTo>
                  <a:pt x="486686" y="68588"/>
                  <a:pt x="489415" y="71010"/>
                  <a:pt x="494872" y="71010"/>
                </a:cubicBezTo>
                <a:cubicBezTo>
                  <a:pt x="499715" y="71010"/>
                  <a:pt x="503842" y="69100"/>
                  <a:pt x="507252" y="65280"/>
                </a:cubicBezTo>
                <a:close/>
                <a:moveTo>
                  <a:pt x="9971399" y="44723"/>
                </a:moveTo>
                <a:cubicBezTo>
                  <a:pt x="9969465" y="44723"/>
                  <a:pt x="9967703" y="45107"/>
                  <a:pt x="9966116" y="45876"/>
                </a:cubicBezTo>
                <a:cubicBezTo>
                  <a:pt x="9964529" y="46645"/>
                  <a:pt x="9963015" y="47873"/>
                  <a:pt x="9961577" y="49560"/>
                </a:cubicBezTo>
                <a:lnTo>
                  <a:pt x="9961577" y="71661"/>
                </a:lnTo>
                <a:cubicBezTo>
                  <a:pt x="9962866" y="73099"/>
                  <a:pt x="9964404" y="74228"/>
                  <a:pt x="9966190" y="75046"/>
                </a:cubicBezTo>
                <a:cubicBezTo>
                  <a:pt x="9967976" y="75865"/>
                  <a:pt x="9969861" y="76274"/>
                  <a:pt x="9971846" y="76274"/>
                </a:cubicBezTo>
                <a:cubicBezTo>
                  <a:pt x="9975219" y="76274"/>
                  <a:pt x="9977775" y="74960"/>
                  <a:pt x="9979511" y="72330"/>
                </a:cubicBezTo>
                <a:cubicBezTo>
                  <a:pt x="9981246" y="69701"/>
                  <a:pt x="9982115" y="65807"/>
                  <a:pt x="9982115" y="60647"/>
                </a:cubicBezTo>
                <a:cubicBezTo>
                  <a:pt x="9982115" y="55389"/>
                  <a:pt x="9981209" y="51420"/>
                  <a:pt x="9979399" y="48741"/>
                </a:cubicBezTo>
                <a:cubicBezTo>
                  <a:pt x="9977589" y="46062"/>
                  <a:pt x="9974921" y="44723"/>
                  <a:pt x="9971399" y="44723"/>
                </a:cubicBezTo>
                <a:close/>
                <a:moveTo>
                  <a:pt x="9314174" y="44723"/>
                </a:moveTo>
                <a:cubicBezTo>
                  <a:pt x="9312240" y="44723"/>
                  <a:pt x="9310478" y="45107"/>
                  <a:pt x="9308891" y="45876"/>
                </a:cubicBezTo>
                <a:cubicBezTo>
                  <a:pt x="9307304" y="46645"/>
                  <a:pt x="9305790" y="47873"/>
                  <a:pt x="9304352" y="49560"/>
                </a:cubicBezTo>
                <a:lnTo>
                  <a:pt x="9304352" y="71661"/>
                </a:lnTo>
                <a:cubicBezTo>
                  <a:pt x="9305641" y="73099"/>
                  <a:pt x="9307179" y="74228"/>
                  <a:pt x="9308965" y="75046"/>
                </a:cubicBezTo>
                <a:cubicBezTo>
                  <a:pt x="9310751" y="75865"/>
                  <a:pt x="9312636" y="76274"/>
                  <a:pt x="9314621" y="76274"/>
                </a:cubicBezTo>
                <a:cubicBezTo>
                  <a:pt x="9317994" y="76274"/>
                  <a:pt x="9320550" y="74960"/>
                  <a:pt x="9322286" y="72330"/>
                </a:cubicBezTo>
                <a:cubicBezTo>
                  <a:pt x="9324021" y="69701"/>
                  <a:pt x="9324890" y="65807"/>
                  <a:pt x="9324890" y="60647"/>
                </a:cubicBezTo>
                <a:cubicBezTo>
                  <a:pt x="9324890" y="55389"/>
                  <a:pt x="9323984" y="51420"/>
                  <a:pt x="9322174" y="48741"/>
                </a:cubicBezTo>
                <a:cubicBezTo>
                  <a:pt x="9320364" y="46062"/>
                  <a:pt x="9317696" y="44723"/>
                  <a:pt x="9314174" y="44723"/>
                </a:cubicBezTo>
                <a:close/>
                <a:moveTo>
                  <a:pt x="7894950" y="44723"/>
                </a:moveTo>
                <a:cubicBezTo>
                  <a:pt x="7893015" y="44723"/>
                  <a:pt x="7891254" y="45107"/>
                  <a:pt x="7889666" y="45876"/>
                </a:cubicBezTo>
                <a:cubicBezTo>
                  <a:pt x="7888079" y="46645"/>
                  <a:pt x="7886566" y="47873"/>
                  <a:pt x="7885127" y="49560"/>
                </a:cubicBezTo>
                <a:lnTo>
                  <a:pt x="7885127" y="71661"/>
                </a:lnTo>
                <a:cubicBezTo>
                  <a:pt x="7886417" y="73099"/>
                  <a:pt x="7887955" y="74228"/>
                  <a:pt x="7889741" y="75046"/>
                </a:cubicBezTo>
                <a:cubicBezTo>
                  <a:pt x="7891527" y="75865"/>
                  <a:pt x="7893411" y="76274"/>
                  <a:pt x="7895396" y="76274"/>
                </a:cubicBezTo>
                <a:cubicBezTo>
                  <a:pt x="7898769" y="76274"/>
                  <a:pt x="7901325" y="74960"/>
                  <a:pt x="7903061" y="72330"/>
                </a:cubicBezTo>
                <a:cubicBezTo>
                  <a:pt x="7904797" y="69701"/>
                  <a:pt x="7905665" y="65807"/>
                  <a:pt x="7905665" y="60647"/>
                </a:cubicBezTo>
                <a:cubicBezTo>
                  <a:pt x="7905665" y="55389"/>
                  <a:pt x="7904760" y="51420"/>
                  <a:pt x="7902949" y="48741"/>
                </a:cubicBezTo>
                <a:cubicBezTo>
                  <a:pt x="7901139" y="46062"/>
                  <a:pt x="7898472" y="44723"/>
                  <a:pt x="7894950" y="44723"/>
                </a:cubicBezTo>
                <a:close/>
                <a:moveTo>
                  <a:pt x="7475850" y="44723"/>
                </a:moveTo>
                <a:cubicBezTo>
                  <a:pt x="7473915" y="44723"/>
                  <a:pt x="7472154" y="45107"/>
                  <a:pt x="7470566" y="45876"/>
                </a:cubicBezTo>
                <a:cubicBezTo>
                  <a:pt x="7468979" y="46645"/>
                  <a:pt x="7467466" y="47873"/>
                  <a:pt x="7466027" y="49560"/>
                </a:cubicBezTo>
                <a:lnTo>
                  <a:pt x="7466027" y="71661"/>
                </a:lnTo>
                <a:cubicBezTo>
                  <a:pt x="7467317" y="73099"/>
                  <a:pt x="7468855" y="74228"/>
                  <a:pt x="7470641" y="75046"/>
                </a:cubicBezTo>
                <a:cubicBezTo>
                  <a:pt x="7472427" y="75865"/>
                  <a:pt x="7474312" y="76274"/>
                  <a:pt x="7476296" y="76274"/>
                </a:cubicBezTo>
                <a:cubicBezTo>
                  <a:pt x="7479670" y="76274"/>
                  <a:pt x="7482224" y="74960"/>
                  <a:pt x="7483961" y="72330"/>
                </a:cubicBezTo>
                <a:cubicBezTo>
                  <a:pt x="7485697" y="69701"/>
                  <a:pt x="7486565" y="65807"/>
                  <a:pt x="7486565" y="60647"/>
                </a:cubicBezTo>
                <a:cubicBezTo>
                  <a:pt x="7486565" y="55389"/>
                  <a:pt x="7485660" y="51420"/>
                  <a:pt x="7483849" y="48741"/>
                </a:cubicBezTo>
                <a:cubicBezTo>
                  <a:pt x="7482038" y="46062"/>
                  <a:pt x="7479372" y="44723"/>
                  <a:pt x="7475850" y="44723"/>
                </a:cubicBezTo>
                <a:close/>
                <a:moveTo>
                  <a:pt x="7123425" y="44723"/>
                </a:moveTo>
                <a:cubicBezTo>
                  <a:pt x="7121490" y="44723"/>
                  <a:pt x="7119729" y="45107"/>
                  <a:pt x="7118141" y="45876"/>
                </a:cubicBezTo>
                <a:cubicBezTo>
                  <a:pt x="7116554" y="46645"/>
                  <a:pt x="7115041" y="47873"/>
                  <a:pt x="7113602" y="49560"/>
                </a:cubicBezTo>
                <a:lnTo>
                  <a:pt x="7113602" y="71661"/>
                </a:lnTo>
                <a:cubicBezTo>
                  <a:pt x="7114892" y="73099"/>
                  <a:pt x="7116430" y="74228"/>
                  <a:pt x="7118216" y="75046"/>
                </a:cubicBezTo>
                <a:cubicBezTo>
                  <a:pt x="7120002" y="75865"/>
                  <a:pt x="7121887" y="76274"/>
                  <a:pt x="7123871" y="76274"/>
                </a:cubicBezTo>
                <a:cubicBezTo>
                  <a:pt x="7127245" y="76274"/>
                  <a:pt x="7129799" y="74960"/>
                  <a:pt x="7131536" y="72330"/>
                </a:cubicBezTo>
                <a:cubicBezTo>
                  <a:pt x="7133272" y="69701"/>
                  <a:pt x="7134140" y="65807"/>
                  <a:pt x="7134140" y="60647"/>
                </a:cubicBezTo>
                <a:cubicBezTo>
                  <a:pt x="7134140" y="55389"/>
                  <a:pt x="7133235" y="51420"/>
                  <a:pt x="7131424" y="48741"/>
                </a:cubicBezTo>
                <a:cubicBezTo>
                  <a:pt x="7129613" y="46062"/>
                  <a:pt x="7126947" y="44723"/>
                  <a:pt x="7123425" y="44723"/>
                </a:cubicBezTo>
                <a:close/>
                <a:moveTo>
                  <a:pt x="5342250" y="44723"/>
                </a:moveTo>
                <a:cubicBezTo>
                  <a:pt x="5340315" y="44723"/>
                  <a:pt x="5338553" y="45107"/>
                  <a:pt x="5336966" y="45876"/>
                </a:cubicBezTo>
                <a:cubicBezTo>
                  <a:pt x="5335380" y="46645"/>
                  <a:pt x="5333865" y="47873"/>
                  <a:pt x="5332427" y="49560"/>
                </a:cubicBezTo>
                <a:lnTo>
                  <a:pt x="5332427" y="71661"/>
                </a:lnTo>
                <a:cubicBezTo>
                  <a:pt x="5333716" y="73099"/>
                  <a:pt x="5335255" y="74228"/>
                  <a:pt x="5337041" y="75046"/>
                </a:cubicBezTo>
                <a:cubicBezTo>
                  <a:pt x="5338827" y="75865"/>
                  <a:pt x="5340711" y="76274"/>
                  <a:pt x="5342696" y="76274"/>
                </a:cubicBezTo>
                <a:cubicBezTo>
                  <a:pt x="5346069" y="76274"/>
                  <a:pt x="5348625" y="74960"/>
                  <a:pt x="5350361" y="72330"/>
                </a:cubicBezTo>
                <a:cubicBezTo>
                  <a:pt x="5352097" y="69701"/>
                  <a:pt x="5352966" y="65807"/>
                  <a:pt x="5352966" y="60647"/>
                </a:cubicBezTo>
                <a:cubicBezTo>
                  <a:pt x="5352966" y="55389"/>
                  <a:pt x="5352060" y="51420"/>
                  <a:pt x="5350249" y="48741"/>
                </a:cubicBezTo>
                <a:cubicBezTo>
                  <a:pt x="5348439" y="46062"/>
                  <a:pt x="5345772" y="44723"/>
                  <a:pt x="5342250" y="44723"/>
                </a:cubicBezTo>
                <a:close/>
                <a:moveTo>
                  <a:pt x="5237475" y="44723"/>
                </a:moveTo>
                <a:cubicBezTo>
                  <a:pt x="5235540" y="44723"/>
                  <a:pt x="5233778" y="45107"/>
                  <a:pt x="5232192" y="45876"/>
                </a:cubicBezTo>
                <a:cubicBezTo>
                  <a:pt x="5230604" y="46645"/>
                  <a:pt x="5229091" y="47873"/>
                  <a:pt x="5227652" y="49560"/>
                </a:cubicBezTo>
                <a:lnTo>
                  <a:pt x="5227652" y="71661"/>
                </a:lnTo>
                <a:cubicBezTo>
                  <a:pt x="5228941" y="73099"/>
                  <a:pt x="5230480" y="74228"/>
                  <a:pt x="5232266" y="75046"/>
                </a:cubicBezTo>
                <a:cubicBezTo>
                  <a:pt x="5234052" y="75865"/>
                  <a:pt x="5235936" y="76274"/>
                  <a:pt x="5237921" y="76274"/>
                </a:cubicBezTo>
                <a:cubicBezTo>
                  <a:pt x="5241294" y="76274"/>
                  <a:pt x="5243850" y="74960"/>
                  <a:pt x="5245586" y="72330"/>
                </a:cubicBezTo>
                <a:cubicBezTo>
                  <a:pt x="5247322" y="69701"/>
                  <a:pt x="5248190" y="65807"/>
                  <a:pt x="5248190" y="60647"/>
                </a:cubicBezTo>
                <a:cubicBezTo>
                  <a:pt x="5248190" y="55389"/>
                  <a:pt x="5247285" y="51420"/>
                  <a:pt x="5245474" y="48741"/>
                </a:cubicBezTo>
                <a:cubicBezTo>
                  <a:pt x="5243664" y="46062"/>
                  <a:pt x="5240997" y="44723"/>
                  <a:pt x="5237475" y="44723"/>
                </a:cubicBezTo>
                <a:close/>
                <a:moveTo>
                  <a:pt x="1894200" y="44723"/>
                </a:moveTo>
                <a:cubicBezTo>
                  <a:pt x="1892265" y="44723"/>
                  <a:pt x="1890505" y="45107"/>
                  <a:pt x="1888917" y="45876"/>
                </a:cubicBezTo>
                <a:cubicBezTo>
                  <a:pt x="1887329" y="46645"/>
                  <a:pt x="1885816" y="47873"/>
                  <a:pt x="1884377" y="49560"/>
                </a:cubicBezTo>
                <a:lnTo>
                  <a:pt x="1884377" y="71661"/>
                </a:lnTo>
                <a:cubicBezTo>
                  <a:pt x="1885668" y="73099"/>
                  <a:pt x="1887205" y="74228"/>
                  <a:pt x="1888992" y="75046"/>
                </a:cubicBezTo>
                <a:cubicBezTo>
                  <a:pt x="1890777" y="75865"/>
                  <a:pt x="1892662" y="76274"/>
                  <a:pt x="1894647" y="76274"/>
                </a:cubicBezTo>
                <a:cubicBezTo>
                  <a:pt x="1898020" y="76274"/>
                  <a:pt x="1900575" y="74960"/>
                  <a:pt x="1902311" y="72330"/>
                </a:cubicBezTo>
                <a:cubicBezTo>
                  <a:pt x="1904048" y="69701"/>
                  <a:pt x="1904916" y="65807"/>
                  <a:pt x="1904916" y="60647"/>
                </a:cubicBezTo>
                <a:cubicBezTo>
                  <a:pt x="1904916" y="55389"/>
                  <a:pt x="1904011" y="51420"/>
                  <a:pt x="1902200" y="48741"/>
                </a:cubicBezTo>
                <a:cubicBezTo>
                  <a:pt x="1900389" y="46062"/>
                  <a:pt x="1897722" y="44723"/>
                  <a:pt x="1894200" y="44723"/>
                </a:cubicBezTo>
                <a:close/>
                <a:moveTo>
                  <a:pt x="1789426" y="44723"/>
                </a:moveTo>
                <a:cubicBezTo>
                  <a:pt x="1787491" y="44723"/>
                  <a:pt x="1785730" y="45107"/>
                  <a:pt x="1784142" y="45876"/>
                </a:cubicBezTo>
                <a:cubicBezTo>
                  <a:pt x="1782554" y="46645"/>
                  <a:pt x="1781041" y="47873"/>
                  <a:pt x="1779602" y="49560"/>
                </a:cubicBezTo>
                <a:lnTo>
                  <a:pt x="1779602" y="71661"/>
                </a:lnTo>
                <a:cubicBezTo>
                  <a:pt x="1780892" y="73099"/>
                  <a:pt x="1782430" y="74228"/>
                  <a:pt x="1784217" y="75046"/>
                </a:cubicBezTo>
                <a:cubicBezTo>
                  <a:pt x="1786002" y="75865"/>
                  <a:pt x="1787888" y="76274"/>
                  <a:pt x="1789871" y="76274"/>
                </a:cubicBezTo>
                <a:cubicBezTo>
                  <a:pt x="1793245" y="76274"/>
                  <a:pt x="1795800" y="74960"/>
                  <a:pt x="1797536" y="72330"/>
                </a:cubicBezTo>
                <a:cubicBezTo>
                  <a:pt x="1799273" y="69701"/>
                  <a:pt x="1800141" y="65807"/>
                  <a:pt x="1800141" y="60647"/>
                </a:cubicBezTo>
                <a:cubicBezTo>
                  <a:pt x="1800141" y="55389"/>
                  <a:pt x="1799236" y="51420"/>
                  <a:pt x="1797425" y="48741"/>
                </a:cubicBezTo>
                <a:cubicBezTo>
                  <a:pt x="1795614" y="46062"/>
                  <a:pt x="1792948" y="44723"/>
                  <a:pt x="1789426" y="44723"/>
                </a:cubicBezTo>
                <a:close/>
                <a:moveTo>
                  <a:pt x="10817190" y="44425"/>
                </a:moveTo>
                <a:cubicBezTo>
                  <a:pt x="10813767" y="44425"/>
                  <a:pt x="10811175" y="45641"/>
                  <a:pt x="10809413" y="48071"/>
                </a:cubicBezTo>
                <a:cubicBezTo>
                  <a:pt x="10807652" y="50502"/>
                  <a:pt x="10806772" y="54124"/>
                  <a:pt x="10806772" y="58936"/>
                </a:cubicBezTo>
                <a:cubicBezTo>
                  <a:pt x="10806772" y="63798"/>
                  <a:pt x="10807689" y="67481"/>
                  <a:pt x="10809525" y="69986"/>
                </a:cubicBezTo>
                <a:cubicBezTo>
                  <a:pt x="10811361" y="72492"/>
                  <a:pt x="10814089" y="73744"/>
                  <a:pt x="10817711" y="73744"/>
                </a:cubicBezTo>
                <a:cubicBezTo>
                  <a:pt x="10819645" y="73744"/>
                  <a:pt x="10821407" y="73360"/>
                  <a:pt x="10822994" y="72591"/>
                </a:cubicBezTo>
                <a:cubicBezTo>
                  <a:pt x="10824581" y="71822"/>
                  <a:pt x="10826095" y="70594"/>
                  <a:pt x="10827533" y="68907"/>
                </a:cubicBezTo>
                <a:lnTo>
                  <a:pt x="10827533" y="49039"/>
                </a:lnTo>
                <a:cubicBezTo>
                  <a:pt x="10826194" y="47550"/>
                  <a:pt x="10824631" y="46409"/>
                  <a:pt x="10822845" y="45616"/>
                </a:cubicBezTo>
                <a:cubicBezTo>
                  <a:pt x="10821059" y="44822"/>
                  <a:pt x="10819174" y="44425"/>
                  <a:pt x="10817190" y="44425"/>
                </a:cubicBezTo>
                <a:close/>
                <a:moveTo>
                  <a:pt x="8778691" y="44425"/>
                </a:moveTo>
                <a:cubicBezTo>
                  <a:pt x="8775318" y="44425"/>
                  <a:pt x="8772762" y="45740"/>
                  <a:pt x="8771026" y="48369"/>
                </a:cubicBezTo>
                <a:cubicBezTo>
                  <a:pt x="8769290" y="50998"/>
                  <a:pt x="8768422" y="54893"/>
                  <a:pt x="8768422" y="60052"/>
                </a:cubicBezTo>
                <a:cubicBezTo>
                  <a:pt x="8768422" y="65311"/>
                  <a:pt x="8769327" y="69279"/>
                  <a:pt x="8771138" y="71958"/>
                </a:cubicBezTo>
                <a:cubicBezTo>
                  <a:pt x="8772948" y="74637"/>
                  <a:pt x="8775615" y="75977"/>
                  <a:pt x="8779137" y="75977"/>
                </a:cubicBezTo>
                <a:cubicBezTo>
                  <a:pt x="8781072" y="75977"/>
                  <a:pt x="8782834" y="75592"/>
                  <a:pt x="8784421" y="74823"/>
                </a:cubicBezTo>
                <a:cubicBezTo>
                  <a:pt x="8786008" y="74054"/>
                  <a:pt x="8787522" y="72826"/>
                  <a:pt x="8788960" y="71140"/>
                </a:cubicBezTo>
                <a:lnTo>
                  <a:pt x="8788960" y="49039"/>
                </a:lnTo>
                <a:cubicBezTo>
                  <a:pt x="8787670" y="47600"/>
                  <a:pt x="8786132" y="46471"/>
                  <a:pt x="8784346" y="45653"/>
                </a:cubicBezTo>
                <a:cubicBezTo>
                  <a:pt x="8782560" y="44834"/>
                  <a:pt x="8780676" y="44425"/>
                  <a:pt x="8778691" y="44425"/>
                </a:cubicBezTo>
                <a:close/>
                <a:moveTo>
                  <a:pt x="8340541" y="44425"/>
                </a:moveTo>
                <a:cubicBezTo>
                  <a:pt x="8337167" y="44425"/>
                  <a:pt x="8334612" y="45740"/>
                  <a:pt x="8332876" y="48369"/>
                </a:cubicBezTo>
                <a:cubicBezTo>
                  <a:pt x="8331140" y="50998"/>
                  <a:pt x="8330271" y="54893"/>
                  <a:pt x="8330271" y="60052"/>
                </a:cubicBezTo>
                <a:cubicBezTo>
                  <a:pt x="8330271" y="65311"/>
                  <a:pt x="8331177" y="69279"/>
                  <a:pt x="8332988" y="71958"/>
                </a:cubicBezTo>
                <a:cubicBezTo>
                  <a:pt x="8334798" y="74637"/>
                  <a:pt x="8337465" y="75977"/>
                  <a:pt x="8340987" y="75977"/>
                </a:cubicBezTo>
                <a:cubicBezTo>
                  <a:pt x="8342922" y="75977"/>
                  <a:pt x="8344683" y="75592"/>
                  <a:pt x="8346271" y="74823"/>
                </a:cubicBezTo>
                <a:cubicBezTo>
                  <a:pt x="8347858" y="74054"/>
                  <a:pt x="8349371" y="72826"/>
                  <a:pt x="8350810" y="71140"/>
                </a:cubicBezTo>
                <a:lnTo>
                  <a:pt x="8350810" y="49039"/>
                </a:lnTo>
                <a:cubicBezTo>
                  <a:pt x="8349521" y="47600"/>
                  <a:pt x="8347982" y="46471"/>
                  <a:pt x="8346197" y="45653"/>
                </a:cubicBezTo>
                <a:cubicBezTo>
                  <a:pt x="8344411" y="44834"/>
                  <a:pt x="8342525" y="44425"/>
                  <a:pt x="8340541" y="44425"/>
                </a:cubicBezTo>
                <a:close/>
                <a:moveTo>
                  <a:pt x="8073841" y="44425"/>
                </a:moveTo>
                <a:cubicBezTo>
                  <a:pt x="8070467" y="44425"/>
                  <a:pt x="8067912" y="45740"/>
                  <a:pt x="8066176" y="48369"/>
                </a:cubicBezTo>
                <a:cubicBezTo>
                  <a:pt x="8064440" y="50998"/>
                  <a:pt x="8063571" y="54893"/>
                  <a:pt x="8063571" y="60052"/>
                </a:cubicBezTo>
                <a:cubicBezTo>
                  <a:pt x="8063571" y="65311"/>
                  <a:pt x="8064477" y="69279"/>
                  <a:pt x="8066288" y="71958"/>
                </a:cubicBezTo>
                <a:cubicBezTo>
                  <a:pt x="8068098" y="74637"/>
                  <a:pt x="8070765" y="75977"/>
                  <a:pt x="8074287" y="75977"/>
                </a:cubicBezTo>
                <a:cubicBezTo>
                  <a:pt x="8076222" y="75977"/>
                  <a:pt x="8077983" y="75592"/>
                  <a:pt x="8079571" y="74823"/>
                </a:cubicBezTo>
                <a:cubicBezTo>
                  <a:pt x="8081158" y="74054"/>
                  <a:pt x="8082671" y="72826"/>
                  <a:pt x="8084110" y="71140"/>
                </a:cubicBezTo>
                <a:lnTo>
                  <a:pt x="8084110" y="49039"/>
                </a:lnTo>
                <a:cubicBezTo>
                  <a:pt x="8082821" y="47600"/>
                  <a:pt x="8081282" y="46471"/>
                  <a:pt x="8079497" y="45653"/>
                </a:cubicBezTo>
                <a:cubicBezTo>
                  <a:pt x="8077711" y="44834"/>
                  <a:pt x="8075825" y="44425"/>
                  <a:pt x="8073841" y="44425"/>
                </a:cubicBezTo>
                <a:close/>
                <a:moveTo>
                  <a:pt x="7988116" y="44425"/>
                </a:moveTo>
                <a:cubicBezTo>
                  <a:pt x="7984743" y="44425"/>
                  <a:pt x="7982187" y="45740"/>
                  <a:pt x="7980451" y="48369"/>
                </a:cubicBezTo>
                <a:cubicBezTo>
                  <a:pt x="7978715" y="50998"/>
                  <a:pt x="7977847" y="54893"/>
                  <a:pt x="7977847" y="60052"/>
                </a:cubicBezTo>
                <a:cubicBezTo>
                  <a:pt x="7977847" y="65311"/>
                  <a:pt x="7978753" y="69279"/>
                  <a:pt x="7980563" y="71958"/>
                </a:cubicBezTo>
                <a:cubicBezTo>
                  <a:pt x="7982373" y="74637"/>
                  <a:pt x="7985041" y="75977"/>
                  <a:pt x="7988563" y="75977"/>
                </a:cubicBezTo>
                <a:cubicBezTo>
                  <a:pt x="7990497" y="75977"/>
                  <a:pt x="7992259" y="75592"/>
                  <a:pt x="7993845" y="74823"/>
                </a:cubicBezTo>
                <a:cubicBezTo>
                  <a:pt x="7995433" y="74054"/>
                  <a:pt x="7996947" y="72826"/>
                  <a:pt x="7998385" y="71140"/>
                </a:cubicBezTo>
                <a:lnTo>
                  <a:pt x="7998385" y="49039"/>
                </a:lnTo>
                <a:cubicBezTo>
                  <a:pt x="7997095" y="47600"/>
                  <a:pt x="7995557" y="46471"/>
                  <a:pt x="7993771" y="45653"/>
                </a:cubicBezTo>
                <a:cubicBezTo>
                  <a:pt x="7991985" y="44834"/>
                  <a:pt x="7990101" y="44425"/>
                  <a:pt x="7988116" y="44425"/>
                </a:cubicBezTo>
                <a:close/>
                <a:moveTo>
                  <a:pt x="7730941" y="44425"/>
                </a:moveTo>
                <a:cubicBezTo>
                  <a:pt x="7727567" y="44425"/>
                  <a:pt x="7725013" y="45740"/>
                  <a:pt x="7723276" y="48369"/>
                </a:cubicBezTo>
                <a:cubicBezTo>
                  <a:pt x="7721540" y="50998"/>
                  <a:pt x="7720672" y="54893"/>
                  <a:pt x="7720672" y="60052"/>
                </a:cubicBezTo>
                <a:cubicBezTo>
                  <a:pt x="7720672" y="65311"/>
                  <a:pt x="7721577" y="69279"/>
                  <a:pt x="7723388" y="71958"/>
                </a:cubicBezTo>
                <a:cubicBezTo>
                  <a:pt x="7725199" y="74637"/>
                  <a:pt x="7727865" y="75977"/>
                  <a:pt x="7731388" y="75977"/>
                </a:cubicBezTo>
                <a:cubicBezTo>
                  <a:pt x="7733322" y="75977"/>
                  <a:pt x="7735083" y="75592"/>
                  <a:pt x="7736671" y="74823"/>
                </a:cubicBezTo>
                <a:cubicBezTo>
                  <a:pt x="7738259" y="74054"/>
                  <a:pt x="7739771" y="72826"/>
                  <a:pt x="7741210" y="71140"/>
                </a:cubicBezTo>
                <a:lnTo>
                  <a:pt x="7741210" y="49039"/>
                </a:lnTo>
                <a:cubicBezTo>
                  <a:pt x="7739920" y="47600"/>
                  <a:pt x="7738382" y="46471"/>
                  <a:pt x="7736597" y="45653"/>
                </a:cubicBezTo>
                <a:cubicBezTo>
                  <a:pt x="7734811" y="44834"/>
                  <a:pt x="7732925" y="44425"/>
                  <a:pt x="7730941" y="44425"/>
                </a:cubicBezTo>
                <a:close/>
                <a:moveTo>
                  <a:pt x="7578541" y="44425"/>
                </a:moveTo>
                <a:cubicBezTo>
                  <a:pt x="7575167" y="44425"/>
                  <a:pt x="7572613" y="45740"/>
                  <a:pt x="7570876" y="48369"/>
                </a:cubicBezTo>
                <a:cubicBezTo>
                  <a:pt x="7569140" y="50998"/>
                  <a:pt x="7568272" y="54893"/>
                  <a:pt x="7568272" y="60052"/>
                </a:cubicBezTo>
                <a:cubicBezTo>
                  <a:pt x="7568272" y="65311"/>
                  <a:pt x="7569177" y="69279"/>
                  <a:pt x="7570988" y="71958"/>
                </a:cubicBezTo>
                <a:cubicBezTo>
                  <a:pt x="7572799" y="74637"/>
                  <a:pt x="7575465" y="75977"/>
                  <a:pt x="7578988" y="75977"/>
                </a:cubicBezTo>
                <a:cubicBezTo>
                  <a:pt x="7580922" y="75977"/>
                  <a:pt x="7582683" y="75592"/>
                  <a:pt x="7584271" y="74823"/>
                </a:cubicBezTo>
                <a:cubicBezTo>
                  <a:pt x="7585859" y="74054"/>
                  <a:pt x="7587371" y="72826"/>
                  <a:pt x="7588810" y="71140"/>
                </a:cubicBezTo>
                <a:lnTo>
                  <a:pt x="7588810" y="49039"/>
                </a:lnTo>
                <a:cubicBezTo>
                  <a:pt x="7587520" y="47600"/>
                  <a:pt x="7585982" y="46471"/>
                  <a:pt x="7584197" y="45653"/>
                </a:cubicBezTo>
                <a:cubicBezTo>
                  <a:pt x="7582411" y="44834"/>
                  <a:pt x="7580525" y="44425"/>
                  <a:pt x="7578541" y="44425"/>
                </a:cubicBezTo>
                <a:close/>
                <a:moveTo>
                  <a:pt x="7330891" y="44425"/>
                </a:moveTo>
                <a:cubicBezTo>
                  <a:pt x="7327518" y="44425"/>
                  <a:pt x="7324963" y="45740"/>
                  <a:pt x="7323226" y="48369"/>
                </a:cubicBezTo>
                <a:cubicBezTo>
                  <a:pt x="7321490" y="50998"/>
                  <a:pt x="7320622" y="54893"/>
                  <a:pt x="7320622" y="60052"/>
                </a:cubicBezTo>
                <a:cubicBezTo>
                  <a:pt x="7320622" y="65311"/>
                  <a:pt x="7321527" y="69279"/>
                  <a:pt x="7323338" y="71958"/>
                </a:cubicBezTo>
                <a:cubicBezTo>
                  <a:pt x="7325149" y="74637"/>
                  <a:pt x="7327815" y="75977"/>
                  <a:pt x="7331338" y="75977"/>
                </a:cubicBezTo>
                <a:cubicBezTo>
                  <a:pt x="7333272" y="75977"/>
                  <a:pt x="7335034" y="75592"/>
                  <a:pt x="7336621" y="74823"/>
                </a:cubicBezTo>
                <a:cubicBezTo>
                  <a:pt x="7338209" y="74054"/>
                  <a:pt x="7339721" y="72826"/>
                  <a:pt x="7341160" y="71140"/>
                </a:cubicBezTo>
                <a:lnTo>
                  <a:pt x="7341160" y="49039"/>
                </a:lnTo>
                <a:cubicBezTo>
                  <a:pt x="7339870" y="47600"/>
                  <a:pt x="7338332" y="46471"/>
                  <a:pt x="7336547" y="45653"/>
                </a:cubicBezTo>
                <a:cubicBezTo>
                  <a:pt x="7334761" y="44834"/>
                  <a:pt x="7332875" y="44425"/>
                  <a:pt x="7330891" y="44425"/>
                </a:cubicBezTo>
                <a:close/>
                <a:moveTo>
                  <a:pt x="5883240" y="44425"/>
                </a:moveTo>
                <a:cubicBezTo>
                  <a:pt x="5879817" y="44425"/>
                  <a:pt x="5877225" y="45641"/>
                  <a:pt x="5875464" y="48071"/>
                </a:cubicBezTo>
                <a:cubicBezTo>
                  <a:pt x="5873703" y="50502"/>
                  <a:pt x="5872822" y="54124"/>
                  <a:pt x="5872822" y="58936"/>
                </a:cubicBezTo>
                <a:cubicBezTo>
                  <a:pt x="5872822" y="63798"/>
                  <a:pt x="5873740" y="67481"/>
                  <a:pt x="5875575" y="69986"/>
                </a:cubicBezTo>
                <a:cubicBezTo>
                  <a:pt x="5877411" y="72492"/>
                  <a:pt x="5880139" y="73744"/>
                  <a:pt x="5883761" y="73744"/>
                </a:cubicBezTo>
                <a:cubicBezTo>
                  <a:pt x="5885696" y="73744"/>
                  <a:pt x="5887456" y="73360"/>
                  <a:pt x="5889044" y="72591"/>
                </a:cubicBezTo>
                <a:cubicBezTo>
                  <a:pt x="5890632" y="71822"/>
                  <a:pt x="5892145" y="70594"/>
                  <a:pt x="5893583" y="68907"/>
                </a:cubicBezTo>
                <a:lnTo>
                  <a:pt x="5893583" y="49039"/>
                </a:lnTo>
                <a:cubicBezTo>
                  <a:pt x="5892244" y="47550"/>
                  <a:pt x="5890681" y="46409"/>
                  <a:pt x="5888895" y="45616"/>
                </a:cubicBezTo>
                <a:cubicBezTo>
                  <a:pt x="5887109" y="44822"/>
                  <a:pt x="5885224" y="44425"/>
                  <a:pt x="5883240" y="44425"/>
                </a:cubicBezTo>
                <a:close/>
                <a:moveTo>
                  <a:pt x="4149541" y="44425"/>
                </a:moveTo>
                <a:cubicBezTo>
                  <a:pt x="4146168" y="44425"/>
                  <a:pt x="4143613" y="45740"/>
                  <a:pt x="4141876" y="48369"/>
                </a:cubicBezTo>
                <a:cubicBezTo>
                  <a:pt x="4140140" y="50998"/>
                  <a:pt x="4139272" y="54893"/>
                  <a:pt x="4139272" y="60052"/>
                </a:cubicBezTo>
                <a:cubicBezTo>
                  <a:pt x="4139272" y="65311"/>
                  <a:pt x="4140177" y="69279"/>
                  <a:pt x="4141989" y="71958"/>
                </a:cubicBezTo>
                <a:cubicBezTo>
                  <a:pt x="4143799" y="74637"/>
                  <a:pt x="4146465" y="75977"/>
                  <a:pt x="4149987" y="75977"/>
                </a:cubicBezTo>
                <a:cubicBezTo>
                  <a:pt x="4151922" y="75977"/>
                  <a:pt x="4153683" y="75592"/>
                  <a:pt x="4155271" y="74823"/>
                </a:cubicBezTo>
                <a:cubicBezTo>
                  <a:pt x="4156858" y="74054"/>
                  <a:pt x="4158372" y="72826"/>
                  <a:pt x="4159810" y="71140"/>
                </a:cubicBezTo>
                <a:lnTo>
                  <a:pt x="4159810" y="49039"/>
                </a:lnTo>
                <a:cubicBezTo>
                  <a:pt x="4158520" y="47600"/>
                  <a:pt x="4156982" y="46471"/>
                  <a:pt x="4155196" y="45653"/>
                </a:cubicBezTo>
                <a:cubicBezTo>
                  <a:pt x="4153410" y="44834"/>
                  <a:pt x="4151525" y="44425"/>
                  <a:pt x="4149541" y="44425"/>
                </a:cubicBezTo>
                <a:close/>
                <a:moveTo>
                  <a:pt x="3920941" y="44425"/>
                </a:moveTo>
                <a:cubicBezTo>
                  <a:pt x="3917568" y="44425"/>
                  <a:pt x="3915013" y="45740"/>
                  <a:pt x="3913276" y="48369"/>
                </a:cubicBezTo>
                <a:cubicBezTo>
                  <a:pt x="3911540" y="50998"/>
                  <a:pt x="3910672" y="54893"/>
                  <a:pt x="3910672" y="60052"/>
                </a:cubicBezTo>
                <a:cubicBezTo>
                  <a:pt x="3910672" y="65311"/>
                  <a:pt x="3911577" y="69279"/>
                  <a:pt x="3913388" y="71958"/>
                </a:cubicBezTo>
                <a:cubicBezTo>
                  <a:pt x="3915199" y="74637"/>
                  <a:pt x="3917865" y="75977"/>
                  <a:pt x="3921387" y="75977"/>
                </a:cubicBezTo>
                <a:cubicBezTo>
                  <a:pt x="3923322" y="75977"/>
                  <a:pt x="3925083" y="75592"/>
                  <a:pt x="3926672" y="74823"/>
                </a:cubicBezTo>
                <a:cubicBezTo>
                  <a:pt x="3928258" y="74054"/>
                  <a:pt x="3929771" y="72826"/>
                  <a:pt x="3931210" y="71140"/>
                </a:cubicBezTo>
                <a:lnTo>
                  <a:pt x="3931210" y="49039"/>
                </a:lnTo>
                <a:cubicBezTo>
                  <a:pt x="3929921" y="47600"/>
                  <a:pt x="3928382" y="46471"/>
                  <a:pt x="3926596" y="45653"/>
                </a:cubicBezTo>
                <a:cubicBezTo>
                  <a:pt x="3924810" y="44834"/>
                  <a:pt x="3922925" y="44425"/>
                  <a:pt x="3920941" y="44425"/>
                </a:cubicBezTo>
                <a:close/>
                <a:moveTo>
                  <a:pt x="3473267" y="44425"/>
                </a:moveTo>
                <a:cubicBezTo>
                  <a:pt x="3469893" y="44425"/>
                  <a:pt x="3467339" y="45740"/>
                  <a:pt x="3465602" y="48369"/>
                </a:cubicBezTo>
                <a:cubicBezTo>
                  <a:pt x="3463865" y="50998"/>
                  <a:pt x="3462998" y="54893"/>
                  <a:pt x="3462998" y="60052"/>
                </a:cubicBezTo>
                <a:cubicBezTo>
                  <a:pt x="3462998" y="65311"/>
                  <a:pt x="3463903" y="69279"/>
                  <a:pt x="3465714" y="71958"/>
                </a:cubicBezTo>
                <a:cubicBezTo>
                  <a:pt x="3467524" y="74637"/>
                  <a:pt x="3470191" y="75977"/>
                  <a:pt x="3473713" y="75977"/>
                </a:cubicBezTo>
                <a:cubicBezTo>
                  <a:pt x="3475648" y="75977"/>
                  <a:pt x="3477409" y="75592"/>
                  <a:pt x="3478997" y="74823"/>
                </a:cubicBezTo>
                <a:cubicBezTo>
                  <a:pt x="3480584" y="74054"/>
                  <a:pt x="3482097" y="72826"/>
                  <a:pt x="3483536" y="71140"/>
                </a:cubicBezTo>
                <a:lnTo>
                  <a:pt x="3483536" y="49039"/>
                </a:lnTo>
                <a:cubicBezTo>
                  <a:pt x="3482246" y="47600"/>
                  <a:pt x="3480708" y="46471"/>
                  <a:pt x="3478922" y="45653"/>
                </a:cubicBezTo>
                <a:cubicBezTo>
                  <a:pt x="3477136" y="44834"/>
                  <a:pt x="3475251" y="44425"/>
                  <a:pt x="3473267" y="44425"/>
                </a:cubicBezTo>
                <a:close/>
                <a:moveTo>
                  <a:pt x="2520916" y="44425"/>
                </a:moveTo>
                <a:cubicBezTo>
                  <a:pt x="2517492" y="44425"/>
                  <a:pt x="2514900" y="45641"/>
                  <a:pt x="2513139" y="48071"/>
                </a:cubicBezTo>
                <a:cubicBezTo>
                  <a:pt x="2511378" y="50502"/>
                  <a:pt x="2510498" y="54124"/>
                  <a:pt x="2510498" y="58936"/>
                </a:cubicBezTo>
                <a:cubicBezTo>
                  <a:pt x="2510498" y="63798"/>
                  <a:pt x="2511416" y="67481"/>
                  <a:pt x="2513251" y="69986"/>
                </a:cubicBezTo>
                <a:cubicBezTo>
                  <a:pt x="2515086" y="72492"/>
                  <a:pt x="2517815" y="73744"/>
                  <a:pt x="2521436" y="73744"/>
                </a:cubicBezTo>
                <a:cubicBezTo>
                  <a:pt x="2523371" y="73744"/>
                  <a:pt x="2525132" y="73360"/>
                  <a:pt x="2526720" y="72591"/>
                </a:cubicBezTo>
                <a:cubicBezTo>
                  <a:pt x="2528308" y="71822"/>
                  <a:pt x="2529820" y="70594"/>
                  <a:pt x="2531259" y="68907"/>
                </a:cubicBezTo>
                <a:lnTo>
                  <a:pt x="2531259" y="49039"/>
                </a:lnTo>
                <a:cubicBezTo>
                  <a:pt x="2529920" y="47550"/>
                  <a:pt x="2528357" y="46409"/>
                  <a:pt x="2526571" y="45616"/>
                </a:cubicBezTo>
                <a:cubicBezTo>
                  <a:pt x="2524785" y="44822"/>
                  <a:pt x="2522900" y="44425"/>
                  <a:pt x="2520916" y="44425"/>
                </a:cubicBezTo>
                <a:close/>
                <a:moveTo>
                  <a:pt x="11074811" y="44351"/>
                </a:moveTo>
                <a:cubicBezTo>
                  <a:pt x="11071239" y="44351"/>
                  <a:pt x="11068536" y="45703"/>
                  <a:pt x="11066700" y="48406"/>
                </a:cubicBezTo>
                <a:cubicBezTo>
                  <a:pt x="11064864" y="51110"/>
                  <a:pt x="11063947" y="55091"/>
                  <a:pt x="11063947" y="60350"/>
                </a:cubicBezTo>
                <a:cubicBezTo>
                  <a:pt x="11063947" y="65608"/>
                  <a:pt x="11064864" y="69589"/>
                  <a:pt x="11066700" y="72293"/>
                </a:cubicBezTo>
                <a:cubicBezTo>
                  <a:pt x="11068536" y="74997"/>
                  <a:pt x="11071215" y="76349"/>
                  <a:pt x="11074737" y="76349"/>
                </a:cubicBezTo>
                <a:cubicBezTo>
                  <a:pt x="11078309" y="76349"/>
                  <a:pt x="11081012" y="74997"/>
                  <a:pt x="11082848" y="72293"/>
                </a:cubicBezTo>
                <a:cubicBezTo>
                  <a:pt x="11084684" y="69589"/>
                  <a:pt x="11085601" y="65608"/>
                  <a:pt x="11085601" y="60350"/>
                </a:cubicBezTo>
                <a:cubicBezTo>
                  <a:pt x="11085601" y="55091"/>
                  <a:pt x="11084684" y="51110"/>
                  <a:pt x="11082848" y="48406"/>
                </a:cubicBezTo>
                <a:cubicBezTo>
                  <a:pt x="11081012" y="45703"/>
                  <a:pt x="11078333" y="44351"/>
                  <a:pt x="11074811" y="44351"/>
                </a:cubicBezTo>
                <a:close/>
                <a:moveTo>
                  <a:pt x="10941015" y="44351"/>
                </a:moveTo>
                <a:cubicBezTo>
                  <a:pt x="10937839" y="44351"/>
                  <a:pt x="10935372" y="45430"/>
                  <a:pt x="10933610" y="47588"/>
                </a:cubicBezTo>
                <a:cubicBezTo>
                  <a:pt x="10931849" y="49746"/>
                  <a:pt x="10930795" y="52958"/>
                  <a:pt x="10930448" y="57224"/>
                </a:cubicBezTo>
                <a:lnTo>
                  <a:pt x="10951581" y="57224"/>
                </a:lnTo>
                <a:cubicBezTo>
                  <a:pt x="10951531" y="53156"/>
                  <a:pt x="10950577" y="49994"/>
                  <a:pt x="10948716" y="47737"/>
                </a:cubicBezTo>
                <a:cubicBezTo>
                  <a:pt x="10946856" y="45479"/>
                  <a:pt x="10944289" y="44351"/>
                  <a:pt x="10941015" y="44351"/>
                </a:cubicBezTo>
                <a:close/>
                <a:moveTo>
                  <a:pt x="10465211" y="44351"/>
                </a:moveTo>
                <a:cubicBezTo>
                  <a:pt x="10461639" y="44351"/>
                  <a:pt x="10458936" y="45703"/>
                  <a:pt x="10457100" y="48406"/>
                </a:cubicBezTo>
                <a:cubicBezTo>
                  <a:pt x="10455264" y="51110"/>
                  <a:pt x="10454347" y="55091"/>
                  <a:pt x="10454347" y="60350"/>
                </a:cubicBezTo>
                <a:cubicBezTo>
                  <a:pt x="10454347" y="65608"/>
                  <a:pt x="10455264" y="69589"/>
                  <a:pt x="10457100" y="72293"/>
                </a:cubicBezTo>
                <a:cubicBezTo>
                  <a:pt x="10458936" y="74997"/>
                  <a:pt x="10461615" y="76349"/>
                  <a:pt x="10465137" y="76349"/>
                </a:cubicBezTo>
                <a:cubicBezTo>
                  <a:pt x="10468709" y="76349"/>
                  <a:pt x="10471412" y="74997"/>
                  <a:pt x="10473248" y="72293"/>
                </a:cubicBezTo>
                <a:cubicBezTo>
                  <a:pt x="10475084" y="69589"/>
                  <a:pt x="10476001" y="65608"/>
                  <a:pt x="10476001" y="60350"/>
                </a:cubicBezTo>
                <a:cubicBezTo>
                  <a:pt x="10476001" y="55091"/>
                  <a:pt x="10475084" y="51110"/>
                  <a:pt x="10473248" y="48406"/>
                </a:cubicBezTo>
                <a:cubicBezTo>
                  <a:pt x="10471412" y="45703"/>
                  <a:pt x="10468733" y="44351"/>
                  <a:pt x="10465211" y="44351"/>
                </a:cubicBezTo>
                <a:close/>
                <a:moveTo>
                  <a:pt x="10331415" y="44351"/>
                </a:moveTo>
                <a:cubicBezTo>
                  <a:pt x="10328239" y="44351"/>
                  <a:pt x="10325772" y="45430"/>
                  <a:pt x="10324010" y="47588"/>
                </a:cubicBezTo>
                <a:cubicBezTo>
                  <a:pt x="10322249" y="49746"/>
                  <a:pt x="10321195" y="52958"/>
                  <a:pt x="10320848" y="57224"/>
                </a:cubicBezTo>
                <a:lnTo>
                  <a:pt x="10341981" y="57224"/>
                </a:lnTo>
                <a:cubicBezTo>
                  <a:pt x="10341931" y="53156"/>
                  <a:pt x="10340977" y="49994"/>
                  <a:pt x="10339116" y="47737"/>
                </a:cubicBezTo>
                <a:cubicBezTo>
                  <a:pt x="10337256" y="45479"/>
                  <a:pt x="10334689" y="44351"/>
                  <a:pt x="10331415" y="44351"/>
                </a:cubicBezTo>
                <a:close/>
                <a:moveTo>
                  <a:pt x="10208036" y="44351"/>
                </a:moveTo>
                <a:cubicBezTo>
                  <a:pt x="10204464" y="44351"/>
                  <a:pt x="10201761" y="45703"/>
                  <a:pt x="10199925" y="48406"/>
                </a:cubicBezTo>
                <a:cubicBezTo>
                  <a:pt x="10198089" y="51110"/>
                  <a:pt x="10197172" y="55091"/>
                  <a:pt x="10197172" y="60350"/>
                </a:cubicBezTo>
                <a:cubicBezTo>
                  <a:pt x="10197172" y="65608"/>
                  <a:pt x="10198089" y="69589"/>
                  <a:pt x="10199925" y="72293"/>
                </a:cubicBezTo>
                <a:cubicBezTo>
                  <a:pt x="10201761" y="74997"/>
                  <a:pt x="10204440" y="76349"/>
                  <a:pt x="10207962" y="76349"/>
                </a:cubicBezTo>
                <a:cubicBezTo>
                  <a:pt x="10211534" y="76349"/>
                  <a:pt x="10214237" y="74997"/>
                  <a:pt x="10216073" y="72293"/>
                </a:cubicBezTo>
                <a:cubicBezTo>
                  <a:pt x="10217909" y="69589"/>
                  <a:pt x="10218826" y="65608"/>
                  <a:pt x="10218826" y="60350"/>
                </a:cubicBezTo>
                <a:cubicBezTo>
                  <a:pt x="10218826" y="55091"/>
                  <a:pt x="10217909" y="51110"/>
                  <a:pt x="10216073" y="48406"/>
                </a:cubicBezTo>
                <a:cubicBezTo>
                  <a:pt x="10214237" y="45703"/>
                  <a:pt x="10211558" y="44351"/>
                  <a:pt x="10208036" y="44351"/>
                </a:cubicBezTo>
                <a:close/>
                <a:moveTo>
                  <a:pt x="10036140" y="44351"/>
                </a:moveTo>
                <a:cubicBezTo>
                  <a:pt x="10032964" y="44351"/>
                  <a:pt x="10030497" y="45430"/>
                  <a:pt x="10028735" y="47588"/>
                </a:cubicBezTo>
                <a:cubicBezTo>
                  <a:pt x="10026974" y="49746"/>
                  <a:pt x="10025920" y="52958"/>
                  <a:pt x="10025573" y="57224"/>
                </a:cubicBezTo>
                <a:lnTo>
                  <a:pt x="10046706" y="57224"/>
                </a:lnTo>
                <a:cubicBezTo>
                  <a:pt x="10046656" y="53156"/>
                  <a:pt x="10045702" y="49994"/>
                  <a:pt x="10043841" y="47737"/>
                </a:cubicBezTo>
                <a:cubicBezTo>
                  <a:pt x="10041981" y="45479"/>
                  <a:pt x="10039414" y="44351"/>
                  <a:pt x="10036140" y="44351"/>
                </a:cubicBezTo>
                <a:close/>
                <a:moveTo>
                  <a:pt x="9893265" y="44351"/>
                </a:moveTo>
                <a:cubicBezTo>
                  <a:pt x="9890089" y="44351"/>
                  <a:pt x="9887622" y="45430"/>
                  <a:pt x="9885860" y="47588"/>
                </a:cubicBezTo>
                <a:cubicBezTo>
                  <a:pt x="9884099" y="49746"/>
                  <a:pt x="9883045" y="52958"/>
                  <a:pt x="9882698" y="57224"/>
                </a:cubicBezTo>
                <a:lnTo>
                  <a:pt x="9903831" y="57224"/>
                </a:lnTo>
                <a:cubicBezTo>
                  <a:pt x="9903781" y="53156"/>
                  <a:pt x="9902827" y="49994"/>
                  <a:pt x="9900966" y="47737"/>
                </a:cubicBezTo>
                <a:cubicBezTo>
                  <a:pt x="9899106" y="45479"/>
                  <a:pt x="9896539" y="44351"/>
                  <a:pt x="9893265" y="44351"/>
                </a:cubicBezTo>
                <a:close/>
                <a:moveTo>
                  <a:pt x="9836115" y="44351"/>
                </a:moveTo>
                <a:cubicBezTo>
                  <a:pt x="9832939" y="44351"/>
                  <a:pt x="9830472" y="45430"/>
                  <a:pt x="9828710" y="47588"/>
                </a:cubicBezTo>
                <a:cubicBezTo>
                  <a:pt x="9826949" y="49746"/>
                  <a:pt x="9825895" y="52958"/>
                  <a:pt x="9825548" y="57224"/>
                </a:cubicBezTo>
                <a:lnTo>
                  <a:pt x="9846681" y="57224"/>
                </a:lnTo>
                <a:cubicBezTo>
                  <a:pt x="9846631" y="53156"/>
                  <a:pt x="9845677" y="49994"/>
                  <a:pt x="9843816" y="47737"/>
                </a:cubicBezTo>
                <a:cubicBezTo>
                  <a:pt x="9841956" y="45479"/>
                  <a:pt x="9839389" y="44351"/>
                  <a:pt x="9836115" y="44351"/>
                </a:cubicBezTo>
                <a:close/>
                <a:moveTo>
                  <a:pt x="9636536" y="44351"/>
                </a:moveTo>
                <a:cubicBezTo>
                  <a:pt x="9632964" y="44351"/>
                  <a:pt x="9630260" y="45703"/>
                  <a:pt x="9628425" y="48406"/>
                </a:cubicBezTo>
                <a:cubicBezTo>
                  <a:pt x="9626590" y="51110"/>
                  <a:pt x="9625672" y="55091"/>
                  <a:pt x="9625672" y="60350"/>
                </a:cubicBezTo>
                <a:cubicBezTo>
                  <a:pt x="9625672" y="65608"/>
                  <a:pt x="9626590" y="69589"/>
                  <a:pt x="9628425" y="72293"/>
                </a:cubicBezTo>
                <a:cubicBezTo>
                  <a:pt x="9630260" y="74997"/>
                  <a:pt x="9632939" y="76349"/>
                  <a:pt x="9636462" y="76349"/>
                </a:cubicBezTo>
                <a:cubicBezTo>
                  <a:pt x="9640034" y="76349"/>
                  <a:pt x="9642737" y="74997"/>
                  <a:pt x="9644573" y="72293"/>
                </a:cubicBezTo>
                <a:cubicBezTo>
                  <a:pt x="9646408" y="69589"/>
                  <a:pt x="9647326" y="65608"/>
                  <a:pt x="9647326" y="60350"/>
                </a:cubicBezTo>
                <a:cubicBezTo>
                  <a:pt x="9647326" y="55091"/>
                  <a:pt x="9646408" y="51110"/>
                  <a:pt x="9644573" y="48406"/>
                </a:cubicBezTo>
                <a:cubicBezTo>
                  <a:pt x="9642737" y="45703"/>
                  <a:pt x="9640059" y="44351"/>
                  <a:pt x="9636536" y="44351"/>
                </a:cubicBezTo>
                <a:close/>
                <a:moveTo>
                  <a:pt x="9141236" y="44351"/>
                </a:moveTo>
                <a:cubicBezTo>
                  <a:pt x="9137664" y="44351"/>
                  <a:pt x="9134961" y="45703"/>
                  <a:pt x="9133125" y="48406"/>
                </a:cubicBezTo>
                <a:cubicBezTo>
                  <a:pt x="9131289" y="51110"/>
                  <a:pt x="9130372" y="55091"/>
                  <a:pt x="9130372" y="60350"/>
                </a:cubicBezTo>
                <a:cubicBezTo>
                  <a:pt x="9130372" y="65608"/>
                  <a:pt x="9131289" y="69589"/>
                  <a:pt x="9133125" y="72293"/>
                </a:cubicBezTo>
                <a:cubicBezTo>
                  <a:pt x="9134961" y="74997"/>
                  <a:pt x="9137640" y="76349"/>
                  <a:pt x="9141162" y="76349"/>
                </a:cubicBezTo>
                <a:cubicBezTo>
                  <a:pt x="9144734" y="76349"/>
                  <a:pt x="9147437" y="74997"/>
                  <a:pt x="9149273" y="72293"/>
                </a:cubicBezTo>
                <a:cubicBezTo>
                  <a:pt x="9151109" y="69589"/>
                  <a:pt x="9152026" y="65608"/>
                  <a:pt x="9152026" y="60350"/>
                </a:cubicBezTo>
                <a:cubicBezTo>
                  <a:pt x="9152026" y="55091"/>
                  <a:pt x="9151109" y="51110"/>
                  <a:pt x="9149273" y="48406"/>
                </a:cubicBezTo>
                <a:cubicBezTo>
                  <a:pt x="9147437" y="45703"/>
                  <a:pt x="9144758" y="44351"/>
                  <a:pt x="9141236" y="44351"/>
                </a:cubicBezTo>
                <a:close/>
                <a:moveTo>
                  <a:pt x="9083640" y="44351"/>
                </a:moveTo>
                <a:cubicBezTo>
                  <a:pt x="9080464" y="44351"/>
                  <a:pt x="9077997" y="45430"/>
                  <a:pt x="9076235" y="47588"/>
                </a:cubicBezTo>
                <a:cubicBezTo>
                  <a:pt x="9074474" y="49746"/>
                  <a:pt x="9073420" y="52958"/>
                  <a:pt x="9073073" y="57224"/>
                </a:cubicBezTo>
                <a:lnTo>
                  <a:pt x="9094206" y="57224"/>
                </a:lnTo>
                <a:cubicBezTo>
                  <a:pt x="9094156" y="53156"/>
                  <a:pt x="9093202" y="49994"/>
                  <a:pt x="9091341" y="47737"/>
                </a:cubicBezTo>
                <a:cubicBezTo>
                  <a:pt x="9089481" y="45479"/>
                  <a:pt x="9086914" y="44351"/>
                  <a:pt x="9083640" y="44351"/>
                </a:cubicBezTo>
                <a:close/>
                <a:moveTo>
                  <a:pt x="9026936" y="44351"/>
                </a:moveTo>
                <a:cubicBezTo>
                  <a:pt x="9023364" y="44351"/>
                  <a:pt x="9020661" y="45703"/>
                  <a:pt x="9018825" y="48406"/>
                </a:cubicBezTo>
                <a:cubicBezTo>
                  <a:pt x="9016989" y="51110"/>
                  <a:pt x="9016072" y="55091"/>
                  <a:pt x="9016072" y="60350"/>
                </a:cubicBezTo>
                <a:cubicBezTo>
                  <a:pt x="9016072" y="65608"/>
                  <a:pt x="9016989" y="69589"/>
                  <a:pt x="9018825" y="72293"/>
                </a:cubicBezTo>
                <a:cubicBezTo>
                  <a:pt x="9020661" y="74997"/>
                  <a:pt x="9023340" y="76349"/>
                  <a:pt x="9026862" y="76349"/>
                </a:cubicBezTo>
                <a:cubicBezTo>
                  <a:pt x="9030434" y="76349"/>
                  <a:pt x="9033137" y="74997"/>
                  <a:pt x="9034973" y="72293"/>
                </a:cubicBezTo>
                <a:cubicBezTo>
                  <a:pt x="9036809" y="69589"/>
                  <a:pt x="9037726" y="65608"/>
                  <a:pt x="9037726" y="60350"/>
                </a:cubicBezTo>
                <a:cubicBezTo>
                  <a:pt x="9037726" y="55091"/>
                  <a:pt x="9036809" y="51110"/>
                  <a:pt x="9034973" y="48406"/>
                </a:cubicBezTo>
                <a:cubicBezTo>
                  <a:pt x="9033137" y="45703"/>
                  <a:pt x="9030458" y="44351"/>
                  <a:pt x="9026936" y="44351"/>
                </a:cubicBezTo>
                <a:close/>
                <a:moveTo>
                  <a:pt x="8740740" y="44351"/>
                </a:moveTo>
                <a:cubicBezTo>
                  <a:pt x="8737564" y="44351"/>
                  <a:pt x="8735097" y="45430"/>
                  <a:pt x="8733335" y="47588"/>
                </a:cubicBezTo>
                <a:cubicBezTo>
                  <a:pt x="8731574" y="49746"/>
                  <a:pt x="8730520" y="52958"/>
                  <a:pt x="8730173" y="57224"/>
                </a:cubicBezTo>
                <a:lnTo>
                  <a:pt x="8751306" y="57224"/>
                </a:lnTo>
                <a:cubicBezTo>
                  <a:pt x="8751256" y="53156"/>
                  <a:pt x="8750302" y="49994"/>
                  <a:pt x="8748441" y="47737"/>
                </a:cubicBezTo>
                <a:cubicBezTo>
                  <a:pt x="8746581" y="45479"/>
                  <a:pt x="8744014" y="44351"/>
                  <a:pt x="8740740" y="44351"/>
                </a:cubicBezTo>
                <a:close/>
                <a:moveTo>
                  <a:pt x="8302589" y="44351"/>
                </a:moveTo>
                <a:cubicBezTo>
                  <a:pt x="8299414" y="44351"/>
                  <a:pt x="8296947" y="45430"/>
                  <a:pt x="8295185" y="47588"/>
                </a:cubicBezTo>
                <a:cubicBezTo>
                  <a:pt x="8293424" y="49746"/>
                  <a:pt x="8292371" y="52958"/>
                  <a:pt x="8292023" y="57224"/>
                </a:cubicBezTo>
                <a:lnTo>
                  <a:pt x="8313157" y="57224"/>
                </a:lnTo>
                <a:cubicBezTo>
                  <a:pt x="8313107" y="53156"/>
                  <a:pt x="8312152" y="49994"/>
                  <a:pt x="8310291" y="47737"/>
                </a:cubicBezTo>
                <a:cubicBezTo>
                  <a:pt x="8308431" y="45479"/>
                  <a:pt x="8305864" y="44351"/>
                  <a:pt x="8302589" y="44351"/>
                </a:cubicBezTo>
                <a:close/>
                <a:moveTo>
                  <a:pt x="8226836" y="44351"/>
                </a:moveTo>
                <a:cubicBezTo>
                  <a:pt x="8223264" y="44351"/>
                  <a:pt x="8220561" y="45703"/>
                  <a:pt x="8218725" y="48406"/>
                </a:cubicBezTo>
                <a:cubicBezTo>
                  <a:pt x="8216889" y="51110"/>
                  <a:pt x="8215971" y="55091"/>
                  <a:pt x="8215971" y="60350"/>
                </a:cubicBezTo>
                <a:cubicBezTo>
                  <a:pt x="8215971" y="65608"/>
                  <a:pt x="8216889" y="69589"/>
                  <a:pt x="8218725" y="72293"/>
                </a:cubicBezTo>
                <a:cubicBezTo>
                  <a:pt x="8220561" y="74997"/>
                  <a:pt x="8223240" y="76349"/>
                  <a:pt x="8226761" y="76349"/>
                </a:cubicBezTo>
                <a:cubicBezTo>
                  <a:pt x="8230333" y="76349"/>
                  <a:pt x="8233037" y="74997"/>
                  <a:pt x="8234873" y="72293"/>
                </a:cubicBezTo>
                <a:cubicBezTo>
                  <a:pt x="8236709" y="69589"/>
                  <a:pt x="8237626" y="65608"/>
                  <a:pt x="8237626" y="60350"/>
                </a:cubicBezTo>
                <a:cubicBezTo>
                  <a:pt x="8237626" y="55091"/>
                  <a:pt x="8236709" y="51110"/>
                  <a:pt x="8234873" y="48406"/>
                </a:cubicBezTo>
                <a:cubicBezTo>
                  <a:pt x="8233037" y="45703"/>
                  <a:pt x="8230358" y="44351"/>
                  <a:pt x="8226836" y="44351"/>
                </a:cubicBezTo>
                <a:close/>
                <a:moveTo>
                  <a:pt x="7950165" y="44351"/>
                </a:moveTo>
                <a:cubicBezTo>
                  <a:pt x="7946989" y="44351"/>
                  <a:pt x="7944522" y="45430"/>
                  <a:pt x="7942761" y="47588"/>
                </a:cubicBezTo>
                <a:cubicBezTo>
                  <a:pt x="7940999" y="49746"/>
                  <a:pt x="7939946" y="52958"/>
                  <a:pt x="7939598" y="57224"/>
                </a:cubicBezTo>
                <a:lnTo>
                  <a:pt x="7960731" y="57224"/>
                </a:lnTo>
                <a:cubicBezTo>
                  <a:pt x="7960681" y="53156"/>
                  <a:pt x="7959727" y="49994"/>
                  <a:pt x="7957867" y="47737"/>
                </a:cubicBezTo>
                <a:cubicBezTo>
                  <a:pt x="7956006" y="45479"/>
                  <a:pt x="7953439" y="44351"/>
                  <a:pt x="7950165" y="44351"/>
                </a:cubicBezTo>
                <a:close/>
                <a:moveTo>
                  <a:pt x="7855361" y="44351"/>
                </a:moveTo>
                <a:cubicBezTo>
                  <a:pt x="7851789" y="44351"/>
                  <a:pt x="7849086" y="45703"/>
                  <a:pt x="7847250" y="48406"/>
                </a:cubicBezTo>
                <a:cubicBezTo>
                  <a:pt x="7845415" y="51110"/>
                  <a:pt x="7844497" y="55091"/>
                  <a:pt x="7844497" y="60350"/>
                </a:cubicBezTo>
                <a:cubicBezTo>
                  <a:pt x="7844497" y="65608"/>
                  <a:pt x="7845415" y="69589"/>
                  <a:pt x="7847250" y="72293"/>
                </a:cubicBezTo>
                <a:cubicBezTo>
                  <a:pt x="7849086" y="74997"/>
                  <a:pt x="7851764" y="76349"/>
                  <a:pt x="7855287" y="76349"/>
                </a:cubicBezTo>
                <a:cubicBezTo>
                  <a:pt x="7858859" y="76349"/>
                  <a:pt x="7861563" y="74997"/>
                  <a:pt x="7863398" y="72293"/>
                </a:cubicBezTo>
                <a:cubicBezTo>
                  <a:pt x="7865233" y="69589"/>
                  <a:pt x="7866151" y="65608"/>
                  <a:pt x="7866151" y="60350"/>
                </a:cubicBezTo>
                <a:cubicBezTo>
                  <a:pt x="7866151" y="55091"/>
                  <a:pt x="7865233" y="51110"/>
                  <a:pt x="7863398" y="48406"/>
                </a:cubicBezTo>
                <a:cubicBezTo>
                  <a:pt x="7861563" y="45703"/>
                  <a:pt x="7858884" y="44351"/>
                  <a:pt x="7855361" y="44351"/>
                </a:cubicBezTo>
                <a:close/>
                <a:moveTo>
                  <a:pt x="7692990" y="44351"/>
                </a:moveTo>
                <a:cubicBezTo>
                  <a:pt x="7689815" y="44351"/>
                  <a:pt x="7687347" y="45430"/>
                  <a:pt x="7685586" y="47588"/>
                </a:cubicBezTo>
                <a:cubicBezTo>
                  <a:pt x="7683825" y="49746"/>
                  <a:pt x="7682770" y="52958"/>
                  <a:pt x="7682423" y="57224"/>
                </a:cubicBezTo>
                <a:lnTo>
                  <a:pt x="7703557" y="57224"/>
                </a:lnTo>
                <a:cubicBezTo>
                  <a:pt x="7703507" y="53156"/>
                  <a:pt x="7702552" y="49994"/>
                  <a:pt x="7700692" y="47737"/>
                </a:cubicBezTo>
                <a:cubicBezTo>
                  <a:pt x="7698831" y="45479"/>
                  <a:pt x="7696264" y="44351"/>
                  <a:pt x="7692990" y="44351"/>
                </a:cubicBezTo>
                <a:close/>
                <a:moveTo>
                  <a:pt x="7541036" y="44351"/>
                </a:moveTo>
                <a:cubicBezTo>
                  <a:pt x="7537464" y="44351"/>
                  <a:pt x="7534761" y="45703"/>
                  <a:pt x="7532925" y="48406"/>
                </a:cubicBezTo>
                <a:cubicBezTo>
                  <a:pt x="7531090" y="51110"/>
                  <a:pt x="7530172" y="55091"/>
                  <a:pt x="7530172" y="60350"/>
                </a:cubicBezTo>
                <a:cubicBezTo>
                  <a:pt x="7530172" y="65608"/>
                  <a:pt x="7531090" y="69589"/>
                  <a:pt x="7532925" y="72293"/>
                </a:cubicBezTo>
                <a:cubicBezTo>
                  <a:pt x="7534761" y="74997"/>
                  <a:pt x="7537439" y="76349"/>
                  <a:pt x="7540962" y="76349"/>
                </a:cubicBezTo>
                <a:cubicBezTo>
                  <a:pt x="7544534" y="76349"/>
                  <a:pt x="7547238" y="74997"/>
                  <a:pt x="7549073" y="72293"/>
                </a:cubicBezTo>
                <a:cubicBezTo>
                  <a:pt x="7550908" y="69589"/>
                  <a:pt x="7551826" y="65608"/>
                  <a:pt x="7551826" y="60350"/>
                </a:cubicBezTo>
                <a:cubicBezTo>
                  <a:pt x="7551826" y="55091"/>
                  <a:pt x="7550908" y="51110"/>
                  <a:pt x="7549073" y="48406"/>
                </a:cubicBezTo>
                <a:cubicBezTo>
                  <a:pt x="7547238" y="45703"/>
                  <a:pt x="7544559" y="44351"/>
                  <a:pt x="7541036" y="44351"/>
                </a:cubicBezTo>
                <a:close/>
                <a:moveTo>
                  <a:pt x="7435815" y="44351"/>
                </a:moveTo>
                <a:cubicBezTo>
                  <a:pt x="7432640" y="44351"/>
                  <a:pt x="7430172" y="45430"/>
                  <a:pt x="7428411" y="47588"/>
                </a:cubicBezTo>
                <a:cubicBezTo>
                  <a:pt x="7426650" y="49746"/>
                  <a:pt x="7425596" y="52958"/>
                  <a:pt x="7425248" y="57224"/>
                </a:cubicBezTo>
                <a:lnTo>
                  <a:pt x="7446382" y="57224"/>
                </a:lnTo>
                <a:cubicBezTo>
                  <a:pt x="7446332" y="53156"/>
                  <a:pt x="7445377" y="49994"/>
                  <a:pt x="7443517" y="47737"/>
                </a:cubicBezTo>
                <a:cubicBezTo>
                  <a:pt x="7441656" y="45479"/>
                  <a:pt x="7439089" y="44351"/>
                  <a:pt x="7435815" y="44351"/>
                </a:cubicBezTo>
                <a:close/>
                <a:moveTo>
                  <a:pt x="7292940" y="44351"/>
                </a:moveTo>
                <a:cubicBezTo>
                  <a:pt x="7289765" y="44351"/>
                  <a:pt x="7287297" y="45430"/>
                  <a:pt x="7285536" y="47588"/>
                </a:cubicBezTo>
                <a:cubicBezTo>
                  <a:pt x="7283775" y="49746"/>
                  <a:pt x="7282720" y="52958"/>
                  <a:pt x="7282373" y="57224"/>
                </a:cubicBezTo>
                <a:lnTo>
                  <a:pt x="7303507" y="57224"/>
                </a:lnTo>
                <a:cubicBezTo>
                  <a:pt x="7303457" y="53156"/>
                  <a:pt x="7302502" y="49994"/>
                  <a:pt x="7300642" y="47737"/>
                </a:cubicBezTo>
                <a:cubicBezTo>
                  <a:pt x="7298781" y="45479"/>
                  <a:pt x="7296214" y="44351"/>
                  <a:pt x="7292940" y="44351"/>
                </a:cubicBezTo>
                <a:close/>
                <a:moveTo>
                  <a:pt x="7159590" y="44351"/>
                </a:moveTo>
                <a:cubicBezTo>
                  <a:pt x="7156415" y="44351"/>
                  <a:pt x="7153947" y="45430"/>
                  <a:pt x="7152186" y="47588"/>
                </a:cubicBezTo>
                <a:cubicBezTo>
                  <a:pt x="7150425" y="49746"/>
                  <a:pt x="7149370" y="52958"/>
                  <a:pt x="7149023" y="57224"/>
                </a:cubicBezTo>
                <a:lnTo>
                  <a:pt x="7170157" y="57224"/>
                </a:lnTo>
                <a:cubicBezTo>
                  <a:pt x="7170107" y="53156"/>
                  <a:pt x="7169152" y="49994"/>
                  <a:pt x="7167292" y="47737"/>
                </a:cubicBezTo>
                <a:cubicBezTo>
                  <a:pt x="7165431" y="45479"/>
                  <a:pt x="7162864" y="44351"/>
                  <a:pt x="7159590" y="44351"/>
                </a:cubicBezTo>
                <a:close/>
                <a:moveTo>
                  <a:pt x="7036211" y="44351"/>
                </a:moveTo>
                <a:cubicBezTo>
                  <a:pt x="7032639" y="44351"/>
                  <a:pt x="7029936" y="45703"/>
                  <a:pt x="7028100" y="48406"/>
                </a:cubicBezTo>
                <a:cubicBezTo>
                  <a:pt x="7026265" y="51110"/>
                  <a:pt x="7025347" y="55091"/>
                  <a:pt x="7025347" y="60350"/>
                </a:cubicBezTo>
                <a:cubicBezTo>
                  <a:pt x="7025347" y="65608"/>
                  <a:pt x="7026265" y="69589"/>
                  <a:pt x="7028100" y="72293"/>
                </a:cubicBezTo>
                <a:cubicBezTo>
                  <a:pt x="7029936" y="74997"/>
                  <a:pt x="7032614" y="76349"/>
                  <a:pt x="7036137" y="76349"/>
                </a:cubicBezTo>
                <a:cubicBezTo>
                  <a:pt x="7039709" y="76349"/>
                  <a:pt x="7042413" y="74997"/>
                  <a:pt x="7044248" y="72293"/>
                </a:cubicBezTo>
                <a:cubicBezTo>
                  <a:pt x="7046083" y="69589"/>
                  <a:pt x="7047001" y="65608"/>
                  <a:pt x="7047001" y="60350"/>
                </a:cubicBezTo>
                <a:cubicBezTo>
                  <a:pt x="7047001" y="55091"/>
                  <a:pt x="7046083" y="51110"/>
                  <a:pt x="7044248" y="48406"/>
                </a:cubicBezTo>
                <a:cubicBezTo>
                  <a:pt x="7042413" y="45703"/>
                  <a:pt x="7039734" y="44351"/>
                  <a:pt x="7036211" y="44351"/>
                </a:cubicBezTo>
                <a:close/>
                <a:moveTo>
                  <a:pt x="6645240" y="44351"/>
                </a:moveTo>
                <a:cubicBezTo>
                  <a:pt x="6642065" y="44351"/>
                  <a:pt x="6639597" y="45430"/>
                  <a:pt x="6637836" y="47588"/>
                </a:cubicBezTo>
                <a:cubicBezTo>
                  <a:pt x="6636075" y="49746"/>
                  <a:pt x="6635020" y="52958"/>
                  <a:pt x="6634673" y="57224"/>
                </a:cubicBezTo>
                <a:lnTo>
                  <a:pt x="6655807" y="57224"/>
                </a:lnTo>
                <a:cubicBezTo>
                  <a:pt x="6655757" y="53156"/>
                  <a:pt x="6654802" y="49994"/>
                  <a:pt x="6652942" y="47737"/>
                </a:cubicBezTo>
                <a:cubicBezTo>
                  <a:pt x="6651081" y="45479"/>
                  <a:pt x="6648514" y="44351"/>
                  <a:pt x="6645240" y="44351"/>
                </a:cubicBezTo>
                <a:close/>
                <a:moveTo>
                  <a:pt x="6140861" y="44351"/>
                </a:moveTo>
                <a:cubicBezTo>
                  <a:pt x="6137289" y="44351"/>
                  <a:pt x="6134586" y="45703"/>
                  <a:pt x="6132750" y="48406"/>
                </a:cubicBezTo>
                <a:cubicBezTo>
                  <a:pt x="6130915" y="51110"/>
                  <a:pt x="6129997" y="55091"/>
                  <a:pt x="6129997" y="60350"/>
                </a:cubicBezTo>
                <a:cubicBezTo>
                  <a:pt x="6129997" y="65608"/>
                  <a:pt x="6130915" y="69589"/>
                  <a:pt x="6132750" y="72293"/>
                </a:cubicBezTo>
                <a:cubicBezTo>
                  <a:pt x="6134586" y="74997"/>
                  <a:pt x="6137265" y="76349"/>
                  <a:pt x="6140787" y="76349"/>
                </a:cubicBezTo>
                <a:cubicBezTo>
                  <a:pt x="6144359" y="76349"/>
                  <a:pt x="6147063" y="74997"/>
                  <a:pt x="6148898" y="72293"/>
                </a:cubicBezTo>
                <a:cubicBezTo>
                  <a:pt x="6150734" y="69589"/>
                  <a:pt x="6151651" y="65608"/>
                  <a:pt x="6151651" y="60350"/>
                </a:cubicBezTo>
                <a:cubicBezTo>
                  <a:pt x="6151651" y="55091"/>
                  <a:pt x="6150734" y="51110"/>
                  <a:pt x="6148898" y="48406"/>
                </a:cubicBezTo>
                <a:cubicBezTo>
                  <a:pt x="6147063" y="45703"/>
                  <a:pt x="6144384" y="44351"/>
                  <a:pt x="6140861" y="44351"/>
                </a:cubicBezTo>
                <a:close/>
                <a:moveTo>
                  <a:pt x="6007065" y="44351"/>
                </a:moveTo>
                <a:cubicBezTo>
                  <a:pt x="6003890" y="44351"/>
                  <a:pt x="6001422" y="45430"/>
                  <a:pt x="5999661" y="47588"/>
                </a:cubicBezTo>
                <a:cubicBezTo>
                  <a:pt x="5997900" y="49746"/>
                  <a:pt x="5996845" y="52958"/>
                  <a:pt x="5996498" y="57224"/>
                </a:cubicBezTo>
                <a:lnTo>
                  <a:pt x="6017632" y="57224"/>
                </a:lnTo>
                <a:cubicBezTo>
                  <a:pt x="6017582" y="53156"/>
                  <a:pt x="6016627" y="49994"/>
                  <a:pt x="6014767" y="47737"/>
                </a:cubicBezTo>
                <a:cubicBezTo>
                  <a:pt x="6012906" y="45479"/>
                  <a:pt x="6010339" y="44351"/>
                  <a:pt x="6007065" y="44351"/>
                </a:cubicBezTo>
                <a:close/>
                <a:moveTo>
                  <a:pt x="5531261" y="44351"/>
                </a:moveTo>
                <a:cubicBezTo>
                  <a:pt x="5527689" y="44351"/>
                  <a:pt x="5524986" y="45703"/>
                  <a:pt x="5523150" y="48406"/>
                </a:cubicBezTo>
                <a:cubicBezTo>
                  <a:pt x="5521315" y="51110"/>
                  <a:pt x="5520397" y="55091"/>
                  <a:pt x="5520397" y="60350"/>
                </a:cubicBezTo>
                <a:cubicBezTo>
                  <a:pt x="5520397" y="65608"/>
                  <a:pt x="5521315" y="69589"/>
                  <a:pt x="5523150" y="72293"/>
                </a:cubicBezTo>
                <a:cubicBezTo>
                  <a:pt x="5524986" y="74997"/>
                  <a:pt x="5527664" y="76349"/>
                  <a:pt x="5531187" y="76349"/>
                </a:cubicBezTo>
                <a:cubicBezTo>
                  <a:pt x="5534759" y="76349"/>
                  <a:pt x="5537463" y="74997"/>
                  <a:pt x="5539298" y="72293"/>
                </a:cubicBezTo>
                <a:cubicBezTo>
                  <a:pt x="5541133" y="69589"/>
                  <a:pt x="5542052" y="65608"/>
                  <a:pt x="5542052" y="60350"/>
                </a:cubicBezTo>
                <a:cubicBezTo>
                  <a:pt x="5542052" y="55091"/>
                  <a:pt x="5541133" y="51110"/>
                  <a:pt x="5539298" y="48406"/>
                </a:cubicBezTo>
                <a:cubicBezTo>
                  <a:pt x="5537463" y="45703"/>
                  <a:pt x="5534784" y="44351"/>
                  <a:pt x="5531261" y="44351"/>
                </a:cubicBezTo>
                <a:close/>
                <a:moveTo>
                  <a:pt x="5378415" y="44351"/>
                </a:moveTo>
                <a:cubicBezTo>
                  <a:pt x="5375240" y="44351"/>
                  <a:pt x="5372772" y="45430"/>
                  <a:pt x="5371011" y="47588"/>
                </a:cubicBezTo>
                <a:cubicBezTo>
                  <a:pt x="5369250" y="49746"/>
                  <a:pt x="5368195" y="52958"/>
                  <a:pt x="5367848" y="57224"/>
                </a:cubicBezTo>
                <a:lnTo>
                  <a:pt x="5388982" y="57224"/>
                </a:lnTo>
                <a:cubicBezTo>
                  <a:pt x="5388932" y="53156"/>
                  <a:pt x="5387977" y="49994"/>
                  <a:pt x="5386117" y="47737"/>
                </a:cubicBezTo>
                <a:cubicBezTo>
                  <a:pt x="5384256" y="45479"/>
                  <a:pt x="5381689" y="44351"/>
                  <a:pt x="5378415" y="44351"/>
                </a:cubicBezTo>
                <a:close/>
                <a:moveTo>
                  <a:pt x="5302662" y="44351"/>
                </a:moveTo>
                <a:cubicBezTo>
                  <a:pt x="5299089" y="44351"/>
                  <a:pt x="5296386" y="45703"/>
                  <a:pt x="5294550" y="48406"/>
                </a:cubicBezTo>
                <a:cubicBezTo>
                  <a:pt x="5292714" y="51110"/>
                  <a:pt x="5291797" y="55091"/>
                  <a:pt x="5291797" y="60350"/>
                </a:cubicBezTo>
                <a:cubicBezTo>
                  <a:pt x="5291797" y="65608"/>
                  <a:pt x="5292714" y="69589"/>
                  <a:pt x="5294550" y="72293"/>
                </a:cubicBezTo>
                <a:cubicBezTo>
                  <a:pt x="5296386" y="74997"/>
                  <a:pt x="5299065" y="76349"/>
                  <a:pt x="5302587" y="76349"/>
                </a:cubicBezTo>
                <a:cubicBezTo>
                  <a:pt x="5306159" y="76349"/>
                  <a:pt x="5308862" y="74997"/>
                  <a:pt x="5310699" y="72293"/>
                </a:cubicBezTo>
                <a:cubicBezTo>
                  <a:pt x="5312534" y="69589"/>
                  <a:pt x="5313451" y="65608"/>
                  <a:pt x="5313451" y="60350"/>
                </a:cubicBezTo>
                <a:cubicBezTo>
                  <a:pt x="5313451" y="55091"/>
                  <a:pt x="5312534" y="51110"/>
                  <a:pt x="5310699" y="48406"/>
                </a:cubicBezTo>
                <a:cubicBezTo>
                  <a:pt x="5308862" y="45703"/>
                  <a:pt x="5306184" y="44351"/>
                  <a:pt x="5302662" y="44351"/>
                </a:cubicBezTo>
                <a:close/>
                <a:moveTo>
                  <a:pt x="5178390" y="44351"/>
                </a:moveTo>
                <a:cubicBezTo>
                  <a:pt x="5175214" y="44351"/>
                  <a:pt x="5172747" y="45430"/>
                  <a:pt x="5170986" y="47588"/>
                </a:cubicBezTo>
                <a:cubicBezTo>
                  <a:pt x="5169224" y="49746"/>
                  <a:pt x="5168171" y="52958"/>
                  <a:pt x="5167823" y="57224"/>
                </a:cubicBezTo>
                <a:lnTo>
                  <a:pt x="5188957" y="57224"/>
                </a:lnTo>
                <a:cubicBezTo>
                  <a:pt x="5188907" y="53156"/>
                  <a:pt x="5187953" y="49994"/>
                  <a:pt x="5186092" y="47737"/>
                </a:cubicBezTo>
                <a:cubicBezTo>
                  <a:pt x="5184231" y="45479"/>
                  <a:pt x="5181665" y="44351"/>
                  <a:pt x="5178390" y="44351"/>
                </a:cubicBezTo>
                <a:close/>
                <a:moveTo>
                  <a:pt x="4712111" y="44351"/>
                </a:moveTo>
                <a:cubicBezTo>
                  <a:pt x="4708539" y="44351"/>
                  <a:pt x="4705836" y="45703"/>
                  <a:pt x="4704000" y="48406"/>
                </a:cubicBezTo>
                <a:cubicBezTo>
                  <a:pt x="4702165" y="51110"/>
                  <a:pt x="4701247" y="55091"/>
                  <a:pt x="4701247" y="60350"/>
                </a:cubicBezTo>
                <a:cubicBezTo>
                  <a:pt x="4701247" y="65608"/>
                  <a:pt x="4702165" y="69589"/>
                  <a:pt x="4704000" y="72293"/>
                </a:cubicBezTo>
                <a:cubicBezTo>
                  <a:pt x="4705836" y="74997"/>
                  <a:pt x="4708515" y="76349"/>
                  <a:pt x="4712037" y="76349"/>
                </a:cubicBezTo>
                <a:cubicBezTo>
                  <a:pt x="4715609" y="76349"/>
                  <a:pt x="4718313" y="74997"/>
                  <a:pt x="4720148" y="72293"/>
                </a:cubicBezTo>
                <a:cubicBezTo>
                  <a:pt x="4721984" y="69589"/>
                  <a:pt x="4722902" y="65608"/>
                  <a:pt x="4722902" y="60350"/>
                </a:cubicBezTo>
                <a:cubicBezTo>
                  <a:pt x="4722902" y="55091"/>
                  <a:pt x="4721984" y="51110"/>
                  <a:pt x="4720148" y="48406"/>
                </a:cubicBezTo>
                <a:cubicBezTo>
                  <a:pt x="4718313" y="45703"/>
                  <a:pt x="4715634" y="44351"/>
                  <a:pt x="4712111" y="44351"/>
                </a:cubicBezTo>
                <a:close/>
                <a:moveTo>
                  <a:pt x="4493036" y="44351"/>
                </a:moveTo>
                <a:cubicBezTo>
                  <a:pt x="4489465" y="44351"/>
                  <a:pt x="4486761" y="45703"/>
                  <a:pt x="4484926" y="48406"/>
                </a:cubicBezTo>
                <a:cubicBezTo>
                  <a:pt x="4483090" y="51110"/>
                  <a:pt x="4482172" y="55091"/>
                  <a:pt x="4482172" y="60350"/>
                </a:cubicBezTo>
                <a:cubicBezTo>
                  <a:pt x="4482172" y="65608"/>
                  <a:pt x="4483090" y="69589"/>
                  <a:pt x="4484926" y="72293"/>
                </a:cubicBezTo>
                <a:cubicBezTo>
                  <a:pt x="4486761" y="74997"/>
                  <a:pt x="4489440" y="76349"/>
                  <a:pt x="4492962" y="76349"/>
                </a:cubicBezTo>
                <a:cubicBezTo>
                  <a:pt x="4496534" y="76349"/>
                  <a:pt x="4499237" y="74997"/>
                  <a:pt x="4501073" y="72293"/>
                </a:cubicBezTo>
                <a:cubicBezTo>
                  <a:pt x="4502909" y="69589"/>
                  <a:pt x="4503826" y="65608"/>
                  <a:pt x="4503826" y="60350"/>
                </a:cubicBezTo>
                <a:cubicBezTo>
                  <a:pt x="4503826" y="55091"/>
                  <a:pt x="4502909" y="51110"/>
                  <a:pt x="4501073" y="48406"/>
                </a:cubicBezTo>
                <a:cubicBezTo>
                  <a:pt x="4499237" y="45703"/>
                  <a:pt x="4496559" y="44351"/>
                  <a:pt x="4493036" y="44351"/>
                </a:cubicBezTo>
                <a:close/>
                <a:moveTo>
                  <a:pt x="4187790" y="44351"/>
                </a:moveTo>
                <a:cubicBezTo>
                  <a:pt x="4184615" y="44351"/>
                  <a:pt x="4182147" y="45430"/>
                  <a:pt x="4180386" y="47588"/>
                </a:cubicBezTo>
                <a:cubicBezTo>
                  <a:pt x="4178624" y="49746"/>
                  <a:pt x="4177571" y="52958"/>
                  <a:pt x="4177224" y="57224"/>
                </a:cubicBezTo>
                <a:lnTo>
                  <a:pt x="4198357" y="57224"/>
                </a:lnTo>
                <a:cubicBezTo>
                  <a:pt x="4198307" y="53156"/>
                  <a:pt x="4197352" y="49994"/>
                  <a:pt x="4195492" y="47737"/>
                </a:cubicBezTo>
                <a:cubicBezTo>
                  <a:pt x="4193631" y="45479"/>
                  <a:pt x="4191064" y="44351"/>
                  <a:pt x="4187790" y="44351"/>
                </a:cubicBezTo>
                <a:close/>
                <a:moveTo>
                  <a:pt x="4016786" y="44351"/>
                </a:moveTo>
                <a:cubicBezTo>
                  <a:pt x="4013214" y="44351"/>
                  <a:pt x="4010511" y="45703"/>
                  <a:pt x="4008675" y="48406"/>
                </a:cubicBezTo>
                <a:cubicBezTo>
                  <a:pt x="4006839" y="51110"/>
                  <a:pt x="4005923" y="55091"/>
                  <a:pt x="4005923" y="60350"/>
                </a:cubicBezTo>
                <a:cubicBezTo>
                  <a:pt x="4005923" y="65608"/>
                  <a:pt x="4006839" y="69589"/>
                  <a:pt x="4008675" y="72293"/>
                </a:cubicBezTo>
                <a:cubicBezTo>
                  <a:pt x="4010511" y="74997"/>
                  <a:pt x="4013190" y="76349"/>
                  <a:pt x="4016712" y="76349"/>
                </a:cubicBezTo>
                <a:cubicBezTo>
                  <a:pt x="4020284" y="76349"/>
                  <a:pt x="4022987" y="74997"/>
                  <a:pt x="4024823" y="72293"/>
                </a:cubicBezTo>
                <a:cubicBezTo>
                  <a:pt x="4026659" y="69589"/>
                  <a:pt x="4027577" y="65608"/>
                  <a:pt x="4027577" y="60350"/>
                </a:cubicBezTo>
                <a:cubicBezTo>
                  <a:pt x="4027577" y="55091"/>
                  <a:pt x="4026659" y="51110"/>
                  <a:pt x="4024823" y="48406"/>
                </a:cubicBezTo>
                <a:cubicBezTo>
                  <a:pt x="4022987" y="45703"/>
                  <a:pt x="4020308" y="44351"/>
                  <a:pt x="4016786" y="44351"/>
                </a:cubicBezTo>
                <a:close/>
                <a:moveTo>
                  <a:pt x="3711540" y="44351"/>
                </a:moveTo>
                <a:cubicBezTo>
                  <a:pt x="3708365" y="44351"/>
                  <a:pt x="3705898" y="45430"/>
                  <a:pt x="3704136" y="47588"/>
                </a:cubicBezTo>
                <a:cubicBezTo>
                  <a:pt x="3702375" y="49746"/>
                  <a:pt x="3701321" y="52958"/>
                  <a:pt x="3700973" y="57224"/>
                </a:cubicBezTo>
                <a:lnTo>
                  <a:pt x="3722107" y="57224"/>
                </a:lnTo>
                <a:cubicBezTo>
                  <a:pt x="3722058" y="53156"/>
                  <a:pt x="3721102" y="49994"/>
                  <a:pt x="3719242" y="47737"/>
                </a:cubicBezTo>
                <a:cubicBezTo>
                  <a:pt x="3717382" y="45479"/>
                  <a:pt x="3714815" y="44351"/>
                  <a:pt x="3711540" y="44351"/>
                </a:cubicBezTo>
                <a:close/>
                <a:moveTo>
                  <a:pt x="3606765" y="44351"/>
                </a:moveTo>
                <a:cubicBezTo>
                  <a:pt x="3603590" y="44351"/>
                  <a:pt x="3601122" y="45430"/>
                  <a:pt x="3599361" y="47588"/>
                </a:cubicBezTo>
                <a:cubicBezTo>
                  <a:pt x="3597601" y="49746"/>
                  <a:pt x="3596546" y="52958"/>
                  <a:pt x="3596198" y="57224"/>
                </a:cubicBezTo>
                <a:lnTo>
                  <a:pt x="3617332" y="57224"/>
                </a:lnTo>
                <a:cubicBezTo>
                  <a:pt x="3617283" y="53156"/>
                  <a:pt x="3616327" y="49994"/>
                  <a:pt x="3614467" y="47737"/>
                </a:cubicBezTo>
                <a:cubicBezTo>
                  <a:pt x="3612607" y="45479"/>
                  <a:pt x="3610040" y="44351"/>
                  <a:pt x="3606765" y="44351"/>
                </a:cubicBezTo>
                <a:close/>
                <a:moveTo>
                  <a:pt x="3511515" y="44351"/>
                </a:moveTo>
                <a:cubicBezTo>
                  <a:pt x="3508341" y="44351"/>
                  <a:pt x="3505872" y="45430"/>
                  <a:pt x="3504111" y="47588"/>
                </a:cubicBezTo>
                <a:cubicBezTo>
                  <a:pt x="3502350" y="49746"/>
                  <a:pt x="3501296" y="52958"/>
                  <a:pt x="3500948" y="57224"/>
                </a:cubicBezTo>
                <a:lnTo>
                  <a:pt x="3522083" y="57224"/>
                </a:lnTo>
                <a:cubicBezTo>
                  <a:pt x="3522032" y="53156"/>
                  <a:pt x="3521078" y="49994"/>
                  <a:pt x="3519218" y="47737"/>
                </a:cubicBezTo>
                <a:cubicBezTo>
                  <a:pt x="3517357" y="45479"/>
                  <a:pt x="3514790" y="44351"/>
                  <a:pt x="3511515" y="44351"/>
                </a:cubicBezTo>
                <a:close/>
                <a:moveTo>
                  <a:pt x="3102387" y="44351"/>
                </a:moveTo>
                <a:cubicBezTo>
                  <a:pt x="3098815" y="44351"/>
                  <a:pt x="3096111" y="45703"/>
                  <a:pt x="3094276" y="48406"/>
                </a:cubicBezTo>
                <a:cubicBezTo>
                  <a:pt x="3092441" y="51110"/>
                  <a:pt x="3091522" y="55091"/>
                  <a:pt x="3091522" y="60350"/>
                </a:cubicBezTo>
                <a:cubicBezTo>
                  <a:pt x="3091522" y="65608"/>
                  <a:pt x="3092441" y="69589"/>
                  <a:pt x="3094276" y="72293"/>
                </a:cubicBezTo>
                <a:cubicBezTo>
                  <a:pt x="3096111" y="74997"/>
                  <a:pt x="3098790" y="76349"/>
                  <a:pt x="3102313" y="76349"/>
                </a:cubicBezTo>
                <a:cubicBezTo>
                  <a:pt x="3105885" y="76349"/>
                  <a:pt x="3108588" y="74997"/>
                  <a:pt x="3110424" y="72293"/>
                </a:cubicBezTo>
                <a:cubicBezTo>
                  <a:pt x="3112259" y="69589"/>
                  <a:pt x="3113177" y="65608"/>
                  <a:pt x="3113177" y="60350"/>
                </a:cubicBezTo>
                <a:cubicBezTo>
                  <a:pt x="3113177" y="55091"/>
                  <a:pt x="3112259" y="51110"/>
                  <a:pt x="3110424" y="48406"/>
                </a:cubicBezTo>
                <a:cubicBezTo>
                  <a:pt x="3108588" y="45703"/>
                  <a:pt x="3105909" y="44351"/>
                  <a:pt x="3102387" y="44351"/>
                </a:cubicBezTo>
                <a:close/>
                <a:moveTo>
                  <a:pt x="2778537" y="44351"/>
                </a:moveTo>
                <a:cubicBezTo>
                  <a:pt x="2774965" y="44351"/>
                  <a:pt x="2772261" y="45703"/>
                  <a:pt x="2770426" y="48406"/>
                </a:cubicBezTo>
                <a:cubicBezTo>
                  <a:pt x="2768591" y="51110"/>
                  <a:pt x="2767672" y="55091"/>
                  <a:pt x="2767672" y="60350"/>
                </a:cubicBezTo>
                <a:cubicBezTo>
                  <a:pt x="2767672" y="65608"/>
                  <a:pt x="2768591" y="69589"/>
                  <a:pt x="2770426" y="72293"/>
                </a:cubicBezTo>
                <a:cubicBezTo>
                  <a:pt x="2772261" y="74997"/>
                  <a:pt x="2774940" y="76349"/>
                  <a:pt x="2778463" y="76349"/>
                </a:cubicBezTo>
                <a:cubicBezTo>
                  <a:pt x="2782035" y="76349"/>
                  <a:pt x="2784738" y="74997"/>
                  <a:pt x="2786574" y="72293"/>
                </a:cubicBezTo>
                <a:cubicBezTo>
                  <a:pt x="2788410" y="69589"/>
                  <a:pt x="2789327" y="65608"/>
                  <a:pt x="2789327" y="60350"/>
                </a:cubicBezTo>
                <a:cubicBezTo>
                  <a:pt x="2789327" y="55091"/>
                  <a:pt x="2788410" y="51110"/>
                  <a:pt x="2786574" y="48406"/>
                </a:cubicBezTo>
                <a:cubicBezTo>
                  <a:pt x="2784738" y="45703"/>
                  <a:pt x="2782059" y="44351"/>
                  <a:pt x="2778537" y="44351"/>
                </a:cubicBezTo>
                <a:close/>
                <a:moveTo>
                  <a:pt x="2644741" y="44351"/>
                </a:moveTo>
                <a:cubicBezTo>
                  <a:pt x="2641566" y="44351"/>
                  <a:pt x="2639098" y="45430"/>
                  <a:pt x="2637336" y="47588"/>
                </a:cubicBezTo>
                <a:cubicBezTo>
                  <a:pt x="2635576" y="49746"/>
                  <a:pt x="2634520" y="52958"/>
                  <a:pt x="2634174" y="57224"/>
                </a:cubicBezTo>
                <a:lnTo>
                  <a:pt x="2655307" y="57224"/>
                </a:lnTo>
                <a:cubicBezTo>
                  <a:pt x="2655258" y="53156"/>
                  <a:pt x="2654302" y="49994"/>
                  <a:pt x="2652442" y="47737"/>
                </a:cubicBezTo>
                <a:cubicBezTo>
                  <a:pt x="2650582" y="45479"/>
                  <a:pt x="2648015" y="44351"/>
                  <a:pt x="2644741" y="44351"/>
                </a:cubicBezTo>
                <a:close/>
                <a:moveTo>
                  <a:pt x="2197512" y="44351"/>
                </a:moveTo>
                <a:cubicBezTo>
                  <a:pt x="2193940" y="44351"/>
                  <a:pt x="2191237" y="45703"/>
                  <a:pt x="2189401" y="48406"/>
                </a:cubicBezTo>
                <a:cubicBezTo>
                  <a:pt x="2187565" y="51110"/>
                  <a:pt x="2186647" y="55091"/>
                  <a:pt x="2186647" y="60350"/>
                </a:cubicBezTo>
                <a:cubicBezTo>
                  <a:pt x="2186647" y="65608"/>
                  <a:pt x="2187565" y="69589"/>
                  <a:pt x="2189401" y="72293"/>
                </a:cubicBezTo>
                <a:cubicBezTo>
                  <a:pt x="2191237" y="74997"/>
                  <a:pt x="2193916" y="76349"/>
                  <a:pt x="2197438" y="76349"/>
                </a:cubicBezTo>
                <a:cubicBezTo>
                  <a:pt x="2201010" y="76349"/>
                  <a:pt x="2203713" y="74997"/>
                  <a:pt x="2205549" y="72293"/>
                </a:cubicBezTo>
                <a:cubicBezTo>
                  <a:pt x="2207384" y="69589"/>
                  <a:pt x="2208302" y="65608"/>
                  <a:pt x="2208302" y="60350"/>
                </a:cubicBezTo>
                <a:cubicBezTo>
                  <a:pt x="2208302" y="55091"/>
                  <a:pt x="2207384" y="51110"/>
                  <a:pt x="2205549" y="48406"/>
                </a:cubicBezTo>
                <a:cubicBezTo>
                  <a:pt x="2203713" y="45703"/>
                  <a:pt x="2201035" y="44351"/>
                  <a:pt x="2197512" y="44351"/>
                </a:cubicBezTo>
                <a:close/>
                <a:moveTo>
                  <a:pt x="1977991" y="44351"/>
                </a:moveTo>
                <a:cubicBezTo>
                  <a:pt x="1974815" y="44351"/>
                  <a:pt x="1972348" y="45430"/>
                  <a:pt x="1970586" y="47588"/>
                </a:cubicBezTo>
                <a:cubicBezTo>
                  <a:pt x="1968825" y="49746"/>
                  <a:pt x="1967771" y="52958"/>
                  <a:pt x="1967424" y="57224"/>
                </a:cubicBezTo>
                <a:lnTo>
                  <a:pt x="1988558" y="57224"/>
                </a:lnTo>
                <a:cubicBezTo>
                  <a:pt x="1988508" y="53156"/>
                  <a:pt x="1987553" y="49994"/>
                  <a:pt x="1985693" y="47737"/>
                </a:cubicBezTo>
                <a:cubicBezTo>
                  <a:pt x="1983831" y="45479"/>
                  <a:pt x="1981265" y="44351"/>
                  <a:pt x="1977991" y="44351"/>
                </a:cubicBezTo>
                <a:close/>
                <a:moveTo>
                  <a:pt x="1854612" y="44351"/>
                </a:moveTo>
                <a:cubicBezTo>
                  <a:pt x="1851040" y="44351"/>
                  <a:pt x="1848336" y="45703"/>
                  <a:pt x="1846501" y="48406"/>
                </a:cubicBezTo>
                <a:cubicBezTo>
                  <a:pt x="1844665" y="51110"/>
                  <a:pt x="1843748" y="55091"/>
                  <a:pt x="1843748" y="60350"/>
                </a:cubicBezTo>
                <a:cubicBezTo>
                  <a:pt x="1843748" y="65608"/>
                  <a:pt x="1844665" y="69589"/>
                  <a:pt x="1846501" y="72293"/>
                </a:cubicBezTo>
                <a:cubicBezTo>
                  <a:pt x="1848336" y="74997"/>
                  <a:pt x="1851015" y="76349"/>
                  <a:pt x="1854538" y="76349"/>
                </a:cubicBezTo>
                <a:cubicBezTo>
                  <a:pt x="1858109" y="76349"/>
                  <a:pt x="1860814" y="74997"/>
                  <a:pt x="1862649" y="72293"/>
                </a:cubicBezTo>
                <a:cubicBezTo>
                  <a:pt x="1864485" y="69589"/>
                  <a:pt x="1865402" y="65608"/>
                  <a:pt x="1865402" y="60350"/>
                </a:cubicBezTo>
                <a:cubicBezTo>
                  <a:pt x="1865402" y="55091"/>
                  <a:pt x="1864485" y="51110"/>
                  <a:pt x="1862649" y="48406"/>
                </a:cubicBezTo>
                <a:cubicBezTo>
                  <a:pt x="1860814" y="45703"/>
                  <a:pt x="1858134" y="44351"/>
                  <a:pt x="1854612" y="44351"/>
                </a:cubicBezTo>
                <a:close/>
                <a:moveTo>
                  <a:pt x="1549366" y="44351"/>
                </a:moveTo>
                <a:cubicBezTo>
                  <a:pt x="1546191" y="44351"/>
                  <a:pt x="1543723" y="45430"/>
                  <a:pt x="1541961" y="47588"/>
                </a:cubicBezTo>
                <a:cubicBezTo>
                  <a:pt x="1540200" y="49746"/>
                  <a:pt x="1539146" y="52958"/>
                  <a:pt x="1538799" y="57224"/>
                </a:cubicBezTo>
                <a:lnTo>
                  <a:pt x="1559932" y="57224"/>
                </a:lnTo>
                <a:cubicBezTo>
                  <a:pt x="1559883" y="53156"/>
                  <a:pt x="1558928" y="49994"/>
                  <a:pt x="1557067" y="47737"/>
                </a:cubicBezTo>
                <a:cubicBezTo>
                  <a:pt x="1555207" y="45479"/>
                  <a:pt x="1552640" y="44351"/>
                  <a:pt x="1549366" y="44351"/>
                </a:cubicBezTo>
                <a:close/>
                <a:moveTo>
                  <a:pt x="11146993" y="40481"/>
                </a:moveTo>
                <a:lnTo>
                  <a:pt x="11152351" y="40481"/>
                </a:lnTo>
                <a:lnTo>
                  <a:pt x="11152351" y="80218"/>
                </a:lnTo>
                <a:lnTo>
                  <a:pt x="11146993" y="80218"/>
                </a:lnTo>
                <a:close/>
                <a:moveTo>
                  <a:pt x="10717698" y="40481"/>
                </a:moveTo>
                <a:lnTo>
                  <a:pt x="10723056" y="40481"/>
                </a:lnTo>
                <a:lnTo>
                  <a:pt x="10723056" y="68238"/>
                </a:lnTo>
                <a:cubicBezTo>
                  <a:pt x="10723056" y="70768"/>
                  <a:pt x="10723750" y="72690"/>
                  <a:pt x="10725139" y="74005"/>
                </a:cubicBezTo>
                <a:cubicBezTo>
                  <a:pt x="10726529" y="75319"/>
                  <a:pt x="10728562" y="75977"/>
                  <a:pt x="10731241" y="75977"/>
                </a:cubicBezTo>
                <a:cubicBezTo>
                  <a:pt x="10733325" y="75977"/>
                  <a:pt x="10735185" y="75605"/>
                  <a:pt x="10736822" y="74860"/>
                </a:cubicBezTo>
                <a:cubicBezTo>
                  <a:pt x="10738460" y="74116"/>
                  <a:pt x="10739998" y="72926"/>
                  <a:pt x="10741436" y="71289"/>
                </a:cubicBezTo>
                <a:lnTo>
                  <a:pt x="10741436" y="40481"/>
                </a:lnTo>
                <a:lnTo>
                  <a:pt x="10746794" y="40481"/>
                </a:lnTo>
                <a:lnTo>
                  <a:pt x="10746794" y="80218"/>
                </a:lnTo>
                <a:lnTo>
                  <a:pt x="10741808" y="80218"/>
                </a:lnTo>
                <a:lnTo>
                  <a:pt x="10741808" y="75456"/>
                </a:lnTo>
                <a:cubicBezTo>
                  <a:pt x="10738882" y="79276"/>
                  <a:pt x="10734888" y="81186"/>
                  <a:pt x="10729828" y="81186"/>
                </a:cubicBezTo>
                <a:cubicBezTo>
                  <a:pt x="10726008" y="81186"/>
                  <a:pt x="10723031" y="80069"/>
                  <a:pt x="10720898" y="77837"/>
                </a:cubicBezTo>
                <a:cubicBezTo>
                  <a:pt x="10718764" y="75605"/>
                  <a:pt x="10717698" y="72529"/>
                  <a:pt x="10717698" y="68610"/>
                </a:cubicBezTo>
                <a:close/>
                <a:moveTo>
                  <a:pt x="9914324" y="40481"/>
                </a:moveTo>
                <a:lnTo>
                  <a:pt x="9920798" y="40481"/>
                </a:lnTo>
                <a:lnTo>
                  <a:pt x="9930025" y="55587"/>
                </a:lnTo>
                <a:lnTo>
                  <a:pt x="9939625" y="40481"/>
                </a:lnTo>
                <a:lnTo>
                  <a:pt x="9945950" y="40481"/>
                </a:lnTo>
                <a:lnTo>
                  <a:pt x="9933002" y="59829"/>
                </a:lnTo>
                <a:lnTo>
                  <a:pt x="9946099" y="80218"/>
                </a:lnTo>
                <a:lnTo>
                  <a:pt x="9939625" y="80218"/>
                </a:lnTo>
                <a:lnTo>
                  <a:pt x="9929802" y="64368"/>
                </a:lnTo>
                <a:lnTo>
                  <a:pt x="9920128" y="80218"/>
                </a:lnTo>
                <a:lnTo>
                  <a:pt x="9913803" y="80218"/>
                </a:lnTo>
                <a:lnTo>
                  <a:pt x="9926900" y="60126"/>
                </a:lnTo>
                <a:close/>
                <a:moveTo>
                  <a:pt x="9660423" y="40481"/>
                </a:moveTo>
                <a:lnTo>
                  <a:pt x="9665781" y="40481"/>
                </a:lnTo>
                <a:lnTo>
                  <a:pt x="9665781" y="68238"/>
                </a:lnTo>
                <a:cubicBezTo>
                  <a:pt x="9665781" y="70768"/>
                  <a:pt x="9666476" y="72690"/>
                  <a:pt x="9667864" y="74005"/>
                </a:cubicBezTo>
                <a:cubicBezTo>
                  <a:pt x="9669253" y="75319"/>
                  <a:pt x="9671287" y="75977"/>
                  <a:pt x="9673966" y="75977"/>
                </a:cubicBezTo>
                <a:cubicBezTo>
                  <a:pt x="9676050" y="75977"/>
                  <a:pt x="9677910" y="75605"/>
                  <a:pt x="9679547" y="74860"/>
                </a:cubicBezTo>
                <a:cubicBezTo>
                  <a:pt x="9681185" y="74116"/>
                  <a:pt x="9682722" y="72926"/>
                  <a:pt x="9684161" y="71289"/>
                </a:cubicBezTo>
                <a:lnTo>
                  <a:pt x="9684161" y="40481"/>
                </a:lnTo>
                <a:lnTo>
                  <a:pt x="9689519" y="40481"/>
                </a:lnTo>
                <a:lnTo>
                  <a:pt x="9689519" y="80218"/>
                </a:lnTo>
                <a:lnTo>
                  <a:pt x="9684533" y="80218"/>
                </a:lnTo>
                <a:lnTo>
                  <a:pt x="9684533" y="75456"/>
                </a:lnTo>
                <a:cubicBezTo>
                  <a:pt x="9681606" y="79276"/>
                  <a:pt x="9677613" y="81186"/>
                  <a:pt x="9672553" y="81186"/>
                </a:cubicBezTo>
                <a:cubicBezTo>
                  <a:pt x="9668732" y="81186"/>
                  <a:pt x="9665756" y="80069"/>
                  <a:pt x="9663623" y="77837"/>
                </a:cubicBezTo>
                <a:cubicBezTo>
                  <a:pt x="9661490" y="75605"/>
                  <a:pt x="9660423" y="72529"/>
                  <a:pt x="9660423" y="68610"/>
                </a:cubicBezTo>
                <a:close/>
                <a:moveTo>
                  <a:pt x="9527743" y="40481"/>
                </a:moveTo>
                <a:lnTo>
                  <a:pt x="9533101" y="40481"/>
                </a:lnTo>
                <a:lnTo>
                  <a:pt x="9533101" y="80218"/>
                </a:lnTo>
                <a:lnTo>
                  <a:pt x="9527743" y="80218"/>
                </a:lnTo>
                <a:close/>
                <a:moveTo>
                  <a:pt x="9465979" y="40481"/>
                </a:moveTo>
                <a:lnTo>
                  <a:pt x="9471783" y="40481"/>
                </a:lnTo>
                <a:lnTo>
                  <a:pt x="9480787" y="74265"/>
                </a:lnTo>
                <a:lnTo>
                  <a:pt x="9489643" y="40481"/>
                </a:lnTo>
                <a:lnTo>
                  <a:pt x="9495298" y="40481"/>
                </a:lnTo>
                <a:lnTo>
                  <a:pt x="9504228" y="74265"/>
                </a:lnTo>
                <a:lnTo>
                  <a:pt x="9513158" y="40481"/>
                </a:lnTo>
                <a:lnTo>
                  <a:pt x="9518887" y="40481"/>
                </a:lnTo>
                <a:lnTo>
                  <a:pt x="9507056" y="80218"/>
                </a:lnTo>
                <a:lnTo>
                  <a:pt x="9501103" y="80218"/>
                </a:lnTo>
                <a:lnTo>
                  <a:pt x="9492396" y="48369"/>
                </a:lnTo>
                <a:lnTo>
                  <a:pt x="9483690" y="80218"/>
                </a:lnTo>
                <a:lnTo>
                  <a:pt x="9477737" y="80218"/>
                </a:lnTo>
                <a:close/>
                <a:moveTo>
                  <a:pt x="9213418" y="40481"/>
                </a:moveTo>
                <a:lnTo>
                  <a:pt x="9218776" y="40481"/>
                </a:lnTo>
                <a:lnTo>
                  <a:pt x="9218776" y="80218"/>
                </a:lnTo>
                <a:lnTo>
                  <a:pt x="9213418" y="80218"/>
                </a:lnTo>
                <a:close/>
                <a:moveTo>
                  <a:pt x="8904004" y="40481"/>
                </a:moveTo>
                <a:lnTo>
                  <a:pt x="8909808" y="40481"/>
                </a:lnTo>
                <a:lnTo>
                  <a:pt x="8918812" y="74265"/>
                </a:lnTo>
                <a:lnTo>
                  <a:pt x="8927668" y="40481"/>
                </a:lnTo>
                <a:lnTo>
                  <a:pt x="8933323" y="40481"/>
                </a:lnTo>
                <a:lnTo>
                  <a:pt x="8942253" y="74265"/>
                </a:lnTo>
                <a:lnTo>
                  <a:pt x="8951183" y="40481"/>
                </a:lnTo>
                <a:lnTo>
                  <a:pt x="8956912" y="40481"/>
                </a:lnTo>
                <a:lnTo>
                  <a:pt x="8945081" y="80218"/>
                </a:lnTo>
                <a:lnTo>
                  <a:pt x="8939128" y="80218"/>
                </a:lnTo>
                <a:lnTo>
                  <a:pt x="8930421" y="48369"/>
                </a:lnTo>
                <a:lnTo>
                  <a:pt x="8921715" y="80218"/>
                </a:lnTo>
                <a:lnTo>
                  <a:pt x="8915761" y="80218"/>
                </a:lnTo>
                <a:close/>
                <a:moveTo>
                  <a:pt x="8822893" y="40481"/>
                </a:moveTo>
                <a:lnTo>
                  <a:pt x="8828251" y="40481"/>
                </a:lnTo>
                <a:lnTo>
                  <a:pt x="8828251" y="80218"/>
                </a:lnTo>
                <a:lnTo>
                  <a:pt x="8822893" y="80218"/>
                </a:lnTo>
                <a:close/>
                <a:moveTo>
                  <a:pt x="8651443" y="40481"/>
                </a:moveTo>
                <a:lnTo>
                  <a:pt x="8656801" y="40481"/>
                </a:lnTo>
                <a:lnTo>
                  <a:pt x="8656801" y="80218"/>
                </a:lnTo>
                <a:lnTo>
                  <a:pt x="8651443" y="80218"/>
                </a:lnTo>
                <a:close/>
                <a:moveTo>
                  <a:pt x="8098993" y="40481"/>
                </a:moveTo>
                <a:lnTo>
                  <a:pt x="8104351" y="40481"/>
                </a:lnTo>
                <a:lnTo>
                  <a:pt x="8104351" y="80218"/>
                </a:lnTo>
                <a:lnTo>
                  <a:pt x="8098993" y="80218"/>
                </a:lnTo>
                <a:close/>
                <a:moveTo>
                  <a:pt x="7918018" y="40481"/>
                </a:moveTo>
                <a:lnTo>
                  <a:pt x="7923376" y="40481"/>
                </a:lnTo>
                <a:lnTo>
                  <a:pt x="7923376" y="80218"/>
                </a:lnTo>
                <a:lnTo>
                  <a:pt x="7918018" y="80218"/>
                </a:lnTo>
                <a:close/>
                <a:moveTo>
                  <a:pt x="7603023" y="40481"/>
                </a:moveTo>
                <a:lnTo>
                  <a:pt x="7608381" y="40481"/>
                </a:lnTo>
                <a:lnTo>
                  <a:pt x="7608381" y="68238"/>
                </a:lnTo>
                <a:cubicBezTo>
                  <a:pt x="7608381" y="70768"/>
                  <a:pt x="7609076" y="72690"/>
                  <a:pt x="7610465" y="74005"/>
                </a:cubicBezTo>
                <a:cubicBezTo>
                  <a:pt x="7611854" y="75319"/>
                  <a:pt x="7613888" y="75977"/>
                  <a:pt x="7616567" y="75977"/>
                </a:cubicBezTo>
                <a:cubicBezTo>
                  <a:pt x="7618650" y="75977"/>
                  <a:pt x="7620511" y="75605"/>
                  <a:pt x="7622148" y="74860"/>
                </a:cubicBezTo>
                <a:cubicBezTo>
                  <a:pt x="7623785" y="74116"/>
                  <a:pt x="7625322" y="72926"/>
                  <a:pt x="7626761" y="71289"/>
                </a:cubicBezTo>
                <a:lnTo>
                  <a:pt x="7626761" y="40481"/>
                </a:lnTo>
                <a:lnTo>
                  <a:pt x="7632119" y="40481"/>
                </a:lnTo>
                <a:lnTo>
                  <a:pt x="7632119" y="80218"/>
                </a:lnTo>
                <a:lnTo>
                  <a:pt x="7627133" y="80218"/>
                </a:lnTo>
                <a:lnTo>
                  <a:pt x="7627133" y="75456"/>
                </a:lnTo>
                <a:cubicBezTo>
                  <a:pt x="7624206" y="79276"/>
                  <a:pt x="7620213" y="81186"/>
                  <a:pt x="7615153" y="81186"/>
                </a:cubicBezTo>
                <a:cubicBezTo>
                  <a:pt x="7611333" y="81186"/>
                  <a:pt x="7608356" y="80069"/>
                  <a:pt x="7606223" y="77837"/>
                </a:cubicBezTo>
                <a:cubicBezTo>
                  <a:pt x="7604090" y="75605"/>
                  <a:pt x="7603023" y="72529"/>
                  <a:pt x="7603023" y="68610"/>
                </a:cubicBezTo>
                <a:close/>
                <a:moveTo>
                  <a:pt x="7202973" y="40481"/>
                </a:moveTo>
                <a:lnTo>
                  <a:pt x="7208331" y="40481"/>
                </a:lnTo>
                <a:lnTo>
                  <a:pt x="7208331" y="68238"/>
                </a:lnTo>
                <a:cubicBezTo>
                  <a:pt x="7208331" y="70768"/>
                  <a:pt x="7209026" y="72690"/>
                  <a:pt x="7210415" y="74005"/>
                </a:cubicBezTo>
                <a:cubicBezTo>
                  <a:pt x="7211804" y="75319"/>
                  <a:pt x="7213838" y="75977"/>
                  <a:pt x="7216517" y="75977"/>
                </a:cubicBezTo>
                <a:cubicBezTo>
                  <a:pt x="7218600" y="75977"/>
                  <a:pt x="7220461" y="75605"/>
                  <a:pt x="7222098" y="74860"/>
                </a:cubicBezTo>
                <a:cubicBezTo>
                  <a:pt x="7223735" y="74116"/>
                  <a:pt x="7225272" y="72926"/>
                  <a:pt x="7226711" y="71289"/>
                </a:cubicBezTo>
                <a:lnTo>
                  <a:pt x="7226711" y="40481"/>
                </a:lnTo>
                <a:lnTo>
                  <a:pt x="7232069" y="40481"/>
                </a:lnTo>
                <a:lnTo>
                  <a:pt x="7232069" y="80218"/>
                </a:lnTo>
                <a:lnTo>
                  <a:pt x="7227083" y="80218"/>
                </a:lnTo>
                <a:lnTo>
                  <a:pt x="7227083" y="75456"/>
                </a:lnTo>
                <a:cubicBezTo>
                  <a:pt x="7224157" y="79276"/>
                  <a:pt x="7220163" y="81186"/>
                  <a:pt x="7215103" y="81186"/>
                </a:cubicBezTo>
                <a:cubicBezTo>
                  <a:pt x="7211283" y="81186"/>
                  <a:pt x="7208307" y="80069"/>
                  <a:pt x="7206173" y="77837"/>
                </a:cubicBezTo>
                <a:cubicBezTo>
                  <a:pt x="7204040" y="75605"/>
                  <a:pt x="7202973" y="72529"/>
                  <a:pt x="7202973" y="68610"/>
                </a:cubicBezTo>
                <a:close/>
                <a:moveTo>
                  <a:pt x="6698818" y="40481"/>
                </a:moveTo>
                <a:lnTo>
                  <a:pt x="6704176" y="40481"/>
                </a:lnTo>
                <a:lnTo>
                  <a:pt x="6704176" y="80218"/>
                </a:lnTo>
                <a:lnTo>
                  <a:pt x="6698818" y="80218"/>
                </a:lnTo>
                <a:close/>
                <a:moveTo>
                  <a:pt x="6432118" y="40481"/>
                </a:moveTo>
                <a:lnTo>
                  <a:pt x="6437476" y="40481"/>
                </a:lnTo>
                <a:lnTo>
                  <a:pt x="6437476" y="80218"/>
                </a:lnTo>
                <a:lnTo>
                  <a:pt x="6432118" y="80218"/>
                </a:lnTo>
                <a:close/>
                <a:moveTo>
                  <a:pt x="6213043" y="40481"/>
                </a:moveTo>
                <a:lnTo>
                  <a:pt x="6218401" y="40481"/>
                </a:lnTo>
                <a:lnTo>
                  <a:pt x="6218401" y="80218"/>
                </a:lnTo>
                <a:lnTo>
                  <a:pt x="6213043" y="80218"/>
                </a:lnTo>
                <a:close/>
                <a:moveTo>
                  <a:pt x="5783749" y="40481"/>
                </a:moveTo>
                <a:lnTo>
                  <a:pt x="5789106" y="40481"/>
                </a:lnTo>
                <a:lnTo>
                  <a:pt x="5789106" y="68238"/>
                </a:lnTo>
                <a:cubicBezTo>
                  <a:pt x="5789106" y="70768"/>
                  <a:pt x="5789801" y="72690"/>
                  <a:pt x="5791190" y="74005"/>
                </a:cubicBezTo>
                <a:cubicBezTo>
                  <a:pt x="5792579" y="75319"/>
                  <a:pt x="5794613" y="75977"/>
                  <a:pt x="5797292" y="75977"/>
                </a:cubicBezTo>
                <a:cubicBezTo>
                  <a:pt x="5799375" y="75977"/>
                  <a:pt x="5801236" y="75605"/>
                  <a:pt x="5802873" y="74860"/>
                </a:cubicBezTo>
                <a:cubicBezTo>
                  <a:pt x="5804510" y="74116"/>
                  <a:pt x="5806047" y="72926"/>
                  <a:pt x="5807487" y="71289"/>
                </a:cubicBezTo>
                <a:lnTo>
                  <a:pt x="5807487" y="40481"/>
                </a:lnTo>
                <a:lnTo>
                  <a:pt x="5812844" y="40481"/>
                </a:lnTo>
                <a:lnTo>
                  <a:pt x="5812844" y="80218"/>
                </a:lnTo>
                <a:lnTo>
                  <a:pt x="5807858" y="80218"/>
                </a:lnTo>
                <a:lnTo>
                  <a:pt x="5807858" y="75456"/>
                </a:lnTo>
                <a:cubicBezTo>
                  <a:pt x="5804931" y="79276"/>
                  <a:pt x="5800938" y="81186"/>
                  <a:pt x="5795878" y="81186"/>
                </a:cubicBezTo>
                <a:cubicBezTo>
                  <a:pt x="5792058" y="81186"/>
                  <a:pt x="5789082" y="80069"/>
                  <a:pt x="5786948" y="77837"/>
                </a:cubicBezTo>
                <a:cubicBezTo>
                  <a:pt x="5784816" y="75605"/>
                  <a:pt x="5783749" y="72529"/>
                  <a:pt x="5783749" y="68610"/>
                </a:cubicBezTo>
                <a:close/>
                <a:moveTo>
                  <a:pt x="5455805" y="40481"/>
                </a:moveTo>
                <a:lnTo>
                  <a:pt x="5461684" y="40481"/>
                </a:lnTo>
                <a:lnTo>
                  <a:pt x="5472697" y="73744"/>
                </a:lnTo>
                <a:lnTo>
                  <a:pt x="5483562" y="40481"/>
                </a:lnTo>
                <a:lnTo>
                  <a:pt x="5489367" y="40481"/>
                </a:lnTo>
                <a:lnTo>
                  <a:pt x="5475228" y="80814"/>
                </a:lnTo>
                <a:cubicBezTo>
                  <a:pt x="5473938" y="84385"/>
                  <a:pt x="5471842" y="87498"/>
                  <a:pt x="5468940" y="90153"/>
                </a:cubicBezTo>
                <a:cubicBezTo>
                  <a:pt x="5466038" y="92807"/>
                  <a:pt x="5462379" y="94927"/>
                  <a:pt x="5457964" y="96515"/>
                </a:cubicBezTo>
                <a:lnTo>
                  <a:pt x="5456029" y="91752"/>
                </a:lnTo>
                <a:cubicBezTo>
                  <a:pt x="5459601" y="90512"/>
                  <a:pt x="5462503" y="88987"/>
                  <a:pt x="5464735" y="87176"/>
                </a:cubicBezTo>
                <a:cubicBezTo>
                  <a:pt x="5466968" y="85365"/>
                  <a:pt x="5468704" y="83170"/>
                  <a:pt x="5469944" y="80590"/>
                </a:cubicBezTo>
                <a:close/>
                <a:moveTo>
                  <a:pt x="5022418" y="40481"/>
                </a:moveTo>
                <a:lnTo>
                  <a:pt x="5027776" y="40481"/>
                </a:lnTo>
                <a:lnTo>
                  <a:pt x="5027776" y="80218"/>
                </a:lnTo>
                <a:lnTo>
                  <a:pt x="5022418" y="80218"/>
                </a:lnTo>
                <a:close/>
                <a:moveTo>
                  <a:pt x="4908119" y="40481"/>
                </a:moveTo>
                <a:lnTo>
                  <a:pt x="4913476" y="40481"/>
                </a:lnTo>
                <a:lnTo>
                  <a:pt x="4913476" y="80218"/>
                </a:lnTo>
                <a:lnTo>
                  <a:pt x="4908119" y="80218"/>
                </a:lnTo>
                <a:close/>
                <a:moveTo>
                  <a:pt x="4798729" y="40481"/>
                </a:moveTo>
                <a:lnTo>
                  <a:pt x="4804534" y="40481"/>
                </a:lnTo>
                <a:lnTo>
                  <a:pt x="4813538" y="74265"/>
                </a:lnTo>
                <a:lnTo>
                  <a:pt x="4822393" y="40481"/>
                </a:lnTo>
                <a:lnTo>
                  <a:pt x="4828048" y="40481"/>
                </a:lnTo>
                <a:lnTo>
                  <a:pt x="4836979" y="74265"/>
                </a:lnTo>
                <a:lnTo>
                  <a:pt x="4845908" y="40481"/>
                </a:lnTo>
                <a:lnTo>
                  <a:pt x="4851638" y="40481"/>
                </a:lnTo>
                <a:lnTo>
                  <a:pt x="4839806" y="80218"/>
                </a:lnTo>
                <a:lnTo>
                  <a:pt x="4833853" y="80218"/>
                </a:lnTo>
                <a:lnTo>
                  <a:pt x="4825147" y="48369"/>
                </a:lnTo>
                <a:lnTo>
                  <a:pt x="4816440" y="80218"/>
                </a:lnTo>
                <a:lnTo>
                  <a:pt x="4810487" y="80218"/>
                </a:lnTo>
                <a:close/>
                <a:moveTo>
                  <a:pt x="4679518" y="40481"/>
                </a:moveTo>
                <a:lnTo>
                  <a:pt x="4684876" y="40481"/>
                </a:lnTo>
                <a:lnTo>
                  <a:pt x="4684876" y="80218"/>
                </a:lnTo>
                <a:lnTo>
                  <a:pt x="4679518" y="80218"/>
                </a:lnTo>
                <a:close/>
                <a:moveTo>
                  <a:pt x="4384243" y="40481"/>
                </a:moveTo>
                <a:lnTo>
                  <a:pt x="4389601" y="40481"/>
                </a:lnTo>
                <a:lnTo>
                  <a:pt x="4389601" y="80218"/>
                </a:lnTo>
                <a:lnTo>
                  <a:pt x="4384243" y="80218"/>
                </a:lnTo>
                <a:close/>
                <a:moveTo>
                  <a:pt x="4288993" y="40481"/>
                </a:moveTo>
                <a:lnTo>
                  <a:pt x="4294351" y="40481"/>
                </a:lnTo>
                <a:lnTo>
                  <a:pt x="4294351" y="80218"/>
                </a:lnTo>
                <a:lnTo>
                  <a:pt x="4288993" y="80218"/>
                </a:lnTo>
                <a:close/>
                <a:moveTo>
                  <a:pt x="4117543" y="40481"/>
                </a:moveTo>
                <a:lnTo>
                  <a:pt x="4122901" y="40481"/>
                </a:lnTo>
                <a:lnTo>
                  <a:pt x="4122901" y="80218"/>
                </a:lnTo>
                <a:lnTo>
                  <a:pt x="4117543" y="80218"/>
                </a:lnTo>
                <a:close/>
                <a:moveTo>
                  <a:pt x="3241244" y="40481"/>
                </a:moveTo>
                <a:lnTo>
                  <a:pt x="3246601" y="40481"/>
                </a:lnTo>
                <a:lnTo>
                  <a:pt x="3246601" y="80218"/>
                </a:lnTo>
                <a:lnTo>
                  <a:pt x="3241244" y="80218"/>
                </a:lnTo>
                <a:close/>
                <a:moveTo>
                  <a:pt x="2850719" y="40481"/>
                </a:moveTo>
                <a:lnTo>
                  <a:pt x="2856076" y="40481"/>
                </a:lnTo>
                <a:lnTo>
                  <a:pt x="2856076" y="80218"/>
                </a:lnTo>
                <a:lnTo>
                  <a:pt x="2850719" y="80218"/>
                </a:lnTo>
                <a:close/>
                <a:moveTo>
                  <a:pt x="2421424" y="40481"/>
                </a:moveTo>
                <a:lnTo>
                  <a:pt x="2426781" y="40481"/>
                </a:lnTo>
                <a:lnTo>
                  <a:pt x="2426781" y="68238"/>
                </a:lnTo>
                <a:cubicBezTo>
                  <a:pt x="2426781" y="70768"/>
                  <a:pt x="2427477" y="72690"/>
                  <a:pt x="2428865" y="74005"/>
                </a:cubicBezTo>
                <a:cubicBezTo>
                  <a:pt x="2430255" y="75319"/>
                  <a:pt x="2432289" y="75977"/>
                  <a:pt x="2434967" y="75977"/>
                </a:cubicBezTo>
                <a:cubicBezTo>
                  <a:pt x="2437051" y="75977"/>
                  <a:pt x="2438911" y="75605"/>
                  <a:pt x="2440548" y="74860"/>
                </a:cubicBezTo>
                <a:cubicBezTo>
                  <a:pt x="2442185" y="74116"/>
                  <a:pt x="2443724" y="72926"/>
                  <a:pt x="2445162" y="71289"/>
                </a:cubicBezTo>
                <a:lnTo>
                  <a:pt x="2445162" y="40481"/>
                </a:lnTo>
                <a:lnTo>
                  <a:pt x="2450520" y="40481"/>
                </a:lnTo>
                <a:lnTo>
                  <a:pt x="2450520" y="80218"/>
                </a:lnTo>
                <a:lnTo>
                  <a:pt x="2445534" y="80218"/>
                </a:lnTo>
                <a:lnTo>
                  <a:pt x="2445534" y="75456"/>
                </a:lnTo>
                <a:cubicBezTo>
                  <a:pt x="2442607" y="79276"/>
                  <a:pt x="2438613" y="81186"/>
                  <a:pt x="2433553" y="81186"/>
                </a:cubicBezTo>
                <a:cubicBezTo>
                  <a:pt x="2429734" y="81186"/>
                  <a:pt x="2426757" y="80069"/>
                  <a:pt x="2424624" y="77837"/>
                </a:cubicBezTo>
                <a:cubicBezTo>
                  <a:pt x="2422491" y="75605"/>
                  <a:pt x="2421424" y="72529"/>
                  <a:pt x="2421424" y="68610"/>
                </a:cubicBezTo>
                <a:close/>
                <a:moveTo>
                  <a:pt x="2093481" y="40481"/>
                </a:moveTo>
                <a:lnTo>
                  <a:pt x="2099360" y="40481"/>
                </a:lnTo>
                <a:lnTo>
                  <a:pt x="2110373" y="73744"/>
                </a:lnTo>
                <a:lnTo>
                  <a:pt x="2121237" y="40481"/>
                </a:lnTo>
                <a:lnTo>
                  <a:pt x="2127042" y="40481"/>
                </a:lnTo>
                <a:lnTo>
                  <a:pt x="2112903" y="80814"/>
                </a:lnTo>
                <a:cubicBezTo>
                  <a:pt x="2111613" y="84385"/>
                  <a:pt x="2109517" y="87498"/>
                  <a:pt x="2106615" y="90153"/>
                </a:cubicBezTo>
                <a:cubicBezTo>
                  <a:pt x="2103713" y="92807"/>
                  <a:pt x="2100054" y="94927"/>
                  <a:pt x="2095639" y="96515"/>
                </a:cubicBezTo>
                <a:lnTo>
                  <a:pt x="2093704" y="91752"/>
                </a:lnTo>
                <a:cubicBezTo>
                  <a:pt x="2097276" y="90512"/>
                  <a:pt x="2100178" y="88987"/>
                  <a:pt x="2102410" y="87176"/>
                </a:cubicBezTo>
                <a:cubicBezTo>
                  <a:pt x="2104643" y="85365"/>
                  <a:pt x="2106380" y="83170"/>
                  <a:pt x="2107620" y="80590"/>
                </a:cubicBezTo>
                <a:close/>
                <a:moveTo>
                  <a:pt x="1945844" y="40481"/>
                </a:moveTo>
                <a:lnTo>
                  <a:pt x="1951202" y="40481"/>
                </a:lnTo>
                <a:lnTo>
                  <a:pt x="1951202" y="80218"/>
                </a:lnTo>
                <a:lnTo>
                  <a:pt x="1945844" y="80218"/>
                </a:lnTo>
                <a:close/>
                <a:moveTo>
                  <a:pt x="1698193" y="40481"/>
                </a:moveTo>
                <a:lnTo>
                  <a:pt x="1703552" y="40481"/>
                </a:lnTo>
                <a:lnTo>
                  <a:pt x="1703552" y="80218"/>
                </a:lnTo>
                <a:lnTo>
                  <a:pt x="1698193" y="80218"/>
                </a:lnTo>
                <a:close/>
                <a:moveTo>
                  <a:pt x="1602943" y="40481"/>
                </a:moveTo>
                <a:lnTo>
                  <a:pt x="1608302" y="40481"/>
                </a:lnTo>
                <a:lnTo>
                  <a:pt x="1608302" y="80218"/>
                </a:lnTo>
                <a:lnTo>
                  <a:pt x="1602943" y="80218"/>
                </a:lnTo>
                <a:close/>
                <a:moveTo>
                  <a:pt x="1326719" y="40481"/>
                </a:moveTo>
                <a:lnTo>
                  <a:pt x="1332076" y="40481"/>
                </a:lnTo>
                <a:lnTo>
                  <a:pt x="1332076" y="80218"/>
                </a:lnTo>
                <a:lnTo>
                  <a:pt x="1326719" y="80218"/>
                </a:lnTo>
                <a:close/>
                <a:moveTo>
                  <a:pt x="11048394" y="39663"/>
                </a:moveTo>
                <a:cubicBezTo>
                  <a:pt x="11050130" y="39663"/>
                  <a:pt x="11051793" y="39985"/>
                  <a:pt x="11053380" y="40630"/>
                </a:cubicBezTo>
                <a:lnTo>
                  <a:pt x="11052115" y="45913"/>
                </a:lnTo>
                <a:cubicBezTo>
                  <a:pt x="11050230" y="45368"/>
                  <a:pt x="11048493" y="45095"/>
                  <a:pt x="11046906" y="45095"/>
                </a:cubicBezTo>
                <a:cubicBezTo>
                  <a:pt x="11044971" y="45095"/>
                  <a:pt x="11043272" y="45516"/>
                  <a:pt x="11041808" y="46360"/>
                </a:cubicBezTo>
                <a:cubicBezTo>
                  <a:pt x="11040345" y="47203"/>
                  <a:pt x="11039042" y="48493"/>
                  <a:pt x="11037902" y="50229"/>
                </a:cubicBezTo>
                <a:lnTo>
                  <a:pt x="11037902" y="80218"/>
                </a:lnTo>
                <a:lnTo>
                  <a:pt x="11032544" y="80218"/>
                </a:lnTo>
                <a:lnTo>
                  <a:pt x="11032544" y="40481"/>
                </a:lnTo>
                <a:lnTo>
                  <a:pt x="11037530" y="40481"/>
                </a:lnTo>
                <a:lnTo>
                  <a:pt x="11037530" y="45988"/>
                </a:lnTo>
                <a:cubicBezTo>
                  <a:pt x="11040407" y="41771"/>
                  <a:pt x="11044028" y="39663"/>
                  <a:pt x="11048394" y="39663"/>
                </a:cubicBezTo>
                <a:close/>
                <a:moveTo>
                  <a:pt x="10010169" y="39663"/>
                </a:moveTo>
                <a:cubicBezTo>
                  <a:pt x="10011905" y="39663"/>
                  <a:pt x="10013568" y="39985"/>
                  <a:pt x="10015155" y="40630"/>
                </a:cubicBezTo>
                <a:lnTo>
                  <a:pt x="10013890" y="45913"/>
                </a:lnTo>
                <a:cubicBezTo>
                  <a:pt x="10012005" y="45368"/>
                  <a:pt x="10010268" y="45095"/>
                  <a:pt x="10008681" y="45095"/>
                </a:cubicBezTo>
                <a:cubicBezTo>
                  <a:pt x="10006746" y="45095"/>
                  <a:pt x="10005047" y="45516"/>
                  <a:pt x="10003583" y="46360"/>
                </a:cubicBezTo>
                <a:cubicBezTo>
                  <a:pt x="10002120" y="47203"/>
                  <a:pt x="10000817" y="48493"/>
                  <a:pt x="9999677" y="50229"/>
                </a:cubicBezTo>
                <a:lnTo>
                  <a:pt x="9999677" y="80218"/>
                </a:lnTo>
                <a:lnTo>
                  <a:pt x="9994319" y="80218"/>
                </a:lnTo>
                <a:lnTo>
                  <a:pt x="9994319" y="40481"/>
                </a:lnTo>
                <a:lnTo>
                  <a:pt x="9999305" y="40481"/>
                </a:lnTo>
                <a:lnTo>
                  <a:pt x="9999305" y="45988"/>
                </a:lnTo>
                <a:cubicBezTo>
                  <a:pt x="10002182" y="41771"/>
                  <a:pt x="10005803" y="39663"/>
                  <a:pt x="10010169" y="39663"/>
                </a:cubicBezTo>
                <a:close/>
                <a:moveTo>
                  <a:pt x="9391044" y="39663"/>
                </a:moveTo>
                <a:cubicBezTo>
                  <a:pt x="9392780" y="39663"/>
                  <a:pt x="9394443" y="39985"/>
                  <a:pt x="9396030" y="40630"/>
                </a:cubicBezTo>
                <a:lnTo>
                  <a:pt x="9394765" y="45913"/>
                </a:lnTo>
                <a:cubicBezTo>
                  <a:pt x="9392880" y="45368"/>
                  <a:pt x="9391143" y="45095"/>
                  <a:pt x="9389556" y="45095"/>
                </a:cubicBezTo>
                <a:cubicBezTo>
                  <a:pt x="9387621" y="45095"/>
                  <a:pt x="9385922" y="45516"/>
                  <a:pt x="9384458" y="46360"/>
                </a:cubicBezTo>
                <a:cubicBezTo>
                  <a:pt x="9382995" y="47203"/>
                  <a:pt x="9381692" y="48493"/>
                  <a:pt x="9380552" y="50229"/>
                </a:cubicBezTo>
                <a:lnTo>
                  <a:pt x="9380552" y="80218"/>
                </a:lnTo>
                <a:lnTo>
                  <a:pt x="9375194" y="80218"/>
                </a:lnTo>
                <a:lnTo>
                  <a:pt x="9375194" y="40481"/>
                </a:lnTo>
                <a:lnTo>
                  <a:pt x="9380180" y="40481"/>
                </a:lnTo>
                <a:lnTo>
                  <a:pt x="9380180" y="45988"/>
                </a:lnTo>
                <a:cubicBezTo>
                  <a:pt x="9383057" y="41771"/>
                  <a:pt x="9386678" y="39663"/>
                  <a:pt x="9391044" y="39663"/>
                </a:cubicBezTo>
                <a:close/>
                <a:moveTo>
                  <a:pt x="9181494" y="39663"/>
                </a:moveTo>
                <a:cubicBezTo>
                  <a:pt x="9183230" y="39663"/>
                  <a:pt x="9184893" y="39985"/>
                  <a:pt x="9186480" y="40630"/>
                </a:cubicBezTo>
                <a:lnTo>
                  <a:pt x="9185215" y="45913"/>
                </a:lnTo>
                <a:cubicBezTo>
                  <a:pt x="9183330" y="45368"/>
                  <a:pt x="9181593" y="45095"/>
                  <a:pt x="9180006" y="45095"/>
                </a:cubicBezTo>
                <a:cubicBezTo>
                  <a:pt x="9178071" y="45095"/>
                  <a:pt x="9176372" y="45516"/>
                  <a:pt x="9174908" y="46360"/>
                </a:cubicBezTo>
                <a:cubicBezTo>
                  <a:pt x="9173445" y="47203"/>
                  <a:pt x="9172142" y="48493"/>
                  <a:pt x="9171002" y="50229"/>
                </a:cubicBezTo>
                <a:lnTo>
                  <a:pt x="9171002" y="80218"/>
                </a:lnTo>
                <a:lnTo>
                  <a:pt x="9165644" y="80218"/>
                </a:lnTo>
                <a:lnTo>
                  <a:pt x="9165644" y="40481"/>
                </a:lnTo>
                <a:lnTo>
                  <a:pt x="9170630" y="40481"/>
                </a:lnTo>
                <a:lnTo>
                  <a:pt x="9170630" y="45988"/>
                </a:lnTo>
                <a:cubicBezTo>
                  <a:pt x="9173507" y="41771"/>
                  <a:pt x="9177128" y="39663"/>
                  <a:pt x="9181494" y="39663"/>
                </a:cubicBezTo>
                <a:close/>
                <a:moveTo>
                  <a:pt x="8448069" y="39663"/>
                </a:moveTo>
                <a:cubicBezTo>
                  <a:pt x="8449805" y="39663"/>
                  <a:pt x="8451468" y="39985"/>
                  <a:pt x="8453055" y="40630"/>
                </a:cubicBezTo>
                <a:lnTo>
                  <a:pt x="8451790" y="45913"/>
                </a:lnTo>
                <a:cubicBezTo>
                  <a:pt x="8449905" y="45368"/>
                  <a:pt x="8448168" y="45095"/>
                  <a:pt x="8446581" y="45095"/>
                </a:cubicBezTo>
                <a:cubicBezTo>
                  <a:pt x="8444646" y="45095"/>
                  <a:pt x="8442947" y="45516"/>
                  <a:pt x="8441483" y="46360"/>
                </a:cubicBezTo>
                <a:cubicBezTo>
                  <a:pt x="8440020" y="47203"/>
                  <a:pt x="8438717" y="48493"/>
                  <a:pt x="8437577" y="50229"/>
                </a:cubicBezTo>
                <a:lnTo>
                  <a:pt x="8437577" y="80218"/>
                </a:lnTo>
                <a:lnTo>
                  <a:pt x="8432219" y="80218"/>
                </a:lnTo>
                <a:lnTo>
                  <a:pt x="8432219" y="40481"/>
                </a:lnTo>
                <a:lnTo>
                  <a:pt x="8437205" y="40481"/>
                </a:lnTo>
                <a:lnTo>
                  <a:pt x="8437205" y="45988"/>
                </a:lnTo>
                <a:cubicBezTo>
                  <a:pt x="8440082" y="41771"/>
                  <a:pt x="8443703" y="39663"/>
                  <a:pt x="8448069" y="39663"/>
                </a:cubicBezTo>
                <a:close/>
                <a:moveTo>
                  <a:pt x="7514619" y="39663"/>
                </a:moveTo>
                <a:cubicBezTo>
                  <a:pt x="7516356" y="39663"/>
                  <a:pt x="7518017" y="39985"/>
                  <a:pt x="7519605" y="40630"/>
                </a:cubicBezTo>
                <a:lnTo>
                  <a:pt x="7518340" y="45913"/>
                </a:lnTo>
                <a:cubicBezTo>
                  <a:pt x="7516455" y="45368"/>
                  <a:pt x="7514719" y="45095"/>
                  <a:pt x="7513131" y="45095"/>
                </a:cubicBezTo>
                <a:cubicBezTo>
                  <a:pt x="7511196" y="45095"/>
                  <a:pt x="7509497" y="45516"/>
                  <a:pt x="7508034" y="46360"/>
                </a:cubicBezTo>
                <a:cubicBezTo>
                  <a:pt x="7506570" y="47203"/>
                  <a:pt x="7505268" y="48493"/>
                  <a:pt x="7504127" y="50229"/>
                </a:cubicBezTo>
                <a:lnTo>
                  <a:pt x="7504127" y="80218"/>
                </a:lnTo>
                <a:lnTo>
                  <a:pt x="7498769" y="80218"/>
                </a:lnTo>
                <a:lnTo>
                  <a:pt x="7498769" y="40481"/>
                </a:lnTo>
                <a:lnTo>
                  <a:pt x="7503755" y="40481"/>
                </a:lnTo>
                <a:lnTo>
                  <a:pt x="7503755" y="45988"/>
                </a:lnTo>
                <a:cubicBezTo>
                  <a:pt x="7506632" y="41771"/>
                  <a:pt x="7510254" y="39663"/>
                  <a:pt x="7514619" y="39663"/>
                </a:cubicBezTo>
                <a:close/>
                <a:moveTo>
                  <a:pt x="7409844" y="39663"/>
                </a:moveTo>
                <a:cubicBezTo>
                  <a:pt x="7411581" y="39663"/>
                  <a:pt x="7413242" y="39985"/>
                  <a:pt x="7414830" y="40630"/>
                </a:cubicBezTo>
                <a:lnTo>
                  <a:pt x="7413565" y="45913"/>
                </a:lnTo>
                <a:cubicBezTo>
                  <a:pt x="7411680" y="45368"/>
                  <a:pt x="7409944" y="45095"/>
                  <a:pt x="7408356" y="45095"/>
                </a:cubicBezTo>
                <a:cubicBezTo>
                  <a:pt x="7406421" y="45095"/>
                  <a:pt x="7404722" y="45516"/>
                  <a:pt x="7403259" y="46360"/>
                </a:cubicBezTo>
                <a:cubicBezTo>
                  <a:pt x="7401795" y="47203"/>
                  <a:pt x="7400493" y="48493"/>
                  <a:pt x="7399352" y="50229"/>
                </a:cubicBezTo>
                <a:lnTo>
                  <a:pt x="7399352" y="80218"/>
                </a:lnTo>
                <a:lnTo>
                  <a:pt x="7393994" y="80218"/>
                </a:lnTo>
                <a:lnTo>
                  <a:pt x="7393994" y="40481"/>
                </a:lnTo>
                <a:lnTo>
                  <a:pt x="7398980" y="40481"/>
                </a:lnTo>
                <a:lnTo>
                  <a:pt x="7398980" y="45988"/>
                </a:lnTo>
                <a:cubicBezTo>
                  <a:pt x="7401858" y="41771"/>
                  <a:pt x="7405479" y="39663"/>
                  <a:pt x="7409844" y="39663"/>
                </a:cubicBezTo>
                <a:close/>
                <a:moveTo>
                  <a:pt x="6685944" y="39663"/>
                </a:moveTo>
                <a:cubicBezTo>
                  <a:pt x="6687681" y="39663"/>
                  <a:pt x="6689342" y="39985"/>
                  <a:pt x="6690930" y="40630"/>
                </a:cubicBezTo>
                <a:lnTo>
                  <a:pt x="6689665" y="45913"/>
                </a:lnTo>
                <a:cubicBezTo>
                  <a:pt x="6687780" y="45368"/>
                  <a:pt x="6686044" y="45095"/>
                  <a:pt x="6684456" y="45095"/>
                </a:cubicBezTo>
                <a:cubicBezTo>
                  <a:pt x="6682521" y="45095"/>
                  <a:pt x="6680822" y="45516"/>
                  <a:pt x="6679359" y="46360"/>
                </a:cubicBezTo>
                <a:cubicBezTo>
                  <a:pt x="6677895" y="47203"/>
                  <a:pt x="6676593" y="48493"/>
                  <a:pt x="6675452" y="50229"/>
                </a:cubicBezTo>
                <a:lnTo>
                  <a:pt x="6675452" y="80218"/>
                </a:lnTo>
                <a:lnTo>
                  <a:pt x="6670094" y="80218"/>
                </a:lnTo>
                <a:lnTo>
                  <a:pt x="6670094" y="40481"/>
                </a:lnTo>
                <a:lnTo>
                  <a:pt x="6675080" y="40481"/>
                </a:lnTo>
                <a:lnTo>
                  <a:pt x="6675080" y="45988"/>
                </a:lnTo>
                <a:cubicBezTo>
                  <a:pt x="6677958" y="41771"/>
                  <a:pt x="6681579" y="39663"/>
                  <a:pt x="6685944" y="39663"/>
                </a:cubicBezTo>
                <a:close/>
                <a:moveTo>
                  <a:pt x="6114444" y="39663"/>
                </a:moveTo>
                <a:cubicBezTo>
                  <a:pt x="6116181" y="39663"/>
                  <a:pt x="6117843" y="39985"/>
                  <a:pt x="6119430" y="40630"/>
                </a:cubicBezTo>
                <a:lnTo>
                  <a:pt x="6118165" y="45913"/>
                </a:lnTo>
                <a:cubicBezTo>
                  <a:pt x="6116280" y="45368"/>
                  <a:pt x="6114544" y="45095"/>
                  <a:pt x="6112956" y="45095"/>
                </a:cubicBezTo>
                <a:cubicBezTo>
                  <a:pt x="6111021" y="45095"/>
                  <a:pt x="6109322" y="45516"/>
                  <a:pt x="6107859" y="46360"/>
                </a:cubicBezTo>
                <a:cubicBezTo>
                  <a:pt x="6106395" y="47203"/>
                  <a:pt x="6105093" y="48493"/>
                  <a:pt x="6103952" y="50229"/>
                </a:cubicBezTo>
                <a:lnTo>
                  <a:pt x="6103952" y="80218"/>
                </a:lnTo>
                <a:lnTo>
                  <a:pt x="6098594" y="80218"/>
                </a:lnTo>
                <a:lnTo>
                  <a:pt x="6098594" y="40481"/>
                </a:lnTo>
                <a:lnTo>
                  <a:pt x="6103580" y="40481"/>
                </a:lnTo>
                <a:lnTo>
                  <a:pt x="6103580" y="45988"/>
                </a:lnTo>
                <a:cubicBezTo>
                  <a:pt x="6106458" y="41771"/>
                  <a:pt x="6110079" y="39663"/>
                  <a:pt x="6114444" y="39663"/>
                </a:cubicBezTo>
                <a:close/>
                <a:moveTo>
                  <a:pt x="5419119" y="39663"/>
                </a:moveTo>
                <a:cubicBezTo>
                  <a:pt x="5420856" y="39663"/>
                  <a:pt x="5422517" y="39985"/>
                  <a:pt x="5424106" y="40630"/>
                </a:cubicBezTo>
                <a:lnTo>
                  <a:pt x="5422840" y="45913"/>
                </a:lnTo>
                <a:cubicBezTo>
                  <a:pt x="5420955" y="45368"/>
                  <a:pt x="5419219" y="45095"/>
                  <a:pt x="5417631" y="45095"/>
                </a:cubicBezTo>
                <a:cubicBezTo>
                  <a:pt x="5415696" y="45095"/>
                  <a:pt x="5413997" y="45516"/>
                  <a:pt x="5412534" y="46360"/>
                </a:cubicBezTo>
                <a:cubicBezTo>
                  <a:pt x="5411070" y="47203"/>
                  <a:pt x="5409769" y="48493"/>
                  <a:pt x="5408627" y="50229"/>
                </a:cubicBezTo>
                <a:lnTo>
                  <a:pt x="5408627" y="80218"/>
                </a:lnTo>
                <a:lnTo>
                  <a:pt x="5403269" y="80218"/>
                </a:lnTo>
                <a:lnTo>
                  <a:pt x="5403269" y="40481"/>
                </a:lnTo>
                <a:lnTo>
                  <a:pt x="5408255" y="40481"/>
                </a:lnTo>
                <a:lnTo>
                  <a:pt x="5408255" y="45988"/>
                </a:lnTo>
                <a:cubicBezTo>
                  <a:pt x="5411132" y="41771"/>
                  <a:pt x="5414754" y="39663"/>
                  <a:pt x="5419119" y="39663"/>
                </a:cubicBezTo>
                <a:close/>
                <a:moveTo>
                  <a:pt x="5276244" y="39663"/>
                </a:moveTo>
                <a:cubicBezTo>
                  <a:pt x="5277981" y="39663"/>
                  <a:pt x="5279643" y="39985"/>
                  <a:pt x="5281230" y="40630"/>
                </a:cubicBezTo>
                <a:lnTo>
                  <a:pt x="5279965" y="45913"/>
                </a:lnTo>
                <a:cubicBezTo>
                  <a:pt x="5278080" y="45368"/>
                  <a:pt x="5276343" y="45095"/>
                  <a:pt x="5274756" y="45095"/>
                </a:cubicBezTo>
                <a:cubicBezTo>
                  <a:pt x="5272821" y="45095"/>
                  <a:pt x="5271123" y="45516"/>
                  <a:pt x="5269659" y="46360"/>
                </a:cubicBezTo>
                <a:cubicBezTo>
                  <a:pt x="5268195" y="47203"/>
                  <a:pt x="5266893" y="48493"/>
                  <a:pt x="5265752" y="50229"/>
                </a:cubicBezTo>
                <a:lnTo>
                  <a:pt x="5265752" y="80218"/>
                </a:lnTo>
                <a:lnTo>
                  <a:pt x="5260394" y="80218"/>
                </a:lnTo>
                <a:lnTo>
                  <a:pt x="5260394" y="40481"/>
                </a:lnTo>
                <a:lnTo>
                  <a:pt x="5265380" y="40481"/>
                </a:lnTo>
                <a:lnTo>
                  <a:pt x="5265380" y="45988"/>
                </a:lnTo>
                <a:cubicBezTo>
                  <a:pt x="5268258" y="41771"/>
                  <a:pt x="5271878" y="39663"/>
                  <a:pt x="5276244" y="39663"/>
                </a:cubicBezTo>
                <a:close/>
                <a:moveTo>
                  <a:pt x="4533294" y="39663"/>
                </a:moveTo>
                <a:cubicBezTo>
                  <a:pt x="4535031" y="39663"/>
                  <a:pt x="4536693" y="39985"/>
                  <a:pt x="4538281" y="40630"/>
                </a:cubicBezTo>
                <a:lnTo>
                  <a:pt x="4537015" y="45913"/>
                </a:lnTo>
                <a:cubicBezTo>
                  <a:pt x="4535130" y="45368"/>
                  <a:pt x="4533393" y="45095"/>
                  <a:pt x="4531806" y="45095"/>
                </a:cubicBezTo>
                <a:cubicBezTo>
                  <a:pt x="4529871" y="45095"/>
                  <a:pt x="4528172" y="45516"/>
                  <a:pt x="4526709" y="46360"/>
                </a:cubicBezTo>
                <a:cubicBezTo>
                  <a:pt x="4525245" y="47203"/>
                  <a:pt x="4523943" y="48493"/>
                  <a:pt x="4522802" y="50229"/>
                </a:cubicBezTo>
                <a:lnTo>
                  <a:pt x="4522802" y="80218"/>
                </a:lnTo>
                <a:lnTo>
                  <a:pt x="4517444" y="80218"/>
                </a:lnTo>
                <a:lnTo>
                  <a:pt x="4517444" y="40481"/>
                </a:lnTo>
                <a:lnTo>
                  <a:pt x="4522430" y="40481"/>
                </a:lnTo>
                <a:lnTo>
                  <a:pt x="4522430" y="45988"/>
                </a:lnTo>
                <a:cubicBezTo>
                  <a:pt x="4525307" y="41771"/>
                  <a:pt x="4528929" y="39663"/>
                  <a:pt x="4533294" y="39663"/>
                </a:cubicBezTo>
                <a:close/>
                <a:moveTo>
                  <a:pt x="3685570" y="39663"/>
                </a:moveTo>
                <a:cubicBezTo>
                  <a:pt x="3687306" y="39663"/>
                  <a:pt x="3688968" y="39985"/>
                  <a:pt x="3690555" y="40630"/>
                </a:cubicBezTo>
                <a:lnTo>
                  <a:pt x="3689291" y="45913"/>
                </a:lnTo>
                <a:cubicBezTo>
                  <a:pt x="3687406" y="45368"/>
                  <a:pt x="3685669" y="45095"/>
                  <a:pt x="3684081" y="45095"/>
                </a:cubicBezTo>
                <a:cubicBezTo>
                  <a:pt x="3682147" y="45095"/>
                  <a:pt x="3680448" y="45516"/>
                  <a:pt x="3678984" y="46360"/>
                </a:cubicBezTo>
                <a:cubicBezTo>
                  <a:pt x="3677521" y="47203"/>
                  <a:pt x="3676219" y="48493"/>
                  <a:pt x="3675078" y="50229"/>
                </a:cubicBezTo>
                <a:lnTo>
                  <a:pt x="3675078" y="80218"/>
                </a:lnTo>
                <a:lnTo>
                  <a:pt x="3669720" y="80218"/>
                </a:lnTo>
                <a:lnTo>
                  <a:pt x="3669720" y="40481"/>
                </a:lnTo>
                <a:lnTo>
                  <a:pt x="3674705" y="40481"/>
                </a:lnTo>
                <a:lnTo>
                  <a:pt x="3674705" y="45988"/>
                </a:lnTo>
                <a:cubicBezTo>
                  <a:pt x="3677583" y="41771"/>
                  <a:pt x="3681204" y="39663"/>
                  <a:pt x="3685570" y="39663"/>
                </a:cubicBezTo>
                <a:close/>
                <a:moveTo>
                  <a:pt x="3409345" y="39663"/>
                </a:moveTo>
                <a:cubicBezTo>
                  <a:pt x="3411082" y="39663"/>
                  <a:pt x="3412743" y="39985"/>
                  <a:pt x="3414331" y="40630"/>
                </a:cubicBezTo>
                <a:lnTo>
                  <a:pt x="3413066" y="45913"/>
                </a:lnTo>
                <a:cubicBezTo>
                  <a:pt x="3411180" y="45368"/>
                  <a:pt x="3409444" y="45095"/>
                  <a:pt x="3407857" y="45095"/>
                </a:cubicBezTo>
                <a:cubicBezTo>
                  <a:pt x="3405922" y="45095"/>
                  <a:pt x="3404222" y="45516"/>
                  <a:pt x="3402760" y="46360"/>
                </a:cubicBezTo>
                <a:cubicBezTo>
                  <a:pt x="3401296" y="47203"/>
                  <a:pt x="3399994" y="48493"/>
                  <a:pt x="3398852" y="50229"/>
                </a:cubicBezTo>
                <a:lnTo>
                  <a:pt x="3398852" y="80218"/>
                </a:lnTo>
                <a:lnTo>
                  <a:pt x="3393495" y="80218"/>
                </a:lnTo>
                <a:lnTo>
                  <a:pt x="3393495" y="40481"/>
                </a:lnTo>
                <a:lnTo>
                  <a:pt x="3398480" y="40481"/>
                </a:lnTo>
                <a:lnTo>
                  <a:pt x="3398480" y="45988"/>
                </a:lnTo>
                <a:cubicBezTo>
                  <a:pt x="3401357" y="41771"/>
                  <a:pt x="3404980" y="39663"/>
                  <a:pt x="3409345" y="39663"/>
                </a:cubicBezTo>
                <a:close/>
                <a:moveTo>
                  <a:pt x="2752120" y="39663"/>
                </a:moveTo>
                <a:cubicBezTo>
                  <a:pt x="2753857" y="39663"/>
                  <a:pt x="2755518" y="39985"/>
                  <a:pt x="2757105" y="40630"/>
                </a:cubicBezTo>
                <a:lnTo>
                  <a:pt x="2755841" y="45913"/>
                </a:lnTo>
                <a:cubicBezTo>
                  <a:pt x="2753956" y="45368"/>
                  <a:pt x="2752219" y="45095"/>
                  <a:pt x="2750631" y="45095"/>
                </a:cubicBezTo>
                <a:cubicBezTo>
                  <a:pt x="2748697" y="45095"/>
                  <a:pt x="2746998" y="45516"/>
                  <a:pt x="2745534" y="46360"/>
                </a:cubicBezTo>
                <a:cubicBezTo>
                  <a:pt x="2744071" y="47203"/>
                  <a:pt x="2742769" y="48493"/>
                  <a:pt x="2741627" y="50229"/>
                </a:cubicBezTo>
                <a:lnTo>
                  <a:pt x="2741627" y="80218"/>
                </a:lnTo>
                <a:lnTo>
                  <a:pt x="2736270" y="80218"/>
                </a:lnTo>
                <a:lnTo>
                  <a:pt x="2736270" y="40481"/>
                </a:lnTo>
                <a:lnTo>
                  <a:pt x="2741255" y="40481"/>
                </a:lnTo>
                <a:lnTo>
                  <a:pt x="2741255" y="45988"/>
                </a:lnTo>
                <a:cubicBezTo>
                  <a:pt x="2744133" y="41771"/>
                  <a:pt x="2747754" y="39663"/>
                  <a:pt x="2752120" y="39663"/>
                </a:cubicBezTo>
                <a:close/>
                <a:moveTo>
                  <a:pt x="2085370" y="39663"/>
                </a:moveTo>
                <a:cubicBezTo>
                  <a:pt x="2087106" y="39663"/>
                  <a:pt x="2088768" y="39985"/>
                  <a:pt x="2090356" y="40630"/>
                </a:cubicBezTo>
                <a:lnTo>
                  <a:pt x="2089091" y="45913"/>
                </a:lnTo>
                <a:cubicBezTo>
                  <a:pt x="2087206" y="45368"/>
                  <a:pt x="2085469" y="45095"/>
                  <a:pt x="2083882" y="45095"/>
                </a:cubicBezTo>
                <a:cubicBezTo>
                  <a:pt x="2081946" y="45095"/>
                  <a:pt x="2080248" y="45516"/>
                  <a:pt x="2078784" y="46360"/>
                </a:cubicBezTo>
                <a:cubicBezTo>
                  <a:pt x="2077321" y="47203"/>
                  <a:pt x="2076019" y="48493"/>
                  <a:pt x="2074878" y="50229"/>
                </a:cubicBezTo>
                <a:lnTo>
                  <a:pt x="2074878" y="80218"/>
                </a:lnTo>
                <a:lnTo>
                  <a:pt x="2069520" y="80218"/>
                </a:lnTo>
                <a:lnTo>
                  <a:pt x="2069520" y="40481"/>
                </a:lnTo>
                <a:lnTo>
                  <a:pt x="2074505" y="40481"/>
                </a:lnTo>
                <a:lnTo>
                  <a:pt x="2074505" y="45988"/>
                </a:lnTo>
                <a:cubicBezTo>
                  <a:pt x="2077383" y="41771"/>
                  <a:pt x="2081005" y="39663"/>
                  <a:pt x="2085370" y="39663"/>
                </a:cubicBezTo>
                <a:close/>
                <a:moveTo>
                  <a:pt x="1932970" y="39663"/>
                </a:moveTo>
                <a:cubicBezTo>
                  <a:pt x="1934706" y="39663"/>
                  <a:pt x="1936369" y="39985"/>
                  <a:pt x="1937956" y="40630"/>
                </a:cubicBezTo>
                <a:lnTo>
                  <a:pt x="1936691" y="45913"/>
                </a:lnTo>
                <a:cubicBezTo>
                  <a:pt x="1934806" y="45368"/>
                  <a:pt x="1933069" y="45095"/>
                  <a:pt x="1931481" y="45095"/>
                </a:cubicBezTo>
                <a:cubicBezTo>
                  <a:pt x="1929547" y="45095"/>
                  <a:pt x="1927848" y="45516"/>
                  <a:pt x="1926384" y="46360"/>
                </a:cubicBezTo>
                <a:cubicBezTo>
                  <a:pt x="1924921" y="47203"/>
                  <a:pt x="1923618" y="48493"/>
                  <a:pt x="1922477" y="50229"/>
                </a:cubicBezTo>
                <a:lnTo>
                  <a:pt x="1922477" y="80218"/>
                </a:lnTo>
                <a:lnTo>
                  <a:pt x="1917120" y="80218"/>
                </a:lnTo>
                <a:lnTo>
                  <a:pt x="1917120" y="40481"/>
                </a:lnTo>
                <a:lnTo>
                  <a:pt x="1922106" y="40481"/>
                </a:lnTo>
                <a:lnTo>
                  <a:pt x="1922106" y="45988"/>
                </a:lnTo>
                <a:cubicBezTo>
                  <a:pt x="1924983" y="41771"/>
                  <a:pt x="1928604" y="39663"/>
                  <a:pt x="1932970" y="39663"/>
                </a:cubicBezTo>
                <a:close/>
                <a:moveTo>
                  <a:pt x="1828195" y="39663"/>
                </a:moveTo>
                <a:cubicBezTo>
                  <a:pt x="1829931" y="39663"/>
                  <a:pt x="1831593" y="39985"/>
                  <a:pt x="1833181" y="40630"/>
                </a:cubicBezTo>
                <a:lnTo>
                  <a:pt x="1831916" y="45913"/>
                </a:lnTo>
                <a:cubicBezTo>
                  <a:pt x="1830030" y="45368"/>
                  <a:pt x="1828294" y="45095"/>
                  <a:pt x="1826707" y="45095"/>
                </a:cubicBezTo>
                <a:cubicBezTo>
                  <a:pt x="1824772" y="45095"/>
                  <a:pt x="1823073" y="45516"/>
                  <a:pt x="1821609" y="46360"/>
                </a:cubicBezTo>
                <a:cubicBezTo>
                  <a:pt x="1820146" y="47203"/>
                  <a:pt x="1818844" y="48493"/>
                  <a:pt x="1817702" y="50229"/>
                </a:cubicBezTo>
                <a:lnTo>
                  <a:pt x="1817702" y="80218"/>
                </a:lnTo>
                <a:lnTo>
                  <a:pt x="1812345" y="80218"/>
                </a:lnTo>
                <a:lnTo>
                  <a:pt x="1812345" y="40481"/>
                </a:lnTo>
                <a:lnTo>
                  <a:pt x="1817331" y="40481"/>
                </a:lnTo>
                <a:lnTo>
                  <a:pt x="1817331" y="45988"/>
                </a:lnTo>
                <a:cubicBezTo>
                  <a:pt x="1820208" y="41771"/>
                  <a:pt x="1823829" y="39663"/>
                  <a:pt x="1828195" y="39663"/>
                </a:cubicBezTo>
                <a:close/>
                <a:moveTo>
                  <a:pt x="1590070" y="39663"/>
                </a:moveTo>
                <a:cubicBezTo>
                  <a:pt x="1591806" y="39663"/>
                  <a:pt x="1593468" y="39985"/>
                  <a:pt x="1595056" y="40630"/>
                </a:cubicBezTo>
                <a:lnTo>
                  <a:pt x="1593791" y="45913"/>
                </a:lnTo>
                <a:cubicBezTo>
                  <a:pt x="1591906" y="45368"/>
                  <a:pt x="1590169" y="45095"/>
                  <a:pt x="1588582" y="45095"/>
                </a:cubicBezTo>
                <a:cubicBezTo>
                  <a:pt x="1586647" y="45095"/>
                  <a:pt x="1584948" y="45516"/>
                  <a:pt x="1583484" y="46360"/>
                </a:cubicBezTo>
                <a:cubicBezTo>
                  <a:pt x="1582021" y="47203"/>
                  <a:pt x="1580719" y="48493"/>
                  <a:pt x="1579578" y="50229"/>
                </a:cubicBezTo>
                <a:lnTo>
                  <a:pt x="1579578" y="80218"/>
                </a:lnTo>
                <a:lnTo>
                  <a:pt x="1574220" y="80218"/>
                </a:lnTo>
                <a:lnTo>
                  <a:pt x="1574220" y="40481"/>
                </a:lnTo>
                <a:lnTo>
                  <a:pt x="1579206" y="40481"/>
                </a:lnTo>
                <a:lnTo>
                  <a:pt x="1579206" y="45988"/>
                </a:lnTo>
                <a:cubicBezTo>
                  <a:pt x="1582083" y="41771"/>
                  <a:pt x="1585704" y="39663"/>
                  <a:pt x="1590070" y="39663"/>
                </a:cubicBezTo>
                <a:close/>
                <a:moveTo>
                  <a:pt x="11214337" y="39588"/>
                </a:moveTo>
                <a:cubicBezTo>
                  <a:pt x="11216520" y="39588"/>
                  <a:pt x="11218678" y="39849"/>
                  <a:pt x="11220811" y="40370"/>
                </a:cubicBezTo>
                <a:cubicBezTo>
                  <a:pt x="11222945" y="40890"/>
                  <a:pt x="11224854" y="41597"/>
                  <a:pt x="11226541" y="42490"/>
                </a:cubicBezTo>
                <a:lnTo>
                  <a:pt x="11224383" y="47104"/>
                </a:lnTo>
                <a:cubicBezTo>
                  <a:pt x="11220910" y="45318"/>
                  <a:pt x="11217513" y="44425"/>
                  <a:pt x="11214189" y="44425"/>
                </a:cubicBezTo>
                <a:cubicBezTo>
                  <a:pt x="11211510" y="44425"/>
                  <a:pt x="11209476" y="44958"/>
                  <a:pt x="11208087" y="46025"/>
                </a:cubicBezTo>
                <a:cubicBezTo>
                  <a:pt x="11206697" y="47092"/>
                  <a:pt x="11206003" y="48642"/>
                  <a:pt x="11206003" y="50676"/>
                </a:cubicBezTo>
                <a:cubicBezTo>
                  <a:pt x="11206003" y="52263"/>
                  <a:pt x="11206474" y="53541"/>
                  <a:pt x="11207417" y="54508"/>
                </a:cubicBezTo>
                <a:cubicBezTo>
                  <a:pt x="11208360" y="55476"/>
                  <a:pt x="11209848" y="56207"/>
                  <a:pt x="11211882" y="56703"/>
                </a:cubicBezTo>
                <a:lnTo>
                  <a:pt x="11217165" y="57968"/>
                </a:lnTo>
                <a:cubicBezTo>
                  <a:pt x="11220787" y="58812"/>
                  <a:pt x="11223453" y="60151"/>
                  <a:pt x="11225165" y="61987"/>
                </a:cubicBezTo>
                <a:cubicBezTo>
                  <a:pt x="11226876" y="63822"/>
                  <a:pt x="11227732" y="66253"/>
                  <a:pt x="11227732" y="69279"/>
                </a:cubicBezTo>
                <a:cubicBezTo>
                  <a:pt x="11227732" y="73000"/>
                  <a:pt x="11226467" y="75902"/>
                  <a:pt x="11223937" y="77986"/>
                </a:cubicBezTo>
                <a:cubicBezTo>
                  <a:pt x="11221407" y="80069"/>
                  <a:pt x="11217885" y="81111"/>
                  <a:pt x="11213370" y="81111"/>
                </a:cubicBezTo>
                <a:cubicBezTo>
                  <a:pt x="11210939" y="81111"/>
                  <a:pt x="11208558" y="80801"/>
                  <a:pt x="11206226" y="80181"/>
                </a:cubicBezTo>
                <a:cubicBezTo>
                  <a:pt x="11203895" y="79561"/>
                  <a:pt x="11201860" y="78705"/>
                  <a:pt x="11200124" y="77614"/>
                </a:cubicBezTo>
                <a:lnTo>
                  <a:pt x="11202059" y="73000"/>
                </a:lnTo>
                <a:cubicBezTo>
                  <a:pt x="11205631" y="75183"/>
                  <a:pt x="11209402" y="76274"/>
                  <a:pt x="11213370" y="76274"/>
                </a:cubicBezTo>
                <a:cubicBezTo>
                  <a:pt x="11216347" y="76274"/>
                  <a:pt x="11218592" y="75716"/>
                  <a:pt x="11220105" y="74600"/>
                </a:cubicBezTo>
                <a:cubicBezTo>
                  <a:pt x="11221617" y="73484"/>
                  <a:pt x="11222374" y="71834"/>
                  <a:pt x="11222374" y="69651"/>
                </a:cubicBezTo>
                <a:cubicBezTo>
                  <a:pt x="11222374" y="67965"/>
                  <a:pt x="11221903" y="66625"/>
                  <a:pt x="11220960" y="65633"/>
                </a:cubicBezTo>
                <a:cubicBezTo>
                  <a:pt x="11220017" y="64641"/>
                  <a:pt x="11218529" y="63897"/>
                  <a:pt x="11216495" y="63401"/>
                </a:cubicBezTo>
                <a:lnTo>
                  <a:pt x="11211212" y="62136"/>
                </a:lnTo>
                <a:cubicBezTo>
                  <a:pt x="11207590" y="61292"/>
                  <a:pt x="11204924" y="59978"/>
                  <a:pt x="11203213" y="58192"/>
                </a:cubicBezTo>
                <a:cubicBezTo>
                  <a:pt x="11201501" y="56406"/>
                  <a:pt x="11200645" y="54049"/>
                  <a:pt x="11200645" y="51122"/>
                </a:cubicBezTo>
                <a:cubicBezTo>
                  <a:pt x="11200645" y="47501"/>
                  <a:pt x="11201849" y="44673"/>
                  <a:pt x="11204254" y="42639"/>
                </a:cubicBezTo>
                <a:cubicBezTo>
                  <a:pt x="11206660" y="40605"/>
                  <a:pt x="11210021" y="39588"/>
                  <a:pt x="11214337" y="39588"/>
                </a:cubicBezTo>
                <a:close/>
                <a:moveTo>
                  <a:pt x="10690462" y="39588"/>
                </a:moveTo>
                <a:cubicBezTo>
                  <a:pt x="10692645" y="39588"/>
                  <a:pt x="10694803" y="39849"/>
                  <a:pt x="10696937" y="40370"/>
                </a:cubicBezTo>
                <a:cubicBezTo>
                  <a:pt x="10699070" y="40890"/>
                  <a:pt x="10700979" y="41597"/>
                  <a:pt x="10702666" y="42490"/>
                </a:cubicBezTo>
                <a:lnTo>
                  <a:pt x="10700508" y="47104"/>
                </a:lnTo>
                <a:cubicBezTo>
                  <a:pt x="10697035" y="45318"/>
                  <a:pt x="10693638" y="44425"/>
                  <a:pt x="10690314" y="44425"/>
                </a:cubicBezTo>
                <a:cubicBezTo>
                  <a:pt x="10687635" y="44425"/>
                  <a:pt x="10685601" y="44958"/>
                  <a:pt x="10684212" y="46025"/>
                </a:cubicBezTo>
                <a:cubicBezTo>
                  <a:pt x="10682822" y="47092"/>
                  <a:pt x="10682128" y="48642"/>
                  <a:pt x="10682128" y="50676"/>
                </a:cubicBezTo>
                <a:cubicBezTo>
                  <a:pt x="10682128" y="52263"/>
                  <a:pt x="10682599" y="53541"/>
                  <a:pt x="10683542" y="54508"/>
                </a:cubicBezTo>
                <a:cubicBezTo>
                  <a:pt x="10684485" y="55476"/>
                  <a:pt x="10685973" y="56207"/>
                  <a:pt x="10688007" y="56703"/>
                </a:cubicBezTo>
                <a:lnTo>
                  <a:pt x="10693290" y="57968"/>
                </a:lnTo>
                <a:cubicBezTo>
                  <a:pt x="10696912" y="58812"/>
                  <a:pt x="10699578" y="60151"/>
                  <a:pt x="10701290" y="61987"/>
                </a:cubicBezTo>
                <a:cubicBezTo>
                  <a:pt x="10703001" y="63822"/>
                  <a:pt x="10703857" y="66253"/>
                  <a:pt x="10703857" y="69279"/>
                </a:cubicBezTo>
                <a:cubicBezTo>
                  <a:pt x="10703857" y="73000"/>
                  <a:pt x="10702592" y="75902"/>
                  <a:pt x="10700062" y="77986"/>
                </a:cubicBezTo>
                <a:cubicBezTo>
                  <a:pt x="10697532" y="80069"/>
                  <a:pt x="10694010" y="81111"/>
                  <a:pt x="10689495" y="81111"/>
                </a:cubicBezTo>
                <a:cubicBezTo>
                  <a:pt x="10687064" y="81111"/>
                  <a:pt x="10684683" y="80801"/>
                  <a:pt x="10682351" y="80181"/>
                </a:cubicBezTo>
                <a:cubicBezTo>
                  <a:pt x="10680020" y="79561"/>
                  <a:pt x="10677985" y="78705"/>
                  <a:pt x="10676249" y="77614"/>
                </a:cubicBezTo>
                <a:lnTo>
                  <a:pt x="10678184" y="73000"/>
                </a:lnTo>
                <a:cubicBezTo>
                  <a:pt x="10681756" y="75183"/>
                  <a:pt x="10685527" y="76274"/>
                  <a:pt x="10689495" y="76274"/>
                </a:cubicBezTo>
                <a:cubicBezTo>
                  <a:pt x="10692472" y="76274"/>
                  <a:pt x="10694717" y="75716"/>
                  <a:pt x="10696230" y="74600"/>
                </a:cubicBezTo>
                <a:cubicBezTo>
                  <a:pt x="10697742" y="73484"/>
                  <a:pt x="10698499" y="71834"/>
                  <a:pt x="10698499" y="69651"/>
                </a:cubicBezTo>
                <a:cubicBezTo>
                  <a:pt x="10698499" y="67965"/>
                  <a:pt x="10698028" y="66625"/>
                  <a:pt x="10697085" y="65633"/>
                </a:cubicBezTo>
                <a:cubicBezTo>
                  <a:pt x="10696142" y="64641"/>
                  <a:pt x="10694654" y="63897"/>
                  <a:pt x="10692620" y="63401"/>
                </a:cubicBezTo>
                <a:lnTo>
                  <a:pt x="10687337" y="62136"/>
                </a:lnTo>
                <a:cubicBezTo>
                  <a:pt x="10683715" y="61292"/>
                  <a:pt x="10681049" y="59978"/>
                  <a:pt x="10679338" y="58192"/>
                </a:cubicBezTo>
                <a:cubicBezTo>
                  <a:pt x="10677626" y="56406"/>
                  <a:pt x="10676770" y="54049"/>
                  <a:pt x="10676770" y="51122"/>
                </a:cubicBezTo>
                <a:cubicBezTo>
                  <a:pt x="10676770" y="47501"/>
                  <a:pt x="10677974" y="44673"/>
                  <a:pt x="10680379" y="42639"/>
                </a:cubicBezTo>
                <a:cubicBezTo>
                  <a:pt x="10682785" y="40605"/>
                  <a:pt x="10686146" y="39588"/>
                  <a:pt x="10690462" y="39588"/>
                </a:cubicBezTo>
                <a:close/>
                <a:moveTo>
                  <a:pt x="10290412" y="39588"/>
                </a:moveTo>
                <a:cubicBezTo>
                  <a:pt x="10292595" y="39588"/>
                  <a:pt x="10294753" y="39849"/>
                  <a:pt x="10296887" y="40370"/>
                </a:cubicBezTo>
                <a:cubicBezTo>
                  <a:pt x="10299020" y="40890"/>
                  <a:pt x="10300929" y="41597"/>
                  <a:pt x="10302616" y="42490"/>
                </a:cubicBezTo>
                <a:lnTo>
                  <a:pt x="10300458" y="47104"/>
                </a:lnTo>
                <a:cubicBezTo>
                  <a:pt x="10296985" y="45318"/>
                  <a:pt x="10293588" y="44425"/>
                  <a:pt x="10290264" y="44425"/>
                </a:cubicBezTo>
                <a:cubicBezTo>
                  <a:pt x="10287585" y="44425"/>
                  <a:pt x="10285551" y="44958"/>
                  <a:pt x="10284162" y="46025"/>
                </a:cubicBezTo>
                <a:cubicBezTo>
                  <a:pt x="10282772" y="47092"/>
                  <a:pt x="10282078" y="48642"/>
                  <a:pt x="10282078" y="50676"/>
                </a:cubicBezTo>
                <a:cubicBezTo>
                  <a:pt x="10282078" y="52263"/>
                  <a:pt x="10282549" y="53541"/>
                  <a:pt x="10283492" y="54508"/>
                </a:cubicBezTo>
                <a:cubicBezTo>
                  <a:pt x="10284435" y="55476"/>
                  <a:pt x="10285923" y="56207"/>
                  <a:pt x="10287957" y="56703"/>
                </a:cubicBezTo>
                <a:lnTo>
                  <a:pt x="10293240" y="57968"/>
                </a:lnTo>
                <a:cubicBezTo>
                  <a:pt x="10296862" y="58812"/>
                  <a:pt x="10299528" y="60151"/>
                  <a:pt x="10301240" y="61987"/>
                </a:cubicBezTo>
                <a:cubicBezTo>
                  <a:pt x="10302951" y="63822"/>
                  <a:pt x="10303807" y="66253"/>
                  <a:pt x="10303807" y="69279"/>
                </a:cubicBezTo>
                <a:cubicBezTo>
                  <a:pt x="10303807" y="73000"/>
                  <a:pt x="10302542" y="75902"/>
                  <a:pt x="10300012" y="77986"/>
                </a:cubicBezTo>
                <a:cubicBezTo>
                  <a:pt x="10297482" y="80069"/>
                  <a:pt x="10293960" y="81111"/>
                  <a:pt x="10289445" y="81111"/>
                </a:cubicBezTo>
                <a:cubicBezTo>
                  <a:pt x="10287014" y="81111"/>
                  <a:pt x="10284633" y="80801"/>
                  <a:pt x="10282301" y="80181"/>
                </a:cubicBezTo>
                <a:cubicBezTo>
                  <a:pt x="10279970" y="79561"/>
                  <a:pt x="10277935" y="78705"/>
                  <a:pt x="10276199" y="77614"/>
                </a:cubicBezTo>
                <a:lnTo>
                  <a:pt x="10278134" y="73000"/>
                </a:lnTo>
                <a:cubicBezTo>
                  <a:pt x="10281706" y="75183"/>
                  <a:pt x="10285477" y="76274"/>
                  <a:pt x="10289445" y="76274"/>
                </a:cubicBezTo>
                <a:cubicBezTo>
                  <a:pt x="10292422" y="76274"/>
                  <a:pt x="10294667" y="75716"/>
                  <a:pt x="10296180" y="74600"/>
                </a:cubicBezTo>
                <a:cubicBezTo>
                  <a:pt x="10297692" y="73484"/>
                  <a:pt x="10298449" y="71834"/>
                  <a:pt x="10298449" y="69651"/>
                </a:cubicBezTo>
                <a:cubicBezTo>
                  <a:pt x="10298449" y="67965"/>
                  <a:pt x="10297978" y="66625"/>
                  <a:pt x="10297035" y="65633"/>
                </a:cubicBezTo>
                <a:cubicBezTo>
                  <a:pt x="10296092" y="64641"/>
                  <a:pt x="10294604" y="63897"/>
                  <a:pt x="10292570" y="63401"/>
                </a:cubicBezTo>
                <a:lnTo>
                  <a:pt x="10287287" y="62136"/>
                </a:lnTo>
                <a:cubicBezTo>
                  <a:pt x="10283665" y="61292"/>
                  <a:pt x="10280999" y="59978"/>
                  <a:pt x="10279288" y="58192"/>
                </a:cubicBezTo>
                <a:cubicBezTo>
                  <a:pt x="10277576" y="56406"/>
                  <a:pt x="10276720" y="54049"/>
                  <a:pt x="10276720" y="51122"/>
                </a:cubicBezTo>
                <a:cubicBezTo>
                  <a:pt x="10276720" y="47501"/>
                  <a:pt x="10277924" y="44673"/>
                  <a:pt x="10280329" y="42639"/>
                </a:cubicBezTo>
                <a:cubicBezTo>
                  <a:pt x="10282735" y="40605"/>
                  <a:pt x="10286096" y="39588"/>
                  <a:pt x="10290412" y="39588"/>
                </a:cubicBezTo>
                <a:close/>
                <a:moveTo>
                  <a:pt x="10109437" y="39588"/>
                </a:moveTo>
                <a:cubicBezTo>
                  <a:pt x="10111620" y="39588"/>
                  <a:pt x="10113778" y="39849"/>
                  <a:pt x="10115911" y="40370"/>
                </a:cubicBezTo>
                <a:cubicBezTo>
                  <a:pt x="10118045" y="40890"/>
                  <a:pt x="10119954" y="41597"/>
                  <a:pt x="10121641" y="42490"/>
                </a:cubicBezTo>
                <a:lnTo>
                  <a:pt x="10119483" y="47104"/>
                </a:lnTo>
                <a:cubicBezTo>
                  <a:pt x="10116010" y="45318"/>
                  <a:pt x="10112613" y="44425"/>
                  <a:pt x="10109289" y="44425"/>
                </a:cubicBezTo>
                <a:cubicBezTo>
                  <a:pt x="10106610" y="44425"/>
                  <a:pt x="10104576" y="44958"/>
                  <a:pt x="10103187" y="46025"/>
                </a:cubicBezTo>
                <a:cubicBezTo>
                  <a:pt x="10101797" y="47092"/>
                  <a:pt x="10101103" y="48642"/>
                  <a:pt x="10101103" y="50676"/>
                </a:cubicBezTo>
                <a:cubicBezTo>
                  <a:pt x="10101103" y="52263"/>
                  <a:pt x="10101574" y="53541"/>
                  <a:pt x="10102517" y="54508"/>
                </a:cubicBezTo>
                <a:cubicBezTo>
                  <a:pt x="10103460" y="55476"/>
                  <a:pt x="10104948" y="56207"/>
                  <a:pt x="10106982" y="56703"/>
                </a:cubicBezTo>
                <a:lnTo>
                  <a:pt x="10112265" y="57968"/>
                </a:lnTo>
                <a:cubicBezTo>
                  <a:pt x="10115887" y="58812"/>
                  <a:pt x="10118553" y="60151"/>
                  <a:pt x="10120265" y="61987"/>
                </a:cubicBezTo>
                <a:cubicBezTo>
                  <a:pt x="10121976" y="63822"/>
                  <a:pt x="10122832" y="66253"/>
                  <a:pt x="10122832" y="69279"/>
                </a:cubicBezTo>
                <a:cubicBezTo>
                  <a:pt x="10122832" y="73000"/>
                  <a:pt x="10121567" y="75902"/>
                  <a:pt x="10119037" y="77986"/>
                </a:cubicBezTo>
                <a:cubicBezTo>
                  <a:pt x="10116507" y="80069"/>
                  <a:pt x="10112985" y="81111"/>
                  <a:pt x="10108470" y="81111"/>
                </a:cubicBezTo>
                <a:cubicBezTo>
                  <a:pt x="10106039" y="81111"/>
                  <a:pt x="10103658" y="80801"/>
                  <a:pt x="10101326" y="80181"/>
                </a:cubicBezTo>
                <a:cubicBezTo>
                  <a:pt x="10098995" y="79561"/>
                  <a:pt x="10096960" y="78705"/>
                  <a:pt x="10095224" y="77614"/>
                </a:cubicBezTo>
                <a:lnTo>
                  <a:pt x="10097159" y="73000"/>
                </a:lnTo>
                <a:cubicBezTo>
                  <a:pt x="10100731" y="75183"/>
                  <a:pt x="10104502" y="76274"/>
                  <a:pt x="10108470" y="76274"/>
                </a:cubicBezTo>
                <a:cubicBezTo>
                  <a:pt x="10111447" y="76274"/>
                  <a:pt x="10113692" y="75716"/>
                  <a:pt x="10115205" y="74600"/>
                </a:cubicBezTo>
                <a:cubicBezTo>
                  <a:pt x="10116717" y="73484"/>
                  <a:pt x="10117474" y="71834"/>
                  <a:pt x="10117474" y="69651"/>
                </a:cubicBezTo>
                <a:cubicBezTo>
                  <a:pt x="10117474" y="67965"/>
                  <a:pt x="10117003" y="66625"/>
                  <a:pt x="10116060" y="65633"/>
                </a:cubicBezTo>
                <a:cubicBezTo>
                  <a:pt x="10115117" y="64641"/>
                  <a:pt x="10113629" y="63897"/>
                  <a:pt x="10111595" y="63401"/>
                </a:cubicBezTo>
                <a:lnTo>
                  <a:pt x="10106312" y="62136"/>
                </a:lnTo>
                <a:cubicBezTo>
                  <a:pt x="10102690" y="61292"/>
                  <a:pt x="10100024" y="59978"/>
                  <a:pt x="10098313" y="58192"/>
                </a:cubicBezTo>
                <a:cubicBezTo>
                  <a:pt x="10096601" y="56406"/>
                  <a:pt x="10095745" y="54049"/>
                  <a:pt x="10095745" y="51122"/>
                </a:cubicBezTo>
                <a:cubicBezTo>
                  <a:pt x="10095745" y="47501"/>
                  <a:pt x="10096949" y="44673"/>
                  <a:pt x="10099354" y="42639"/>
                </a:cubicBezTo>
                <a:cubicBezTo>
                  <a:pt x="10101760" y="40605"/>
                  <a:pt x="10105121" y="39588"/>
                  <a:pt x="10109437" y="39588"/>
                </a:cubicBezTo>
                <a:close/>
                <a:moveTo>
                  <a:pt x="10071337" y="39588"/>
                </a:moveTo>
                <a:cubicBezTo>
                  <a:pt x="10073520" y="39588"/>
                  <a:pt x="10075678" y="39849"/>
                  <a:pt x="10077811" y="40370"/>
                </a:cubicBezTo>
                <a:cubicBezTo>
                  <a:pt x="10079945" y="40890"/>
                  <a:pt x="10081854" y="41597"/>
                  <a:pt x="10083541" y="42490"/>
                </a:cubicBezTo>
                <a:lnTo>
                  <a:pt x="10081383" y="47104"/>
                </a:lnTo>
                <a:cubicBezTo>
                  <a:pt x="10077910" y="45318"/>
                  <a:pt x="10074513" y="44425"/>
                  <a:pt x="10071189" y="44425"/>
                </a:cubicBezTo>
                <a:cubicBezTo>
                  <a:pt x="10068510" y="44425"/>
                  <a:pt x="10066476" y="44958"/>
                  <a:pt x="10065087" y="46025"/>
                </a:cubicBezTo>
                <a:cubicBezTo>
                  <a:pt x="10063697" y="47092"/>
                  <a:pt x="10063003" y="48642"/>
                  <a:pt x="10063003" y="50676"/>
                </a:cubicBezTo>
                <a:cubicBezTo>
                  <a:pt x="10063003" y="52263"/>
                  <a:pt x="10063474" y="53541"/>
                  <a:pt x="10064417" y="54508"/>
                </a:cubicBezTo>
                <a:cubicBezTo>
                  <a:pt x="10065360" y="55476"/>
                  <a:pt x="10066848" y="56207"/>
                  <a:pt x="10068882" y="56703"/>
                </a:cubicBezTo>
                <a:lnTo>
                  <a:pt x="10074165" y="57968"/>
                </a:lnTo>
                <a:cubicBezTo>
                  <a:pt x="10077787" y="58812"/>
                  <a:pt x="10080453" y="60151"/>
                  <a:pt x="10082165" y="61987"/>
                </a:cubicBezTo>
                <a:cubicBezTo>
                  <a:pt x="10083876" y="63822"/>
                  <a:pt x="10084732" y="66253"/>
                  <a:pt x="10084732" y="69279"/>
                </a:cubicBezTo>
                <a:cubicBezTo>
                  <a:pt x="10084732" y="73000"/>
                  <a:pt x="10083467" y="75902"/>
                  <a:pt x="10080937" y="77986"/>
                </a:cubicBezTo>
                <a:cubicBezTo>
                  <a:pt x="10078407" y="80069"/>
                  <a:pt x="10074885" y="81111"/>
                  <a:pt x="10070370" y="81111"/>
                </a:cubicBezTo>
                <a:cubicBezTo>
                  <a:pt x="10067939" y="81111"/>
                  <a:pt x="10065558" y="80801"/>
                  <a:pt x="10063226" y="80181"/>
                </a:cubicBezTo>
                <a:cubicBezTo>
                  <a:pt x="10060895" y="79561"/>
                  <a:pt x="10058860" y="78705"/>
                  <a:pt x="10057124" y="77614"/>
                </a:cubicBezTo>
                <a:lnTo>
                  <a:pt x="10059059" y="73000"/>
                </a:lnTo>
                <a:cubicBezTo>
                  <a:pt x="10062631" y="75183"/>
                  <a:pt x="10066402" y="76274"/>
                  <a:pt x="10070370" y="76274"/>
                </a:cubicBezTo>
                <a:cubicBezTo>
                  <a:pt x="10073347" y="76274"/>
                  <a:pt x="10075592" y="75716"/>
                  <a:pt x="10077105" y="74600"/>
                </a:cubicBezTo>
                <a:cubicBezTo>
                  <a:pt x="10078617" y="73484"/>
                  <a:pt x="10079374" y="71834"/>
                  <a:pt x="10079374" y="69651"/>
                </a:cubicBezTo>
                <a:cubicBezTo>
                  <a:pt x="10079374" y="67965"/>
                  <a:pt x="10078903" y="66625"/>
                  <a:pt x="10077960" y="65633"/>
                </a:cubicBezTo>
                <a:cubicBezTo>
                  <a:pt x="10077017" y="64641"/>
                  <a:pt x="10075529" y="63897"/>
                  <a:pt x="10073495" y="63401"/>
                </a:cubicBezTo>
                <a:lnTo>
                  <a:pt x="10068212" y="62136"/>
                </a:lnTo>
                <a:cubicBezTo>
                  <a:pt x="10064590" y="61292"/>
                  <a:pt x="10061924" y="59978"/>
                  <a:pt x="10060213" y="58192"/>
                </a:cubicBezTo>
                <a:cubicBezTo>
                  <a:pt x="10058501" y="56406"/>
                  <a:pt x="10057645" y="54049"/>
                  <a:pt x="10057645" y="51122"/>
                </a:cubicBezTo>
                <a:cubicBezTo>
                  <a:pt x="10057645" y="47501"/>
                  <a:pt x="10058849" y="44673"/>
                  <a:pt x="10061254" y="42639"/>
                </a:cubicBezTo>
                <a:cubicBezTo>
                  <a:pt x="10063660" y="40605"/>
                  <a:pt x="10067021" y="39588"/>
                  <a:pt x="10071337" y="39588"/>
                </a:cubicBezTo>
                <a:close/>
                <a:moveTo>
                  <a:pt x="8556862" y="39588"/>
                </a:moveTo>
                <a:cubicBezTo>
                  <a:pt x="8559045" y="39588"/>
                  <a:pt x="8561203" y="39849"/>
                  <a:pt x="8563337" y="40370"/>
                </a:cubicBezTo>
                <a:cubicBezTo>
                  <a:pt x="8565470" y="40890"/>
                  <a:pt x="8567379" y="41597"/>
                  <a:pt x="8569066" y="42490"/>
                </a:cubicBezTo>
                <a:lnTo>
                  <a:pt x="8566908" y="47104"/>
                </a:lnTo>
                <a:cubicBezTo>
                  <a:pt x="8563435" y="45318"/>
                  <a:pt x="8560038" y="44425"/>
                  <a:pt x="8556714" y="44425"/>
                </a:cubicBezTo>
                <a:cubicBezTo>
                  <a:pt x="8554035" y="44425"/>
                  <a:pt x="8552001" y="44958"/>
                  <a:pt x="8550612" y="46025"/>
                </a:cubicBezTo>
                <a:cubicBezTo>
                  <a:pt x="8549222" y="47092"/>
                  <a:pt x="8548528" y="48642"/>
                  <a:pt x="8548528" y="50676"/>
                </a:cubicBezTo>
                <a:cubicBezTo>
                  <a:pt x="8548528" y="52263"/>
                  <a:pt x="8548999" y="53541"/>
                  <a:pt x="8549942" y="54508"/>
                </a:cubicBezTo>
                <a:cubicBezTo>
                  <a:pt x="8550885" y="55476"/>
                  <a:pt x="8552373" y="56207"/>
                  <a:pt x="8554407" y="56703"/>
                </a:cubicBezTo>
                <a:lnTo>
                  <a:pt x="8559690" y="57968"/>
                </a:lnTo>
                <a:cubicBezTo>
                  <a:pt x="8563312" y="58812"/>
                  <a:pt x="8565978" y="60151"/>
                  <a:pt x="8567690" y="61987"/>
                </a:cubicBezTo>
                <a:cubicBezTo>
                  <a:pt x="8569401" y="63822"/>
                  <a:pt x="8570257" y="66253"/>
                  <a:pt x="8570257" y="69279"/>
                </a:cubicBezTo>
                <a:cubicBezTo>
                  <a:pt x="8570257" y="73000"/>
                  <a:pt x="8568992" y="75902"/>
                  <a:pt x="8566462" y="77986"/>
                </a:cubicBezTo>
                <a:cubicBezTo>
                  <a:pt x="8563932" y="80069"/>
                  <a:pt x="8560410" y="81111"/>
                  <a:pt x="8555895" y="81111"/>
                </a:cubicBezTo>
                <a:cubicBezTo>
                  <a:pt x="8553464" y="81111"/>
                  <a:pt x="8551083" y="80801"/>
                  <a:pt x="8548751" y="80181"/>
                </a:cubicBezTo>
                <a:cubicBezTo>
                  <a:pt x="8546420" y="79561"/>
                  <a:pt x="8544385" y="78705"/>
                  <a:pt x="8542649" y="77614"/>
                </a:cubicBezTo>
                <a:lnTo>
                  <a:pt x="8544584" y="73000"/>
                </a:lnTo>
                <a:cubicBezTo>
                  <a:pt x="8548156" y="75183"/>
                  <a:pt x="8551927" y="76274"/>
                  <a:pt x="8555895" y="76274"/>
                </a:cubicBezTo>
                <a:cubicBezTo>
                  <a:pt x="8558872" y="76274"/>
                  <a:pt x="8561117" y="75716"/>
                  <a:pt x="8562630" y="74600"/>
                </a:cubicBezTo>
                <a:cubicBezTo>
                  <a:pt x="8564142" y="73484"/>
                  <a:pt x="8564899" y="71834"/>
                  <a:pt x="8564899" y="69651"/>
                </a:cubicBezTo>
                <a:cubicBezTo>
                  <a:pt x="8564899" y="67965"/>
                  <a:pt x="8564428" y="66625"/>
                  <a:pt x="8563485" y="65633"/>
                </a:cubicBezTo>
                <a:cubicBezTo>
                  <a:pt x="8562542" y="64641"/>
                  <a:pt x="8561054" y="63897"/>
                  <a:pt x="8559020" y="63401"/>
                </a:cubicBezTo>
                <a:lnTo>
                  <a:pt x="8553737" y="62136"/>
                </a:lnTo>
                <a:cubicBezTo>
                  <a:pt x="8550115" y="61292"/>
                  <a:pt x="8547449" y="59978"/>
                  <a:pt x="8545738" y="58192"/>
                </a:cubicBezTo>
                <a:cubicBezTo>
                  <a:pt x="8544026" y="56406"/>
                  <a:pt x="8543170" y="54049"/>
                  <a:pt x="8543170" y="51122"/>
                </a:cubicBezTo>
                <a:cubicBezTo>
                  <a:pt x="8543170" y="47501"/>
                  <a:pt x="8544374" y="44673"/>
                  <a:pt x="8546779" y="42639"/>
                </a:cubicBezTo>
                <a:cubicBezTo>
                  <a:pt x="8549185" y="40605"/>
                  <a:pt x="8552546" y="39588"/>
                  <a:pt x="8556862" y="39588"/>
                </a:cubicBezTo>
                <a:close/>
                <a:moveTo>
                  <a:pt x="8261587" y="39588"/>
                </a:moveTo>
                <a:cubicBezTo>
                  <a:pt x="8263770" y="39588"/>
                  <a:pt x="8265928" y="39849"/>
                  <a:pt x="8268061" y="40370"/>
                </a:cubicBezTo>
                <a:cubicBezTo>
                  <a:pt x="8270195" y="40890"/>
                  <a:pt x="8272105" y="41597"/>
                  <a:pt x="8273791" y="42490"/>
                </a:cubicBezTo>
                <a:lnTo>
                  <a:pt x="8271633" y="47104"/>
                </a:lnTo>
                <a:cubicBezTo>
                  <a:pt x="8268161" y="45318"/>
                  <a:pt x="8264763" y="44425"/>
                  <a:pt x="8261439" y="44425"/>
                </a:cubicBezTo>
                <a:cubicBezTo>
                  <a:pt x="8258759" y="44425"/>
                  <a:pt x="8256726" y="44958"/>
                  <a:pt x="8255337" y="46025"/>
                </a:cubicBezTo>
                <a:cubicBezTo>
                  <a:pt x="8253947" y="47092"/>
                  <a:pt x="8253253" y="48642"/>
                  <a:pt x="8253253" y="50676"/>
                </a:cubicBezTo>
                <a:cubicBezTo>
                  <a:pt x="8253253" y="52263"/>
                  <a:pt x="8253724" y="53541"/>
                  <a:pt x="8254667" y="54508"/>
                </a:cubicBezTo>
                <a:cubicBezTo>
                  <a:pt x="8255610" y="55476"/>
                  <a:pt x="8257098" y="56207"/>
                  <a:pt x="8259132" y="56703"/>
                </a:cubicBezTo>
                <a:lnTo>
                  <a:pt x="8264415" y="57968"/>
                </a:lnTo>
                <a:cubicBezTo>
                  <a:pt x="8268037" y="58812"/>
                  <a:pt x="8270703" y="60151"/>
                  <a:pt x="8272415" y="61987"/>
                </a:cubicBezTo>
                <a:cubicBezTo>
                  <a:pt x="8274126" y="63822"/>
                  <a:pt x="8274982" y="66253"/>
                  <a:pt x="8274982" y="69279"/>
                </a:cubicBezTo>
                <a:cubicBezTo>
                  <a:pt x="8274982" y="73000"/>
                  <a:pt x="8273717" y="75902"/>
                  <a:pt x="8271187" y="77986"/>
                </a:cubicBezTo>
                <a:cubicBezTo>
                  <a:pt x="8268657" y="80069"/>
                  <a:pt x="8265135" y="81111"/>
                  <a:pt x="8260620" y="81111"/>
                </a:cubicBezTo>
                <a:cubicBezTo>
                  <a:pt x="8258189" y="81111"/>
                  <a:pt x="8255807" y="80801"/>
                  <a:pt x="8253477" y="80181"/>
                </a:cubicBezTo>
                <a:cubicBezTo>
                  <a:pt x="8251145" y="79561"/>
                  <a:pt x="8249111" y="78705"/>
                  <a:pt x="8247375" y="77614"/>
                </a:cubicBezTo>
                <a:lnTo>
                  <a:pt x="8249309" y="73000"/>
                </a:lnTo>
                <a:cubicBezTo>
                  <a:pt x="8252881" y="75183"/>
                  <a:pt x="8256651" y="76274"/>
                  <a:pt x="8260620" y="76274"/>
                </a:cubicBezTo>
                <a:cubicBezTo>
                  <a:pt x="8263597" y="76274"/>
                  <a:pt x="8265842" y="75716"/>
                  <a:pt x="8267355" y="74600"/>
                </a:cubicBezTo>
                <a:cubicBezTo>
                  <a:pt x="8268867" y="73484"/>
                  <a:pt x="8269624" y="71834"/>
                  <a:pt x="8269624" y="69651"/>
                </a:cubicBezTo>
                <a:cubicBezTo>
                  <a:pt x="8269624" y="67965"/>
                  <a:pt x="8269153" y="66625"/>
                  <a:pt x="8268211" y="65633"/>
                </a:cubicBezTo>
                <a:cubicBezTo>
                  <a:pt x="8267267" y="64641"/>
                  <a:pt x="8265779" y="63897"/>
                  <a:pt x="8263745" y="63401"/>
                </a:cubicBezTo>
                <a:lnTo>
                  <a:pt x="8258462" y="62136"/>
                </a:lnTo>
                <a:cubicBezTo>
                  <a:pt x="8254840" y="61292"/>
                  <a:pt x="8252174" y="59978"/>
                  <a:pt x="8250463" y="58192"/>
                </a:cubicBezTo>
                <a:cubicBezTo>
                  <a:pt x="8248751" y="56406"/>
                  <a:pt x="8247895" y="54049"/>
                  <a:pt x="8247895" y="51122"/>
                </a:cubicBezTo>
                <a:cubicBezTo>
                  <a:pt x="8247895" y="47501"/>
                  <a:pt x="8249099" y="44673"/>
                  <a:pt x="8251505" y="42639"/>
                </a:cubicBezTo>
                <a:cubicBezTo>
                  <a:pt x="8253910" y="40605"/>
                  <a:pt x="8257271" y="39588"/>
                  <a:pt x="8261587" y="39588"/>
                </a:cubicBezTo>
                <a:close/>
                <a:moveTo>
                  <a:pt x="8128237" y="39588"/>
                </a:moveTo>
                <a:cubicBezTo>
                  <a:pt x="8130420" y="39588"/>
                  <a:pt x="8132578" y="39849"/>
                  <a:pt x="8134711" y="40370"/>
                </a:cubicBezTo>
                <a:cubicBezTo>
                  <a:pt x="8136845" y="40890"/>
                  <a:pt x="8138755" y="41597"/>
                  <a:pt x="8140441" y="42490"/>
                </a:cubicBezTo>
                <a:lnTo>
                  <a:pt x="8138283" y="47104"/>
                </a:lnTo>
                <a:cubicBezTo>
                  <a:pt x="8134811" y="45318"/>
                  <a:pt x="8131413" y="44425"/>
                  <a:pt x="8128089" y="44425"/>
                </a:cubicBezTo>
                <a:cubicBezTo>
                  <a:pt x="8125409" y="44425"/>
                  <a:pt x="8123376" y="44958"/>
                  <a:pt x="8121987" y="46025"/>
                </a:cubicBezTo>
                <a:cubicBezTo>
                  <a:pt x="8120597" y="47092"/>
                  <a:pt x="8119903" y="48642"/>
                  <a:pt x="8119903" y="50676"/>
                </a:cubicBezTo>
                <a:cubicBezTo>
                  <a:pt x="8119903" y="52263"/>
                  <a:pt x="8120374" y="53541"/>
                  <a:pt x="8121317" y="54508"/>
                </a:cubicBezTo>
                <a:cubicBezTo>
                  <a:pt x="8122260" y="55476"/>
                  <a:pt x="8123748" y="56207"/>
                  <a:pt x="8125782" y="56703"/>
                </a:cubicBezTo>
                <a:lnTo>
                  <a:pt x="8131065" y="57968"/>
                </a:lnTo>
                <a:cubicBezTo>
                  <a:pt x="8134687" y="58812"/>
                  <a:pt x="8137353" y="60151"/>
                  <a:pt x="8139065" y="61987"/>
                </a:cubicBezTo>
                <a:cubicBezTo>
                  <a:pt x="8140776" y="63822"/>
                  <a:pt x="8141632" y="66253"/>
                  <a:pt x="8141632" y="69279"/>
                </a:cubicBezTo>
                <a:cubicBezTo>
                  <a:pt x="8141632" y="73000"/>
                  <a:pt x="8140367" y="75902"/>
                  <a:pt x="8137837" y="77986"/>
                </a:cubicBezTo>
                <a:cubicBezTo>
                  <a:pt x="8135307" y="80069"/>
                  <a:pt x="8131785" y="81111"/>
                  <a:pt x="8127270" y="81111"/>
                </a:cubicBezTo>
                <a:cubicBezTo>
                  <a:pt x="8124839" y="81111"/>
                  <a:pt x="8122457" y="80801"/>
                  <a:pt x="8120127" y="80181"/>
                </a:cubicBezTo>
                <a:cubicBezTo>
                  <a:pt x="8117795" y="79561"/>
                  <a:pt x="8115761" y="78705"/>
                  <a:pt x="8114025" y="77614"/>
                </a:cubicBezTo>
                <a:lnTo>
                  <a:pt x="8115959" y="73000"/>
                </a:lnTo>
                <a:cubicBezTo>
                  <a:pt x="8119531" y="75183"/>
                  <a:pt x="8123301" y="76274"/>
                  <a:pt x="8127270" y="76274"/>
                </a:cubicBezTo>
                <a:cubicBezTo>
                  <a:pt x="8130247" y="76274"/>
                  <a:pt x="8132492" y="75716"/>
                  <a:pt x="8134005" y="74600"/>
                </a:cubicBezTo>
                <a:cubicBezTo>
                  <a:pt x="8135517" y="73484"/>
                  <a:pt x="8136274" y="71834"/>
                  <a:pt x="8136274" y="69651"/>
                </a:cubicBezTo>
                <a:cubicBezTo>
                  <a:pt x="8136274" y="67965"/>
                  <a:pt x="8135803" y="66625"/>
                  <a:pt x="8134861" y="65633"/>
                </a:cubicBezTo>
                <a:cubicBezTo>
                  <a:pt x="8133917" y="64641"/>
                  <a:pt x="8132429" y="63897"/>
                  <a:pt x="8130395" y="63401"/>
                </a:cubicBezTo>
                <a:lnTo>
                  <a:pt x="8125112" y="62136"/>
                </a:lnTo>
                <a:cubicBezTo>
                  <a:pt x="8121490" y="61292"/>
                  <a:pt x="8118824" y="59978"/>
                  <a:pt x="8117113" y="58192"/>
                </a:cubicBezTo>
                <a:cubicBezTo>
                  <a:pt x="8115401" y="56406"/>
                  <a:pt x="8114545" y="54049"/>
                  <a:pt x="8114545" y="51122"/>
                </a:cubicBezTo>
                <a:cubicBezTo>
                  <a:pt x="8114545" y="47501"/>
                  <a:pt x="8115749" y="44673"/>
                  <a:pt x="8118155" y="42639"/>
                </a:cubicBezTo>
                <a:cubicBezTo>
                  <a:pt x="8120560" y="40605"/>
                  <a:pt x="8123921" y="39588"/>
                  <a:pt x="8128237" y="39588"/>
                </a:cubicBezTo>
                <a:close/>
                <a:moveTo>
                  <a:pt x="7251938" y="39588"/>
                </a:moveTo>
                <a:cubicBezTo>
                  <a:pt x="7254121" y="39588"/>
                  <a:pt x="7256279" y="39849"/>
                  <a:pt x="7258412" y="40370"/>
                </a:cubicBezTo>
                <a:cubicBezTo>
                  <a:pt x="7260545" y="40890"/>
                  <a:pt x="7262455" y="41597"/>
                  <a:pt x="7264142" y="42490"/>
                </a:cubicBezTo>
                <a:lnTo>
                  <a:pt x="7261984" y="47104"/>
                </a:lnTo>
                <a:cubicBezTo>
                  <a:pt x="7258511" y="45318"/>
                  <a:pt x="7255113" y="44425"/>
                  <a:pt x="7251789" y="44425"/>
                </a:cubicBezTo>
                <a:cubicBezTo>
                  <a:pt x="7249110" y="44425"/>
                  <a:pt x="7247076" y="44958"/>
                  <a:pt x="7245687" y="46025"/>
                </a:cubicBezTo>
                <a:cubicBezTo>
                  <a:pt x="7244298" y="47092"/>
                  <a:pt x="7243603" y="48642"/>
                  <a:pt x="7243603" y="50676"/>
                </a:cubicBezTo>
                <a:cubicBezTo>
                  <a:pt x="7243603" y="52263"/>
                  <a:pt x="7244075" y="53541"/>
                  <a:pt x="7245017" y="54508"/>
                </a:cubicBezTo>
                <a:cubicBezTo>
                  <a:pt x="7245960" y="55476"/>
                  <a:pt x="7247448" y="56207"/>
                  <a:pt x="7249482" y="56703"/>
                </a:cubicBezTo>
                <a:lnTo>
                  <a:pt x="7254765" y="57968"/>
                </a:lnTo>
                <a:cubicBezTo>
                  <a:pt x="7258387" y="58812"/>
                  <a:pt x="7261053" y="60151"/>
                  <a:pt x="7262765" y="61987"/>
                </a:cubicBezTo>
                <a:cubicBezTo>
                  <a:pt x="7264476" y="63822"/>
                  <a:pt x="7265332" y="66253"/>
                  <a:pt x="7265332" y="69279"/>
                </a:cubicBezTo>
                <a:cubicBezTo>
                  <a:pt x="7265332" y="73000"/>
                  <a:pt x="7264067" y="75902"/>
                  <a:pt x="7261537" y="77986"/>
                </a:cubicBezTo>
                <a:cubicBezTo>
                  <a:pt x="7259007" y="80069"/>
                  <a:pt x="7255485" y="81111"/>
                  <a:pt x="7250970" y="81111"/>
                </a:cubicBezTo>
                <a:cubicBezTo>
                  <a:pt x="7248540" y="81111"/>
                  <a:pt x="7246158" y="80801"/>
                  <a:pt x="7243827" y="80181"/>
                </a:cubicBezTo>
                <a:cubicBezTo>
                  <a:pt x="7241495" y="79561"/>
                  <a:pt x="7239461" y="78705"/>
                  <a:pt x="7237725" y="77614"/>
                </a:cubicBezTo>
                <a:lnTo>
                  <a:pt x="7239659" y="73000"/>
                </a:lnTo>
                <a:cubicBezTo>
                  <a:pt x="7243231" y="75183"/>
                  <a:pt x="7247001" y="76274"/>
                  <a:pt x="7250970" y="76274"/>
                </a:cubicBezTo>
                <a:cubicBezTo>
                  <a:pt x="7253947" y="76274"/>
                  <a:pt x="7256192" y="75716"/>
                  <a:pt x="7257705" y="74600"/>
                </a:cubicBezTo>
                <a:cubicBezTo>
                  <a:pt x="7259218" y="73484"/>
                  <a:pt x="7259974" y="71834"/>
                  <a:pt x="7259974" y="69651"/>
                </a:cubicBezTo>
                <a:cubicBezTo>
                  <a:pt x="7259974" y="67965"/>
                  <a:pt x="7259503" y="66625"/>
                  <a:pt x="7258561" y="65633"/>
                </a:cubicBezTo>
                <a:cubicBezTo>
                  <a:pt x="7257618" y="64641"/>
                  <a:pt x="7256130" y="63897"/>
                  <a:pt x="7254096" y="63401"/>
                </a:cubicBezTo>
                <a:lnTo>
                  <a:pt x="7248812" y="62136"/>
                </a:lnTo>
                <a:cubicBezTo>
                  <a:pt x="7245191" y="61292"/>
                  <a:pt x="7242524" y="59978"/>
                  <a:pt x="7240813" y="58192"/>
                </a:cubicBezTo>
                <a:cubicBezTo>
                  <a:pt x="7239101" y="56406"/>
                  <a:pt x="7238246" y="54049"/>
                  <a:pt x="7238246" y="51122"/>
                </a:cubicBezTo>
                <a:cubicBezTo>
                  <a:pt x="7238246" y="47501"/>
                  <a:pt x="7239448" y="44673"/>
                  <a:pt x="7241855" y="42639"/>
                </a:cubicBezTo>
                <a:cubicBezTo>
                  <a:pt x="7244261" y="40605"/>
                  <a:pt x="7247622" y="39588"/>
                  <a:pt x="7251938" y="39588"/>
                </a:cubicBezTo>
                <a:close/>
                <a:moveTo>
                  <a:pt x="6804263" y="39588"/>
                </a:moveTo>
                <a:cubicBezTo>
                  <a:pt x="6806446" y="39588"/>
                  <a:pt x="6808604" y="39849"/>
                  <a:pt x="6810737" y="40370"/>
                </a:cubicBezTo>
                <a:cubicBezTo>
                  <a:pt x="6812870" y="40890"/>
                  <a:pt x="6814780" y="41597"/>
                  <a:pt x="6816467" y="42490"/>
                </a:cubicBezTo>
                <a:lnTo>
                  <a:pt x="6814309" y="47104"/>
                </a:lnTo>
                <a:cubicBezTo>
                  <a:pt x="6810836" y="45318"/>
                  <a:pt x="6807438" y="44425"/>
                  <a:pt x="6804114" y="44425"/>
                </a:cubicBezTo>
                <a:cubicBezTo>
                  <a:pt x="6801435" y="44425"/>
                  <a:pt x="6799401" y="44958"/>
                  <a:pt x="6798012" y="46025"/>
                </a:cubicBezTo>
                <a:cubicBezTo>
                  <a:pt x="6796623" y="47092"/>
                  <a:pt x="6795928" y="48642"/>
                  <a:pt x="6795928" y="50676"/>
                </a:cubicBezTo>
                <a:cubicBezTo>
                  <a:pt x="6795928" y="52263"/>
                  <a:pt x="6796400" y="53541"/>
                  <a:pt x="6797342" y="54508"/>
                </a:cubicBezTo>
                <a:cubicBezTo>
                  <a:pt x="6798285" y="55476"/>
                  <a:pt x="6799773" y="56207"/>
                  <a:pt x="6801807" y="56703"/>
                </a:cubicBezTo>
                <a:lnTo>
                  <a:pt x="6807090" y="57968"/>
                </a:lnTo>
                <a:cubicBezTo>
                  <a:pt x="6810712" y="58812"/>
                  <a:pt x="6813378" y="60151"/>
                  <a:pt x="6815090" y="61987"/>
                </a:cubicBezTo>
                <a:cubicBezTo>
                  <a:pt x="6816801" y="63822"/>
                  <a:pt x="6817657" y="66253"/>
                  <a:pt x="6817657" y="69279"/>
                </a:cubicBezTo>
                <a:cubicBezTo>
                  <a:pt x="6817657" y="73000"/>
                  <a:pt x="6816392" y="75902"/>
                  <a:pt x="6813862" y="77986"/>
                </a:cubicBezTo>
                <a:cubicBezTo>
                  <a:pt x="6811332" y="80069"/>
                  <a:pt x="6807810" y="81111"/>
                  <a:pt x="6803295" y="81111"/>
                </a:cubicBezTo>
                <a:cubicBezTo>
                  <a:pt x="6800865" y="81111"/>
                  <a:pt x="6798483" y="80801"/>
                  <a:pt x="6796152" y="80181"/>
                </a:cubicBezTo>
                <a:cubicBezTo>
                  <a:pt x="6793820" y="79561"/>
                  <a:pt x="6791786" y="78705"/>
                  <a:pt x="6790050" y="77614"/>
                </a:cubicBezTo>
                <a:lnTo>
                  <a:pt x="6791984" y="73000"/>
                </a:lnTo>
                <a:cubicBezTo>
                  <a:pt x="6795556" y="75183"/>
                  <a:pt x="6799326" y="76274"/>
                  <a:pt x="6803295" y="76274"/>
                </a:cubicBezTo>
                <a:cubicBezTo>
                  <a:pt x="6806272" y="76274"/>
                  <a:pt x="6808517" y="75716"/>
                  <a:pt x="6810030" y="74600"/>
                </a:cubicBezTo>
                <a:cubicBezTo>
                  <a:pt x="6811543" y="73484"/>
                  <a:pt x="6812299" y="71834"/>
                  <a:pt x="6812299" y="69651"/>
                </a:cubicBezTo>
                <a:cubicBezTo>
                  <a:pt x="6812299" y="67965"/>
                  <a:pt x="6811828" y="66625"/>
                  <a:pt x="6810886" y="65633"/>
                </a:cubicBezTo>
                <a:cubicBezTo>
                  <a:pt x="6809943" y="64641"/>
                  <a:pt x="6808455" y="63897"/>
                  <a:pt x="6806421" y="63401"/>
                </a:cubicBezTo>
                <a:lnTo>
                  <a:pt x="6801137" y="62136"/>
                </a:lnTo>
                <a:cubicBezTo>
                  <a:pt x="6797516" y="61292"/>
                  <a:pt x="6794849" y="59978"/>
                  <a:pt x="6793138" y="58192"/>
                </a:cubicBezTo>
                <a:cubicBezTo>
                  <a:pt x="6791426" y="56406"/>
                  <a:pt x="6790571" y="54049"/>
                  <a:pt x="6790571" y="51122"/>
                </a:cubicBezTo>
                <a:cubicBezTo>
                  <a:pt x="6790571" y="47501"/>
                  <a:pt x="6791774" y="44673"/>
                  <a:pt x="6794180" y="42639"/>
                </a:cubicBezTo>
                <a:cubicBezTo>
                  <a:pt x="6796586" y="40605"/>
                  <a:pt x="6799947" y="39588"/>
                  <a:pt x="6804263" y="39588"/>
                </a:cubicBezTo>
                <a:close/>
                <a:moveTo>
                  <a:pt x="6461363" y="39588"/>
                </a:moveTo>
                <a:cubicBezTo>
                  <a:pt x="6463546" y="39588"/>
                  <a:pt x="6465704" y="39849"/>
                  <a:pt x="6467837" y="40370"/>
                </a:cubicBezTo>
                <a:cubicBezTo>
                  <a:pt x="6469970" y="40890"/>
                  <a:pt x="6471880" y="41597"/>
                  <a:pt x="6473567" y="42490"/>
                </a:cubicBezTo>
                <a:lnTo>
                  <a:pt x="6471409" y="47104"/>
                </a:lnTo>
                <a:cubicBezTo>
                  <a:pt x="6467936" y="45318"/>
                  <a:pt x="6464538" y="44425"/>
                  <a:pt x="6461214" y="44425"/>
                </a:cubicBezTo>
                <a:cubicBezTo>
                  <a:pt x="6458535" y="44425"/>
                  <a:pt x="6456501" y="44958"/>
                  <a:pt x="6455112" y="46025"/>
                </a:cubicBezTo>
                <a:cubicBezTo>
                  <a:pt x="6453723" y="47092"/>
                  <a:pt x="6453028" y="48642"/>
                  <a:pt x="6453028" y="50676"/>
                </a:cubicBezTo>
                <a:cubicBezTo>
                  <a:pt x="6453028" y="52263"/>
                  <a:pt x="6453500" y="53541"/>
                  <a:pt x="6454442" y="54508"/>
                </a:cubicBezTo>
                <a:cubicBezTo>
                  <a:pt x="6455385" y="55476"/>
                  <a:pt x="6456873" y="56207"/>
                  <a:pt x="6458907" y="56703"/>
                </a:cubicBezTo>
                <a:lnTo>
                  <a:pt x="6464190" y="57968"/>
                </a:lnTo>
                <a:cubicBezTo>
                  <a:pt x="6467812" y="58812"/>
                  <a:pt x="6470478" y="60151"/>
                  <a:pt x="6472190" y="61987"/>
                </a:cubicBezTo>
                <a:cubicBezTo>
                  <a:pt x="6473901" y="63822"/>
                  <a:pt x="6474757" y="66253"/>
                  <a:pt x="6474757" y="69279"/>
                </a:cubicBezTo>
                <a:cubicBezTo>
                  <a:pt x="6474757" y="73000"/>
                  <a:pt x="6473492" y="75902"/>
                  <a:pt x="6470962" y="77986"/>
                </a:cubicBezTo>
                <a:cubicBezTo>
                  <a:pt x="6468432" y="80069"/>
                  <a:pt x="6464910" y="81111"/>
                  <a:pt x="6460395" y="81111"/>
                </a:cubicBezTo>
                <a:cubicBezTo>
                  <a:pt x="6457965" y="81111"/>
                  <a:pt x="6455583" y="80801"/>
                  <a:pt x="6453252" y="80181"/>
                </a:cubicBezTo>
                <a:cubicBezTo>
                  <a:pt x="6450920" y="79561"/>
                  <a:pt x="6448886" y="78705"/>
                  <a:pt x="6447150" y="77614"/>
                </a:cubicBezTo>
                <a:lnTo>
                  <a:pt x="6449084" y="73000"/>
                </a:lnTo>
                <a:cubicBezTo>
                  <a:pt x="6452656" y="75183"/>
                  <a:pt x="6456427" y="76274"/>
                  <a:pt x="6460395" y="76274"/>
                </a:cubicBezTo>
                <a:cubicBezTo>
                  <a:pt x="6463372" y="76274"/>
                  <a:pt x="6465617" y="75716"/>
                  <a:pt x="6467130" y="74600"/>
                </a:cubicBezTo>
                <a:cubicBezTo>
                  <a:pt x="6468643" y="73484"/>
                  <a:pt x="6469399" y="71834"/>
                  <a:pt x="6469399" y="69651"/>
                </a:cubicBezTo>
                <a:cubicBezTo>
                  <a:pt x="6469399" y="67965"/>
                  <a:pt x="6468929" y="66625"/>
                  <a:pt x="6467986" y="65633"/>
                </a:cubicBezTo>
                <a:cubicBezTo>
                  <a:pt x="6467043" y="64641"/>
                  <a:pt x="6465555" y="63897"/>
                  <a:pt x="6463521" y="63401"/>
                </a:cubicBezTo>
                <a:lnTo>
                  <a:pt x="6458237" y="62136"/>
                </a:lnTo>
                <a:cubicBezTo>
                  <a:pt x="6454616" y="61292"/>
                  <a:pt x="6451949" y="59978"/>
                  <a:pt x="6450238" y="58192"/>
                </a:cubicBezTo>
                <a:cubicBezTo>
                  <a:pt x="6448526" y="56406"/>
                  <a:pt x="6447671" y="54049"/>
                  <a:pt x="6447671" y="51122"/>
                </a:cubicBezTo>
                <a:cubicBezTo>
                  <a:pt x="6447671" y="47501"/>
                  <a:pt x="6448874" y="44673"/>
                  <a:pt x="6451280" y="42639"/>
                </a:cubicBezTo>
                <a:cubicBezTo>
                  <a:pt x="6453686" y="40605"/>
                  <a:pt x="6457047" y="39588"/>
                  <a:pt x="6461363" y="39588"/>
                </a:cubicBezTo>
                <a:close/>
                <a:moveTo>
                  <a:pt x="6280388" y="39588"/>
                </a:moveTo>
                <a:cubicBezTo>
                  <a:pt x="6282571" y="39588"/>
                  <a:pt x="6284729" y="39849"/>
                  <a:pt x="6286862" y="40370"/>
                </a:cubicBezTo>
                <a:cubicBezTo>
                  <a:pt x="6288995" y="40890"/>
                  <a:pt x="6290905" y="41597"/>
                  <a:pt x="6292592" y="42490"/>
                </a:cubicBezTo>
                <a:lnTo>
                  <a:pt x="6290434" y="47104"/>
                </a:lnTo>
                <a:cubicBezTo>
                  <a:pt x="6286961" y="45318"/>
                  <a:pt x="6283563" y="44425"/>
                  <a:pt x="6280239" y="44425"/>
                </a:cubicBezTo>
                <a:cubicBezTo>
                  <a:pt x="6277560" y="44425"/>
                  <a:pt x="6275526" y="44958"/>
                  <a:pt x="6274137" y="46025"/>
                </a:cubicBezTo>
                <a:cubicBezTo>
                  <a:pt x="6272748" y="47092"/>
                  <a:pt x="6272053" y="48642"/>
                  <a:pt x="6272053" y="50676"/>
                </a:cubicBezTo>
                <a:cubicBezTo>
                  <a:pt x="6272053" y="52263"/>
                  <a:pt x="6272525" y="53541"/>
                  <a:pt x="6273467" y="54508"/>
                </a:cubicBezTo>
                <a:cubicBezTo>
                  <a:pt x="6274410" y="55476"/>
                  <a:pt x="6275898" y="56207"/>
                  <a:pt x="6277932" y="56703"/>
                </a:cubicBezTo>
                <a:lnTo>
                  <a:pt x="6283215" y="57968"/>
                </a:lnTo>
                <a:cubicBezTo>
                  <a:pt x="6286837" y="58812"/>
                  <a:pt x="6289503" y="60151"/>
                  <a:pt x="6291215" y="61987"/>
                </a:cubicBezTo>
                <a:cubicBezTo>
                  <a:pt x="6292926" y="63822"/>
                  <a:pt x="6293782" y="66253"/>
                  <a:pt x="6293782" y="69279"/>
                </a:cubicBezTo>
                <a:cubicBezTo>
                  <a:pt x="6293782" y="73000"/>
                  <a:pt x="6292517" y="75902"/>
                  <a:pt x="6289987" y="77986"/>
                </a:cubicBezTo>
                <a:cubicBezTo>
                  <a:pt x="6287457" y="80069"/>
                  <a:pt x="6283935" y="81111"/>
                  <a:pt x="6279420" y="81111"/>
                </a:cubicBezTo>
                <a:cubicBezTo>
                  <a:pt x="6276990" y="81111"/>
                  <a:pt x="6274608" y="80801"/>
                  <a:pt x="6272277" y="80181"/>
                </a:cubicBezTo>
                <a:cubicBezTo>
                  <a:pt x="6269945" y="79561"/>
                  <a:pt x="6267911" y="78705"/>
                  <a:pt x="6266175" y="77614"/>
                </a:cubicBezTo>
                <a:lnTo>
                  <a:pt x="6268109" y="73000"/>
                </a:lnTo>
                <a:cubicBezTo>
                  <a:pt x="6271681" y="75183"/>
                  <a:pt x="6275452" y="76274"/>
                  <a:pt x="6279420" y="76274"/>
                </a:cubicBezTo>
                <a:cubicBezTo>
                  <a:pt x="6282397" y="76274"/>
                  <a:pt x="6284642" y="75716"/>
                  <a:pt x="6286155" y="74600"/>
                </a:cubicBezTo>
                <a:cubicBezTo>
                  <a:pt x="6287668" y="73484"/>
                  <a:pt x="6288424" y="71834"/>
                  <a:pt x="6288424" y="69651"/>
                </a:cubicBezTo>
                <a:cubicBezTo>
                  <a:pt x="6288424" y="67965"/>
                  <a:pt x="6287954" y="66625"/>
                  <a:pt x="6287011" y="65633"/>
                </a:cubicBezTo>
                <a:cubicBezTo>
                  <a:pt x="6286068" y="64641"/>
                  <a:pt x="6284580" y="63897"/>
                  <a:pt x="6282546" y="63401"/>
                </a:cubicBezTo>
                <a:lnTo>
                  <a:pt x="6277262" y="62136"/>
                </a:lnTo>
                <a:cubicBezTo>
                  <a:pt x="6273641" y="61292"/>
                  <a:pt x="6270974" y="59978"/>
                  <a:pt x="6269263" y="58192"/>
                </a:cubicBezTo>
                <a:cubicBezTo>
                  <a:pt x="6267551" y="56406"/>
                  <a:pt x="6266696" y="54049"/>
                  <a:pt x="6266696" y="51122"/>
                </a:cubicBezTo>
                <a:cubicBezTo>
                  <a:pt x="6266696" y="47501"/>
                  <a:pt x="6267899" y="44673"/>
                  <a:pt x="6270305" y="42639"/>
                </a:cubicBezTo>
                <a:cubicBezTo>
                  <a:pt x="6272711" y="40605"/>
                  <a:pt x="6276072" y="39588"/>
                  <a:pt x="6280388" y="39588"/>
                </a:cubicBezTo>
                <a:close/>
                <a:moveTo>
                  <a:pt x="5756513" y="39588"/>
                </a:moveTo>
                <a:cubicBezTo>
                  <a:pt x="5758696" y="39588"/>
                  <a:pt x="5760854" y="39849"/>
                  <a:pt x="5762987" y="40370"/>
                </a:cubicBezTo>
                <a:cubicBezTo>
                  <a:pt x="5765120" y="40890"/>
                  <a:pt x="5767031" y="41597"/>
                  <a:pt x="5768717" y="42490"/>
                </a:cubicBezTo>
                <a:lnTo>
                  <a:pt x="5766559" y="47104"/>
                </a:lnTo>
                <a:cubicBezTo>
                  <a:pt x="5763086" y="45318"/>
                  <a:pt x="5759688" y="44425"/>
                  <a:pt x="5756364" y="44425"/>
                </a:cubicBezTo>
                <a:cubicBezTo>
                  <a:pt x="5753685" y="44425"/>
                  <a:pt x="5751651" y="44958"/>
                  <a:pt x="5750262" y="46025"/>
                </a:cubicBezTo>
                <a:cubicBezTo>
                  <a:pt x="5748873" y="47092"/>
                  <a:pt x="5748179" y="48642"/>
                  <a:pt x="5748179" y="50676"/>
                </a:cubicBezTo>
                <a:cubicBezTo>
                  <a:pt x="5748179" y="52263"/>
                  <a:pt x="5748650" y="53541"/>
                  <a:pt x="5749593" y="54508"/>
                </a:cubicBezTo>
                <a:cubicBezTo>
                  <a:pt x="5750535" y="55476"/>
                  <a:pt x="5752023" y="56207"/>
                  <a:pt x="5754058" y="56703"/>
                </a:cubicBezTo>
                <a:lnTo>
                  <a:pt x="5759341" y="57968"/>
                </a:lnTo>
                <a:cubicBezTo>
                  <a:pt x="5762962" y="58812"/>
                  <a:pt x="5765629" y="60151"/>
                  <a:pt x="5767340" y="61987"/>
                </a:cubicBezTo>
                <a:cubicBezTo>
                  <a:pt x="5769051" y="63822"/>
                  <a:pt x="5769907" y="66253"/>
                  <a:pt x="5769907" y="69279"/>
                </a:cubicBezTo>
                <a:cubicBezTo>
                  <a:pt x="5769907" y="73000"/>
                  <a:pt x="5768642" y="75902"/>
                  <a:pt x="5766112" y="77986"/>
                </a:cubicBezTo>
                <a:cubicBezTo>
                  <a:pt x="5763583" y="80069"/>
                  <a:pt x="5760060" y="81111"/>
                  <a:pt x="5755546" y="81111"/>
                </a:cubicBezTo>
                <a:cubicBezTo>
                  <a:pt x="5753115" y="81111"/>
                  <a:pt x="5750733" y="80801"/>
                  <a:pt x="5748402" y="80181"/>
                </a:cubicBezTo>
                <a:cubicBezTo>
                  <a:pt x="5746070" y="79561"/>
                  <a:pt x="5744037" y="78705"/>
                  <a:pt x="5742300" y="77614"/>
                </a:cubicBezTo>
                <a:lnTo>
                  <a:pt x="5744234" y="73000"/>
                </a:lnTo>
                <a:cubicBezTo>
                  <a:pt x="5747806" y="75183"/>
                  <a:pt x="5751576" y="76274"/>
                  <a:pt x="5755546" y="76274"/>
                </a:cubicBezTo>
                <a:cubicBezTo>
                  <a:pt x="5758522" y="76274"/>
                  <a:pt x="5760767" y="75716"/>
                  <a:pt x="5762280" y="74600"/>
                </a:cubicBezTo>
                <a:cubicBezTo>
                  <a:pt x="5763793" y="73484"/>
                  <a:pt x="5764549" y="71834"/>
                  <a:pt x="5764549" y="69651"/>
                </a:cubicBezTo>
                <a:cubicBezTo>
                  <a:pt x="5764549" y="67965"/>
                  <a:pt x="5764078" y="66625"/>
                  <a:pt x="5763136" y="65633"/>
                </a:cubicBezTo>
                <a:cubicBezTo>
                  <a:pt x="5762193" y="64641"/>
                  <a:pt x="5760705" y="63897"/>
                  <a:pt x="5758671" y="63401"/>
                </a:cubicBezTo>
                <a:lnTo>
                  <a:pt x="5753387" y="62136"/>
                </a:lnTo>
                <a:cubicBezTo>
                  <a:pt x="5749766" y="61292"/>
                  <a:pt x="5747099" y="59978"/>
                  <a:pt x="5745388" y="58192"/>
                </a:cubicBezTo>
                <a:cubicBezTo>
                  <a:pt x="5743676" y="56406"/>
                  <a:pt x="5742821" y="54049"/>
                  <a:pt x="5742821" y="51122"/>
                </a:cubicBezTo>
                <a:cubicBezTo>
                  <a:pt x="5742821" y="47501"/>
                  <a:pt x="5744023" y="44673"/>
                  <a:pt x="5746430" y="42639"/>
                </a:cubicBezTo>
                <a:cubicBezTo>
                  <a:pt x="5748836" y="40605"/>
                  <a:pt x="5752197" y="39588"/>
                  <a:pt x="5756513" y="39588"/>
                </a:cubicBezTo>
                <a:close/>
                <a:moveTo>
                  <a:pt x="5051663" y="39588"/>
                </a:moveTo>
                <a:cubicBezTo>
                  <a:pt x="5053845" y="39588"/>
                  <a:pt x="5056003" y="39849"/>
                  <a:pt x="5058137" y="40370"/>
                </a:cubicBezTo>
                <a:cubicBezTo>
                  <a:pt x="5060270" y="40890"/>
                  <a:pt x="5062180" y="41597"/>
                  <a:pt x="5063867" y="42490"/>
                </a:cubicBezTo>
                <a:lnTo>
                  <a:pt x="5061709" y="47104"/>
                </a:lnTo>
                <a:cubicBezTo>
                  <a:pt x="5058236" y="45318"/>
                  <a:pt x="5054838" y="44425"/>
                  <a:pt x="5051514" y="44425"/>
                </a:cubicBezTo>
                <a:cubicBezTo>
                  <a:pt x="5048835" y="44425"/>
                  <a:pt x="5046801" y="44958"/>
                  <a:pt x="5045412" y="46025"/>
                </a:cubicBezTo>
                <a:cubicBezTo>
                  <a:pt x="5044022" y="47092"/>
                  <a:pt x="5043328" y="48642"/>
                  <a:pt x="5043328" y="50676"/>
                </a:cubicBezTo>
                <a:cubicBezTo>
                  <a:pt x="5043328" y="52263"/>
                  <a:pt x="5043799" y="53541"/>
                  <a:pt x="5044742" y="54508"/>
                </a:cubicBezTo>
                <a:cubicBezTo>
                  <a:pt x="5045685" y="55476"/>
                  <a:pt x="5047173" y="56207"/>
                  <a:pt x="5049207" y="56703"/>
                </a:cubicBezTo>
                <a:lnTo>
                  <a:pt x="5054490" y="57968"/>
                </a:lnTo>
                <a:cubicBezTo>
                  <a:pt x="5058113" y="58812"/>
                  <a:pt x="5060778" y="60151"/>
                  <a:pt x="5062490" y="61987"/>
                </a:cubicBezTo>
                <a:cubicBezTo>
                  <a:pt x="5064201" y="63822"/>
                  <a:pt x="5065057" y="66253"/>
                  <a:pt x="5065057" y="69279"/>
                </a:cubicBezTo>
                <a:cubicBezTo>
                  <a:pt x="5065057" y="73000"/>
                  <a:pt x="5063792" y="75902"/>
                  <a:pt x="5061262" y="77986"/>
                </a:cubicBezTo>
                <a:cubicBezTo>
                  <a:pt x="5058732" y="80069"/>
                  <a:pt x="5055210" y="81111"/>
                  <a:pt x="5050695" y="81111"/>
                </a:cubicBezTo>
                <a:cubicBezTo>
                  <a:pt x="5048264" y="81111"/>
                  <a:pt x="5045883" y="80801"/>
                  <a:pt x="5043552" y="80181"/>
                </a:cubicBezTo>
                <a:cubicBezTo>
                  <a:pt x="5041220" y="79561"/>
                  <a:pt x="5039186" y="78705"/>
                  <a:pt x="5037450" y="77614"/>
                </a:cubicBezTo>
                <a:lnTo>
                  <a:pt x="5039384" y="73000"/>
                </a:lnTo>
                <a:cubicBezTo>
                  <a:pt x="5042956" y="75183"/>
                  <a:pt x="5046727" y="76274"/>
                  <a:pt x="5050695" y="76274"/>
                </a:cubicBezTo>
                <a:cubicBezTo>
                  <a:pt x="5053672" y="76274"/>
                  <a:pt x="5055917" y="75716"/>
                  <a:pt x="5057430" y="74600"/>
                </a:cubicBezTo>
                <a:cubicBezTo>
                  <a:pt x="5058943" y="73484"/>
                  <a:pt x="5059699" y="71834"/>
                  <a:pt x="5059699" y="69651"/>
                </a:cubicBezTo>
                <a:cubicBezTo>
                  <a:pt x="5059699" y="67965"/>
                  <a:pt x="5059229" y="66625"/>
                  <a:pt x="5058286" y="65633"/>
                </a:cubicBezTo>
                <a:cubicBezTo>
                  <a:pt x="5057343" y="64641"/>
                  <a:pt x="5055854" y="63897"/>
                  <a:pt x="5053821" y="63401"/>
                </a:cubicBezTo>
                <a:lnTo>
                  <a:pt x="5048537" y="62136"/>
                </a:lnTo>
                <a:cubicBezTo>
                  <a:pt x="5044915" y="61292"/>
                  <a:pt x="5042249" y="59978"/>
                  <a:pt x="5040538" y="58192"/>
                </a:cubicBezTo>
                <a:cubicBezTo>
                  <a:pt x="5038826" y="56406"/>
                  <a:pt x="5037971" y="54049"/>
                  <a:pt x="5037971" y="51122"/>
                </a:cubicBezTo>
                <a:cubicBezTo>
                  <a:pt x="5037971" y="47501"/>
                  <a:pt x="5039174" y="44673"/>
                  <a:pt x="5041580" y="42639"/>
                </a:cubicBezTo>
                <a:cubicBezTo>
                  <a:pt x="5043985" y="40605"/>
                  <a:pt x="5047347" y="39588"/>
                  <a:pt x="5051663" y="39588"/>
                </a:cubicBezTo>
                <a:close/>
                <a:moveTo>
                  <a:pt x="3775313" y="39588"/>
                </a:moveTo>
                <a:cubicBezTo>
                  <a:pt x="3777496" y="39588"/>
                  <a:pt x="3779653" y="39849"/>
                  <a:pt x="3781787" y="40370"/>
                </a:cubicBezTo>
                <a:cubicBezTo>
                  <a:pt x="3783920" y="40890"/>
                  <a:pt x="3785830" y="41597"/>
                  <a:pt x="3787517" y="42490"/>
                </a:cubicBezTo>
                <a:lnTo>
                  <a:pt x="3785359" y="47104"/>
                </a:lnTo>
                <a:cubicBezTo>
                  <a:pt x="3781886" y="45318"/>
                  <a:pt x="3778488" y="44425"/>
                  <a:pt x="3775164" y="44425"/>
                </a:cubicBezTo>
                <a:cubicBezTo>
                  <a:pt x="3772486" y="44425"/>
                  <a:pt x="3770452" y="44958"/>
                  <a:pt x="3769062" y="46025"/>
                </a:cubicBezTo>
                <a:cubicBezTo>
                  <a:pt x="3767673" y="47092"/>
                  <a:pt x="3766978" y="48642"/>
                  <a:pt x="3766978" y="50676"/>
                </a:cubicBezTo>
                <a:cubicBezTo>
                  <a:pt x="3766978" y="52263"/>
                  <a:pt x="3767449" y="53541"/>
                  <a:pt x="3768392" y="54508"/>
                </a:cubicBezTo>
                <a:cubicBezTo>
                  <a:pt x="3769335" y="55476"/>
                  <a:pt x="3770823" y="56207"/>
                  <a:pt x="3772857" y="56703"/>
                </a:cubicBezTo>
                <a:lnTo>
                  <a:pt x="3778140" y="57968"/>
                </a:lnTo>
                <a:cubicBezTo>
                  <a:pt x="3781762" y="58812"/>
                  <a:pt x="3784428" y="60151"/>
                  <a:pt x="3786141" y="61987"/>
                </a:cubicBezTo>
                <a:cubicBezTo>
                  <a:pt x="3787851" y="63822"/>
                  <a:pt x="3788707" y="66253"/>
                  <a:pt x="3788707" y="69279"/>
                </a:cubicBezTo>
                <a:cubicBezTo>
                  <a:pt x="3788707" y="73000"/>
                  <a:pt x="3787442" y="75902"/>
                  <a:pt x="3784912" y="77986"/>
                </a:cubicBezTo>
                <a:cubicBezTo>
                  <a:pt x="3782382" y="80069"/>
                  <a:pt x="3778860" y="81111"/>
                  <a:pt x="3774345" y="81111"/>
                </a:cubicBezTo>
                <a:cubicBezTo>
                  <a:pt x="3771914" y="81111"/>
                  <a:pt x="3769533" y="80801"/>
                  <a:pt x="3767201" y="80181"/>
                </a:cubicBezTo>
                <a:cubicBezTo>
                  <a:pt x="3764870" y="79561"/>
                  <a:pt x="3762836" y="78705"/>
                  <a:pt x="3761100" y="77614"/>
                </a:cubicBezTo>
                <a:lnTo>
                  <a:pt x="3763034" y="73000"/>
                </a:lnTo>
                <a:cubicBezTo>
                  <a:pt x="3766607" y="75183"/>
                  <a:pt x="3770377" y="76274"/>
                  <a:pt x="3774345" y="76274"/>
                </a:cubicBezTo>
                <a:cubicBezTo>
                  <a:pt x="3777322" y="76274"/>
                  <a:pt x="3779567" y="75716"/>
                  <a:pt x="3781080" y="74600"/>
                </a:cubicBezTo>
                <a:cubicBezTo>
                  <a:pt x="3782593" y="73484"/>
                  <a:pt x="3783349" y="71834"/>
                  <a:pt x="3783349" y="69651"/>
                </a:cubicBezTo>
                <a:cubicBezTo>
                  <a:pt x="3783349" y="67965"/>
                  <a:pt x="3782878" y="66625"/>
                  <a:pt x="3781935" y="65633"/>
                </a:cubicBezTo>
                <a:cubicBezTo>
                  <a:pt x="3780993" y="64641"/>
                  <a:pt x="3779504" y="63897"/>
                  <a:pt x="3777471" y="63401"/>
                </a:cubicBezTo>
                <a:lnTo>
                  <a:pt x="3772187" y="62136"/>
                </a:lnTo>
                <a:cubicBezTo>
                  <a:pt x="3768566" y="61292"/>
                  <a:pt x="3765899" y="59978"/>
                  <a:pt x="3764188" y="58192"/>
                </a:cubicBezTo>
                <a:cubicBezTo>
                  <a:pt x="3762477" y="56406"/>
                  <a:pt x="3761620" y="54049"/>
                  <a:pt x="3761620" y="51122"/>
                </a:cubicBezTo>
                <a:cubicBezTo>
                  <a:pt x="3761620" y="47501"/>
                  <a:pt x="3762824" y="44673"/>
                  <a:pt x="3765229" y="42639"/>
                </a:cubicBezTo>
                <a:cubicBezTo>
                  <a:pt x="3767635" y="40605"/>
                  <a:pt x="3770997" y="39588"/>
                  <a:pt x="3775313" y="39588"/>
                </a:cubicBezTo>
                <a:close/>
                <a:moveTo>
                  <a:pt x="3565763" y="39588"/>
                </a:moveTo>
                <a:cubicBezTo>
                  <a:pt x="3567946" y="39588"/>
                  <a:pt x="3570104" y="39849"/>
                  <a:pt x="3572237" y="40370"/>
                </a:cubicBezTo>
                <a:cubicBezTo>
                  <a:pt x="3574370" y="40890"/>
                  <a:pt x="3576281" y="41597"/>
                  <a:pt x="3577967" y="42490"/>
                </a:cubicBezTo>
                <a:lnTo>
                  <a:pt x="3575810" y="47104"/>
                </a:lnTo>
                <a:cubicBezTo>
                  <a:pt x="3572337" y="45318"/>
                  <a:pt x="3568938" y="44425"/>
                  <a:pt x="3565615" y="44425"/>
                </a:cubicBezTo>
                <a:cubicBezTo>
                  <a:pt x="3562936" y="44425"/>
                  <a:pt x="3560901" y="44958"/>
                  <a:pt x="3559513" y="46025"/>
                </a:cubicBezTo>
                <a:cubicBezTo>
                  <a:pt x="3558124" y="47092"/>
                  <a:pt x="3557429" y="48642"/>
                  <a:pt x="3557429" y="50676"/>
                </a:cubicBezTo>
                <a:cubicBezTo>
                  <a:pt x="3557429" y="52263"/>
                  <a:pt x="3557900" y="53541"/>
                  <a:pt x="3558842" y="54508"/>
                </a:cubicBezTo>
                <a:cubicBezTo>
                  <a:pt x="3559785" y="55476"/>
                  <a:pt x="3561274" y="56207"/>
                  <a:pt x="3563307" y="56703"/>
                </a:cubicBezTo>
                <a:lnTo>
                  <a:pt x="3568591" y="57968"/>
                </a:lnTo>
                <a:cubicBezTo>
                  <a:pt x="3572212" y="58812"/>
                  <a:pt x="3574879" y="60151"/>
                  <a:pt x="3576591" y="61987"/>
                </a:cubicBezTo>
                <a:cubicBezTo>
                  <a:pt x="3578302" y="63822"/>
                  <a:pt x="3579158" y="66253"/>
                  <a:pt x="3579158" y="69279"/>
                </a:cubicBezTo>
                <a:cubicBezTo>
                  <a:pt x="3579158" y="73000"/>
                  <a:pt x="3577893" y="75902"/>
                  <a:pt x="3575363" y="77986"/>
                </a:cubicBezTo>
                <a:cubicBezTo>
                  <a:pt x="3572833" y="80069"/>
                  <a:pt x="3569310" y="81111"/>
                  <a:pt x="3564796" y="81111"/>
                </a:cubicBezTo>
                <a:cubicBezTo>
                  <a:pt x="3562365" y="81111"/>
                  <a:pt x="3559984" y="80801"/>
                  <a:pt x="3557652" y="80181"/>
                </a:cubicBezTo>
                <a:cubicBezTo>
                  <a:pt x="3555320" y="79561"/>
                  <a:pt x="3553287" y="78705"/>
                  <a:pt x="3551550" y="77614"/>
                </a:cubicBezTo>
                <a:lnTo>
                  <a:pt x="3553485" y="73000"/>
                </a:lnTo>
                <a:cubicBezTo>
                  <a:pt x="3557057" y="75183"/>
                  <a:pt x="3560827" y="76274"/>
                  <a:pt x="3564796" y="76274"/>
                </a:cubicBezTo>
                <a:cubicBezTo>
                  <a:pt x="3567773" y="76274"/>
                  <a:pt x="3570017" y="75716"/>
                  <a:pt x="3571530" y="74600"/>
                </a:cubicBezTo>
                <a:cubicBezTo>
                  <a:pt x="3573044" y="73484"/>
                  <a:pt x="3573800" y="71834"/>
                  <a:pt x="3573800" y="69651"/>
                </a:cubicBezTo>
                <a:cubicBezTo>
                  <a:pt x="3573800" y="67965"/>
                  <a:pt x="3573329" y="66625"/>
                  <a:pt x="3572386" y="65633"/>
                </a:cubicBezTo>
                <a:cubicBezTo>
                  <a:pt x="3571444" y="64641"/>
                  <a:pt x="3569955" y="63897"/>
                  <a:pt x="3567922" y="63401"/>
                </a:cubicBezTo>
                <a:lnTo>
                  <a:pt x="3562638" y="62136"/>
                </a:lnTo>
                <a:cubicBezTo>
                  <a:pt x="3559016" y="61292"/>
                  <a:pt x="3556350" y="59978"/>
                  <a:pt x="3554639" y="58192"/>
                </a:cubicBezTo>
                <a:cubicBezTo>
                  <a:pt x="3552927" y="56406"/>
                  <a:pt x="3552071" y="54049"/>
                  <a:pt x="3552071" y="51122"/>
                </a:cubicBezTo>
                <a:cubicBezTo>
                  <a:pt x="3552071" y="47501"/>
                  <a:pt x="3553274" y="44673"/>
                  <a:pt x="3555680" y="42639"/>
                </a:cubicBezTo>
                <a:cubicBezTo>
                  <a:pt x="3558086" y="40605"/>
                  <a:pt x="3561447" y="39588"/>
                  <a:pt x="3565763" y="39588"/>
                </a:cubicBezTo>
                <a:close/>
                <a:moveTo>
                  <a:pt x="3318113" y="39588"/>
                </a:moveTo>
                <a:cubicBezTo>
                  <a:pt x="3320296" y="39588"/>
                  <a:pt x="3322454" y="39849"/>
                  <a:pt x="3324587" y="40370"/>
                </a:cubicBezTo>
                <a:cubicBezTo>
                  <a:pt x="3326720" y="40890"/>
                  <a:pt x="3328631" y="41597"/>
                  <a:pt x="3330318" y="42490"/>
                </a:cubicBezTo>
                <a:lnTo>
                  <a:pt x="3328159" y="47104"/>
                </a:lnTo>
                <a:cubicBezTo>
                  <a:pt x="3324687" y="45318"/>
                  <a:pt x="3321288" y="44425"/>
                  <a:pt x="3317965" y="44425"/>
                </a:cubicBezTo>
                <a:cubicBezTo>
                  <a:pt x="3315286" y="44425"/>
                  <a:pt x="3313251" y="44958"/>
                  <a:pt x="3311862" y="46025"/>
                </a:cubicBezTo>
                <a:cubicBezTo>
                  <a:pt x="3310474" y="47092"/>
                  <a:pt x="3309779" y="48642"/>
                  <a:pt x="3309779" y="50676"/>
                </a:cubicBezTo>
                <a:cubicBezTo>
                  <a:pt x="3309779" y="52263"/>
                  <a:pt x="3310250" y="53541"/>
                  <a:pt x="3311193" y="54508"/>
                </a:cubicBezTo>
                <a:cubicBezTo>
                  <a:pt x="3312135" y="55476"/>
                  <a:pt x="3313624" y="56207"/>
                  <a:pt x="3315658" y="56703"/>
                </a:cubicBezTo>
                <a:lnTo>
                  <a:pt x="3320941" y="57968"/>
                </a:lnTo>
                <a:cubicBezTo>
                  <a:pt x="3324562" y="58812"/>
                  <a:pt x="3327229" y="60151"/>
                  <a:pt x="3328941" y="61987"/>
                </a:cubicBezTo>
                <a:cubicBezTo>
                  <a:pt x="3330652" y="63822"/>
                  <a:pt x="3331508" y="66253"/>
                  <a:pt x="3331508" y="69279"/>
                </a:cubicBezTo>
                <a:cubicBezTo>
                  <a:pt x="3331508" y="73000"/>
                  <a:pt x="3330243" y="75902"/>
                  <a:pt x="3327712" y="77986"/>
                </a:cubicBezTo>
                <a:cubicBezTo>
                  <a:pt x="3325183" y="80069"/>
                  <a:pt x="3321660" y="81111"/>
                  <a:pt x="3317146" y="81111"/>
                </a:cubicBezTo>
                <a:cubicBezTo>
                  <a:pt x="3314716" y="81111"/>
                  <a:pt x="3312334" y="80801"/>
                  <a:pt x="3310002" y="80181"/>
                </a:cubicBezTo>
                <a:cubicBezTo>
                  <a:pt x="3307671" y="79561"/>
                  <a:pt x="3305637" y="78705"/>
                  <a:pt x="3303900" y="77614"/>
                </a:cubicBezTo>
                <a:lnTo>
                  <a:pt x="3305835" y="73000"/>
                </a:lnTo>
                <a:cubicBezTo>
                  <a:pt x="3309407" y="75183"/>
                  <a:pt x="3313177" y="76274"/>
                  <a:pt x="3317146" y="76274"/>
                </a:cubicBezTo>
                <a:cubicBezTo>
                  <a:pt x="3320123" y="76274"/>
                  <a:pt x="3322367" y="75716"/>
                  <a:pt x="3323880" y="74600"/>
                </a:cubicBezTo>
                <a:cubicBezTo>
                  <a:pt x="3325394" y="73484"/>
                  <a:pt x="3326150" y="71834"/>
                  <a:pt x="3326150" y="69651"/>
                </a:cubicBezTo>
                <a:cubicBezTo>
                  <a:pt x="3326150" y="67965"/>
                  <a:pt x="3325679" y="66625"/>
                  <a:pt x="3324736" y="65633"/>
                </a:cubicBezTo>
                <a:cubicBezTo>
                  <a:pt x="3323794" y="64641"/>
                  <a:pt x="3322305" y="63897"/>
                  <a:pt x="3320271" y="63401"/>
                </a:cubicBezTo>
                <a:lnTo>
                  <a:pt x="3314988" y="62136"/>
                </a:lnTo>
                <a:cubicBezTo>
                  <a:pt x="3311366" y="61292"/>
                  <a:pt x="3308700" y="59978"/>
                  <a:pt x="3306988" y="58192"/>
                </a:cubicBezTo>
                <a:cubicBezTo>
                  <a:pt x="3305277" y="56406"/>
                  <a:pt x="3304421" y="54049"/>
                  <a:pt x="3304421" y="51122"/>
                </a:cubicBezTo>
                <a:cubicBezTo>
                  <a:pt x="3304421" y="47501"/>
                  <a:pt x="3305624" y="44673"/>
                  <a:pt x="3308030" y="42639"/>
                </a:cubicBezTo>
                <a:cubicBezTo>
                  <a:pt x="3310437" y="40605"/>
                  <a:pt x="3313798" y="39588"/>
                  <a:pt x="3318113" y="39588"/>
                </a:cubicBezTo>
                <a:close/>
                <a:moveTo>
                  <a:pt x="2918063" y="39588"/>
                </a:moveTo>
                <a:cubicBezTo>
                  <a:pt x="2920247" y="39588"/>
                  <a:pt x="2922404" y="39849"/>
                  <a:pt x="2924538" y="40370"/>
                </a:cubicBezTo>
                <a:cubicBezTo>
                  <a:pt x="2926670" y="40890"/>
                  <a:pt x="2928581" y="41597"/>
                  <a:pt x="2930267" y="42490"/>
                </a:cubicBezTo>
                <a:lnTo>
                  <a:pt x="2928109" y="47104"/>
                </a:lnTo>
                <a:cubicBezTo>
                  <a:pt x="2924637" y="45318"/>
                  <a:pt x="2921238" y="44425"/>
                  <a:pt x="2917915" y="44425"/>
                </a:cubicBezTo>
                <a:cubicBezTo>
                  <a:pt x="2915235" y="44425"/>
                  <a:pt x="2913202" y="44958"/>
                  <a:pt x="2911812" y="46025"/>
                </a:cubicBezTo>
                <a:cubicBezTo>
                  <a:pt x="2910423" y="47092"/>
                  <a:pt x="2909729" y="48642"/>
                  <a:pt x="2909729" y="50676"/>
                </a:cubicBezTo>
                <a:cubicBezTo>
                  <a:pt x="2909729" y="52263"/>
                  <a:pt x="2910200" y="53541"/>
                  <a:pt x="2911143" y="54508"/>
                </a:cubicBezTo>
                <a:cubicBezTo>
                  <a:pt x="2912086" y="55476"/>
                  <a:pt x="2913574" y="56207"/>
                  <a:pt x="2915608" y="56703"/>
                </a:cubicBezTo>
                <a:lnTo>
                  <a:pt x="2920891" y="57968"/>
                </a:lnTo>
                <a:cubicBezTo>
                  <a:pt x="2924513" y="58812"/>
                  <a:pt x="2927179" y="60151"/>
                  <a:pt x="2928891" y="61987"/>
                </a:cubicBezTo>
                <a:cubicBezTo>
                  <a:pt x="2930602" y="63822"/>
                  <a:pt x="2931458" y="66253"/>
                  <a:pt x="2931458" y="69279"/>
                </a:cubicBezTo>
                <a:cubicBezTo>
                  <a:pt x="2931458" y="73000"/>
                  <a:pt x="2930193" y="75902"/>
                  <a:pt x="2927663" y="77986"/>
                </a:cubicBezTo>
                <a:cubicBezTo>
                  <a:pt x="2925132" y="80069"/>
                  <a:pt x="2921610" y="81111"/>
                  <a:pt x="2917095" y="81111"/>
                </a:cubicBezTo>
                <a:cubicBezTo>
                  <a:pt x="2914666" y="81111"/>
                  <a:pt x="2912284" y="80801"/>
                  <a:pt x="2909952" y="80181"/>
                </a:cubicBezTo>
                <a:cubicBezTo>
                  <a:pt x="2907620" y="79561"/>
                  <a:pt x="2905587" y="78705"/>
                  <a:pt x="2903850" y="77614"/>
                </a:cubicBezTo>
                <a:lnTo>
                  <a:pt x="2905785" y="73000"/>
                </a:lnTo>
                <a:cubicBezTo>
                  <a:pt x="2909357" y="75183"/>
                  <a:pt x="2913127" y="76274"/>
                  <a:pt x="2917095" y="76274"/>
                </a:cubicBezTo>
                <a:cubicBezTo>
                  <a:pt x="2920073" y="76274"/>
                  <a:pt x="2922317" y="75716"/>
                  <a:pt x="2923830" y="74600"/>
                </a:cubicBezTo>
                <a:cubicBezTo>
                  <a:pt x="2925344" y="73484"/>
                  <a:pt x="2926100" y="71834"/>
                  <a:pt x="2926100" y="69651"/>
                </a:cubicBezTo>
                <a:cubicBezTo>
                  <a:pt x="2926100" y="67965"/>
                  <a:pt x="2925629" y="66625"/>
                  <a:pt x="2924686" y="65633"/>
                </a:cubicBezTo>
                <a:cubicBezTo>
                  <a:pt x="2923744" y="64641"/>
                  <a:pt x="2922256" y="63897"/>
                  <a:pt x="2920221" y="63401"/>
                </a:cubicBezTo>
                <a:lnTo>
                  <a:pt x="2914938" y="62136"/>
                </a:lnTo>
                <a:cubicBezTo>
                  <a:pt x="2911317" y="61292"/>
                  <a:pt x="2908650" y="59978"/>
                  <a:pt x="2906938" y="58192"/>
                </a:cubicBezTo>
                <a:cubicBezTo>
                  <a:pt x="2905227" y="56406"/>
                  <a:pt x="2904371" y="54049"/>
                  <a:pt x="2904371" y="51122"/>
                </a:cubicBezTo>
                <a:cubicBezTo>
                  <a:pt x="2904371" y="47501"/>
                  <a:pt x="2905574" y="44673"/>
                  <a:pt x="2907980" y="42639"/>
                </a:cubicBezTo>
                <a:cubicBezTo>
                  <a:pt x="2910386" y="40605"/>
                  <a:pt x="2913747" y="39588"/>
                  <a:pt x="2918063" y="39588"/>
                </a:cubicBezTo>
                <a:close/>
                <a:moveTo>
                  <a:pt x="2394188" y="39588"/>
                </a:moveTo>
                <a:cubicBezTo>
                  <a:pt x="2396371" y="39588"/>
                  <a:pt x="2398529" y="39849"/>
                  <a:pt x="2400662" y="40370"/>
                </a:cubicBezTo>
                <a:cubicBezTo>
                  <a:pt x="2402796" y="40890"/>
                  <a:pt x="2404705" y="41597"/>
                  <a:pt x="2406393" y="42490"/>
                </a:cubicBezTo>
                <a:lnTo>
                  <a:pt x="2404234" y="47104"/>
                </a:lnTo>
                <a:cubicBezTo>
                  <a:pt x="2400762" y="45318"/>
                  <a:pt x="2397363" y="44425"/>
                  <a:pt x="2394040" y="44425"/>
                </a:cubicBezTo>
                <a:cubicBezTo>
                  <a:pt x="2391360" y="44425"/>
                  <a:pt x="2389327" y="44958"/>
                  <a:pt x="2387938" y="46025"/>
                </a:cubicBezTo>
                <a:cubicBezTo>
                  <a:pt x="2386549" y="47092"/>
                  <a:pt x="2385854" y="48642"/>
                  <a:pt x="2385854" y="50676"/>
                </a:cubicBezTo>
                <a:cubicBezTo>
                  <a:pt x="2385854" y="52263"/>
                  <a:pt x="2386325" y="53541"/>
                  <a:pt x="2387268" y="54508"/>
                </a:cubicBezTo>
                <a:cubicBezTo>
                  <a:pt x="2388210" y="55476"/>
                  <a:pt x="2389699" y="56207"/>
                  <a:pt x="2391732" y="56703"/>
                </a:cubicBezTo>
                <a:lnTo>
                  <a:pt x="2397016" y="57968"/>
                </a:lnTo>
                <a:cubicBezTo>
                  <a:pt x="2400638" y="58812"/>
                  <a:pt x="2403304" y="60151"/>
                  <a:pt x="2405016" y="61987"/>
                </a:cubicBezTo>
                <a:cubicBezTo>
                  <a:pt x="2406727" y="63822"/>
                  <a:pt x="2407583" y="66253"/>
                  <a:pt x="2407583" y="69279"/>
                </a:cubicBezTo>
                <a:cubicBezTo>
                  <a:pt x="2407583" y="73000"/>
                  <a:pt x="2406318" y="75902"/>
                  <a:pt x="2403788" y="77986"/>
                </a:cubicBezTo>
                <a:cubicBezTo>
                  <a:pt x="2401258" y="80069"/>
                  <a:pt x="2397736" y="81111"/>
                  <a:pt x="2393221" y="81111"/>
                </a:cubicBezTo>
                <a:cubicBezTo>
                  <a:pt x="2390790" y="81111"/>
                  <a:pt x="2388409" y="80801"/>
                  <a:pt x="2386077" y="80181"/>
                </a:cubicBezTo>
                <a:cubicBezTo>
                  <a:pt x="2383746" y="79561"/>
                  <a:pt x="2381712" y="78705"/>
                  <a:pt x="2379976" y="77614"/>
                </a:cubicBezTo>
                <a:lnTo>
                  <a:pt x="2381910" y="73000"/>
                </a:lnTo>
                <a:cubicBezTo>
                  <a:pt x="2385482" y="75183"/>
                  <a:pt x="2389253" y="76274"/>
                  <a:pt x="2393221" y="76274"/>
                </a:cubicBezTo>
                <a:cubicBezTo>
                  <a:pt x="2396197" y="76274"/>
                  <a:pt x="2398442" y="75716"/>
                  <a:pt x="2399955" y="74600"/>
                </a:cubicBezTo>
                <a:cubicBezTo>
                  <a:pt x="2401468" y="73484"/>
                  <a:pt x="2402225" y="71834"/>
                  <a:pt x="2402225" y="69651"/>
                </a:cubicBezTo>
                <a:cubicBezTo>
                  <a:pt x="2402225" y="67965"/>
                  <a:pt x="2401754" y="66625"/>
                  <a:pt x="2400811" y="65633"/>
                </a:cubicBezTo>
                <a:cubicBezTo>
                  <a:pt x="2399868" y="64641"/>
                  <a:pt x="2398381" y="63897"/>
                  <a:pt x="2396346" y="63401"/>
                </a:cubicBezTo>
                <a:lnTo>
                  <a:pt x="2391062" y="62136"/>
                </a:lnTo>
                <a:cubicBezTo>
                  <a:pt x="2387442" y="61292"/>
                  <a:pt x="2384774" y="59978"/>
                  <a:pt x="2383064" y="58192"/>
                </a:cubicBezTo>
                <a:cubicBezTo>
                  <a:pt x="2381352" y="56406"/>
                  <a:pt x="2380496" y="54049"/>
                  <a:pt x="2380496" y="51122"/>
                </a:cubicBezTo>
                <a:cubicBezTo>
                  <a:pt x="2380496" y="47501"/>
                  <a:pt x="2381699" y="44673"/>
                  <a:pt x="2384105" y="42639"/>
                </a:cubicBezTo>
                <a:cubicBezTo>
                  <a:pt x="2386511" y="40605"/>
                  <a:pt x="2389872" y="39588"/>
                  <a:pt x="2394188" y="39588"/>
                </a:cubicBezTo>
                <a:close/>
                <a:moveTo>
                  <a:pt x="1727438" y="39588"/>
                </a:moveTo>
                <a:cubicBezTo>
                  <a:pt x="1729621" y="39588"/>
                  <a:pt x="1731780" y="39849"/>
                  <a:pt x="1733912" y="40370"/>
                </a:cubicBezTo>
                <a:cubicBezTo>
                  <a:pt x="1736046" y="40890"/>
                  <a:pt x="1737956" y="41597"/>
                  <a:pt x="1739643" y="42490"/>
                </a:cubicBezTo>
                <a:lnTo>
                  <a:pt x="1737484" y="47104"/>
                </a:lnTo>
                <a:cubicBezTo>
                  <a:pt x="1734012" y="45318"/>
                  <a:pt x="1730614" y="44425"/>
                  <a:pt x="1727289" y="44425"/>
                </a:cubicBezTo>
                <a:cubicBezTo>
                  <a:pt x="1724610" y="44425"/>
                  <a:pt x="1722577" y="44958"/>
                  <a:pt x="1721188" y="46025"/>
                </a:cubicBezTo>
                <a:cubicBezTo>
                  <a:pt x="1719798" y="47092"/>
                  <a:pt x="1719104" y="48642"/>
                  <a:pt x="1719104" y="50676"/>
                </a:cubicBezTo>
                <a:cubicBezTo>
                  <a:pt x="1719104" y="52263"/>
                  <a:pt x="1719575" y="53541"/>
                  <a:pt x="1720518" y="54508"/>
                </a:cubicBezTo>
                <a:cubicBezTo>
                  <a:pt x="1721460" y="55476"/>
                  <a:pt x="1722949" y="56207"/>
                  <a:pt x="1724983" y="56703"/>
                </a:cubicBezTo>
                <a:lnTo>
                  <a:pt x="1730266" y="57968"/>
                </a:lnTo>
                <a:cubicBezTo>
                  <a:pt x="1733888" y="58812"/>
                  <a:pt x="1736554" y="60151"/>
                  <a:pt x="1738265" y="61987"/>
                </a:cubicBezTo>
                <a:cubicBezTo>
                  <a:pt x="1739977" y="63822"/>
                  <a:pt x="1740833" y="66253"/>
                  <a:pt x="1740833" y="69279"/>
                </a:cubicBezTo>
                <a:cubicBezTo>
                  <a:pt x="1740833" y="73000"/>
                  <a:pt x="1739568" y="75902"/>
                  <a:pt x="1737038" y="77986"/>
                </a:cubicBezTo>
                <a:cubicBezTo>
                  <a:pt x="1734508" y="80069"/>
                  <a:pt x="1730986" y="81111"/>
                  <a:pt x="1726471" y="81111"/>
                </a:cubicBezTo>
                <a:cubicBezTo>
                  <a:pt x="1724040" y="81111"/>
                  <a:pt x="1721659" y="80801"/>
                  <a:pt x="1719327" y="80181"/>
                </a:cubicBezTo>
                <a:cubicBezTo>
                  <a:pt x="1716996" y="79561"/>
                  <a:pt x="1714962" y="78705"/>
                  <a:pt x="1713226" y="77614"/>
                </a:cubicBezTo>
                <a:lnTo>
                  <a:pt x="1715159" y="73000"/>
                </a:lnTo>
                <a:cubicBezTo>
                  <a:pt x="1718732" y="75183"/>
                  <a:pt x="1722502" y="76274"/>
                  <a:pt x="1726471" y="76274"/>
                </a:cubicBezTo>
                <a:cubicBezTo>
                  <a:pt x="1729447" y="76274"/>
                  <a:pt x="1731692" y="75716"/>
                  <a:pt x="1733206" y="74600"/>
                </a:cubicBezTo>
                <a:cubicBezTo>
                  <a:pt x="1734719" y="73484"/>
                  <a:pt x="1735475" y="71834"/>
                  <a:pt x="1735475" y="69651"/>
                </a:cubicBezTo>
                <a:cubicBezTo>
                  <a:pt x="1735475" y="67965"/>
                  <a:pt x="1735004" y="66625"/>
                  <a:pt x="1734061" y="65633"/>
                </a:cubicBezTo>
                <a:cubicBezTo>
                  <a:pt x="1733119" y="64641"/>
                  <a:pt x="1731630" y="63897"/>
                  <a:pt x="1729596" y="63401"/>
                </a:cubicBezTo>
                <a:lnTo>
                  <a:pt x="1724313" y="62136"/>
                </a:lnTo>
                <a:cubicBezTo>
                  <a:pt x="1720692" y="61292"/>
                  <a:pt x="1718025" y="59978"/>
                  <a:pt x="1716313" y="58192"/>
                </a:cubicBezTo>
                <a:cubicBezTo>
                  <a:pt x="1714602" y="56406"/>
                  <a:pt x="1713746" y="54049"/>
                  <a:pt x="1713746" y="51122"/>
                </a:cubicBezTo>
                <a:cubicBezTo>
                  <a:pt x="1713746" y="47501"/>
                  <a:pt x="1714950" y="44673"/>
                  <a:pt x="1717356" y="42639"/>
                </a:cubicBezTo>
                <a:cubicBezTo>
                  <a:pt x="1719761" y="40605"/>
                  <a:pt x="1723123" y="39588"/>
                  <a:pt x="1727438" y="39588"/>
                </a:cubicBezTo>
                <a:close/>
                <a:moveTo>
                  <a:pt x="1355963" y="39588"/>
                </a:moveTo>
                <a:cubicBezTo>
                  <a:pt x="1358146" y="39588"/>
                  <a:pt x="1360304" y="39849"/>
                  <a:pt x="1362438" y="40370"/>
                </a:cubicBezTo>
                <a:cubicBezTo>
                  <a:pt x="1364571" y="40890"/>
                  <a:pt x="1366481" y="41597"/>
                  <a:pt x="1368168" y="42490"/>
                </a:cubicBezTo>
                <a:lnTo>
                  <a:pt x="1366009" y="47104"/>
                </a:lnTo>
                <a:cubicBezTo>
                  <a:pt x="1362537" y="45318"/>
                  <a:pt x="1359139" y="44425"/>
                  <a:pt x="1355815" y="44425"/>
                </a:cubicBezTo>
                <a:cubicBezTo>
                  <a:pt x="1353136" y="44425"/>
                  <a:pt x="1351102" y="44958"/>
                  <a:pt x="1349713" y="46025"/>
                </a:cubicBezTo>
                <a:cubicBezTo>
                  <a:pt x="1348323" y="47092"/>
                  <a:pt x="1347629" y="48642"/>
                  <a:pt x="1347629" y="50676"/>
                </a:cubicBezTo>
                <a:cubicBezTo>
                  <a:pt x="1347629" y="52263"/>
                  <a:pt x="1348100" y="53541"/>
                  <a:pt x="1349043" y="54508"/>
                </a:cubicBezTo>
                <a:cubicBezTo>
                  <a:pt x="1349985" y="55476"/>
                  <a:pt x="1351474" y="56207"/>
                  <a:pt x="1353508" y="56703"/>
                </a:cubicBezTo>
                <a:lnTo>
                  <a:pt x="1358791" y="57968"/>
                </a:lnTo>
                <a:cubicBezTo>
                  <a:pt x="1362413" y="58812"/>
                  <a:pt x="1365079" y="60151"/>
                  <a:pt x="1366791" y="61987"/>
                </a:cubicBezTo>
                <a:cubicBezTo>
                  <a:pt x="1368502" y="63822"/>
                  <a:pt x="1369358" y="66253"/>
                  <a:pt x="1369358" y="69279"/>
                </a:cubicBezTo>
                <a:cubicBezTo>
                  <a:pt x="1369358" y="73000"/>
                  <a:pt x="1368093" y="75902"/>
                  <a:pt x="1365562" y="77986"/>
                </a:cubicBezTo>
                <a:cubicBezTo>
                  <a:pt x="1363033" y="80069"/>
                  <a:pt x="1359511" y="81111"/>
                  <a:pt x="1354996" y="81111"/>
                </a:cubicBezTo>
                <a:cubicBezTo>
                  <a:pt x="1352565" y="81111"/>
                  <a:pt x="1350184" y="80801"/>
                  <a:pt x="1347852" y="80181"/>
                </a:cubicBezTo>
                <a:cubicBezTo>
                  <a:pt x="1345521" y="79561"/>
                  <a:pt x="1343487" y="78705"/>
                  <a:pt x="1341750" y="77614"/>
                </a:cubicBezTo>
                <a:lnTo>
                  <a:pt x="1343685" y="73000"/>
                </a:lnTo>
                <a:cubicBezTo>
                  <a:pt x="1347257" y="75183"/>
                  <a:pt x="1351027" y="76274"/>
                  <a:pt x="1354996" y="76274"/>
                </a:cubicBezTo>
                <a:cubicBezTo>
                  <a:pt x="1357973" y="76274"/>
                  <a:pt x="1360218" y="75716"/>
                  <a:pt x="1361730" y="74600"/>
                </a:cubicBezTo>
                <a:cubicBezTo>
                  <a:pt x="1363244" y="73484"/>
                  <a:pt x="1364000" y="71834"/>
                  <a:pt x="1364000" y="69651"/>
                </a:cubicBezTo>
                <a:cubicBezTo>
                  <a:pt x="1364000" y="67965"/>
                  <a:pt x="1363529" y="66625"/>
                  <a:pt x="1362586" y="65633"/>
                </a:cubicBezTo>
                <a:cubicBezTo>
                  <a:pt x="1361643" y="64641"/>
                  <a:pt x="1360155" y="63897"/>
                  <a:pt x="1358121" y="63401"/>
                </a:cubicBezTo>
                <a:lnTo>
                  <a:pt x="1352838" y="62136"/>
                </a:lnTo>
                <a:cubicBezTo>
                  <a:pt x="1349217" y="61292"/>
                  <a:pt x="1346550" y="59978"/>
                  <a:pt x="1344839" y="58192"/>
                </a:cubicBezTo>
                <a:cubicBezTo>
                  <a:pt x="1343127" y="56406"/>
                  <a:pt x="1342271" y="54049"/>
                  <a:pt x="1342271" y="51122"/>
                </a:cubicBezTo>
                <a:cubicBezTo>
                  <a:pt x="1342271" y="47501"/>
                  <a:pt x="1343474" y="44673"/>
                  <a:pt x="1345880" y="42639"/>
                </a:cubicBezTo>
                <a:cubicBezTo>
                  <a:pt x="1348287" y="40605"/>
                  <a:pt x="1351648" y="39588"/>
                  <a:pt x="1355963" y="39588"/>
                </a:cubicBezTo>
                <a:close/>
                <a:moveTo>
                  <a:pt x="11180107" y="39514"/>
                </a:moveTo>
                <a:cubicBezTo>
                  <a:pt x="11181992" y="39514"/>
                  <a:pt x="11183927" y="39799"/>
                  <a:pt x="11185911" y="40370"/>
                </a:cubicBezTo>
                <a:cubicBezTo>
                  <a:pt x="11187896" y="40940"/>
                  <a:pt x="11189706" y="41721"/>
                  <a:pt x="11191344" y="42714"/>
                </a:cubicBezTo>
                <a:lnTo>
                  <a:pt x="11189260" y="47104"/>
                </a:lnTo>
                <a:cubicBezTo>
                  <a:pt x="11186036" y="45368"/>
                  <a:pt x="11182935" y="44499"/>
                  <a:pt x="11179958" y="44499"/>
                </a:cubicBezTo>
                <a:cubicBezTo>
                  <a:pt x="11176336" y="44499"/>
                  <a:pt x="11173509" y="45839"/>
                  <a:pt x="11171475" y="48518"/>
                </a:cubicBezTo>
                <a:cubicBezTo>
                  <a:pt x="11169441" y="51197"/>
                  <a:pt x="11168424" y="54942"/>
                  <a:pt x="11168424" y="59754"/>
                </a:cubicBezTo>
                <a:cubicBezTo>
                  <a:pt x="11168424" y="65112"/>
                  <a:pt x="11169479" y="69168"/>
                  <a:pt x="11171587" y="71921"/>
                </a:cubicBezTo>
                <a:cubicBezTo>
                  <a:pt x="11173695" y="74674"/>
                  <a:pt x="11176808" y="76051"/>
                  <a:pt x="11180926" y="76051"/>
                </a:cubicBezTo>
                <a:cubicBezTo>
                  <a:pt x="11184001" y="76051"/>
                  <a:pt x="11186953" y="75208"/>
                  <a:pt x="11189781" y="73521"/>
                </a:cubicBezTo>
                <a:lnTo>
                  <a:pt x="11191790" y="77837"/>
                </a:lnTo>
                <a:cubicBezTo>
                  <a:pt x="11190401" y="78879"/>
                  <a:pt x="11188715" y="79685"/>
                  <a:pt x="11186730" y="80255"/>
                </a:cubicBezTo>
                <a:cubicBezTo>
                  <a:pt x="11184745" y="80826"/>
                  <a:pt x="11182662" y="81111"/>
                  <a:pt x="11180479" y="81111"/>
                </a:cubicBezTo>
                <a:cubicBezTo>
                  <a:pt x="11174922" y="81111"/>
                  <a:pt x="11170595" y="79276"/>
                  <a:pt x="11167494" y="75605"/>
                </a:cubicBezTo>
                <a:cubicBezTo>
                  <a:pt x="11164393" y="71933"/>
                  <a:pt x="11162843" y="66799"/>
                  <a:pt x="11162843" y="60201"/>
                </a:cubicBezTo>
                <a:cubicBezTo>
                  <a:pt x="11162843" y="56083"/>
                  <a:pt x="11163563" y="52462"/>
                  <a:pt x="11165001" y="49336"/>
                </a:cubicBezTo>
                <a:cubicBezTo>
                  <a:pt x="11166439" y="46211"/>
                  <a:pt x="11168461" y="43793"/>
                  <a:pt x="11171066" y="42081"/>
                </a:cubicBezTo>
                <a:cubicBezTo>
                  <a:pt x="11173670" y="40370"/>
                  <a:pt x="11176684" y="39514"/>
                  <a:pt x="11180107" y="39514"/>
                </a:cubicBezTo>
                <a:close/>
                <a:moveTo>
                  <a:pt x="11116409" y="39514"/>
                </a:moveTo>
                <a:cubicBezTo>
                  <a:pt x="11120278" y="39514"/>
                  <a:pt x="11123305" y="40630"/>
                  <a:pt x="11125487" y="42862"/>
                </a:cubicBezTo>
                <a:cubicBezTo>
                  <a:pt x="11127670" y="45095"/>
                  <a:pt x="11128761" y="48171"/>
                  <a:pt x="11128761" y="52090"/>
                </a:cubicBezTo>
                <a:lnTo>
                  <a:pt x="11128761" y="80218"/>
                </a:lnTo>
                <a:lnTo>
                  <a:pt x="11123403" y="80218"/>
                </a:lnTo>
                <a:lnTo>
                  <a:pt x="11123403" y="52462"/>
                </a:lnTo>
                <a:cubicBezTo>
                  <a:pt x="11123403" y="49932"/>
                  <a:pt x="11122684" y="48009"/>
                  <a:pt x="11121245" y="46695"/>
                </a:cubicBezTo>
                <a:cubicBezTo>
                  <a:pt x="11119807" y="45380"/>
                  <a:pt x="11117724" y="44723"/>
                  <a:pt x="11114995" y="44723"/>
                </a:cubicBezTo>
                <a:cubicBezTo>
                  <a:pt x="11113010" y="44723"/>
                  <a:pt x="11111175" y="45033"/>
                  <a:pt x="11109488" y="45653"/>
                </a:cubicBezTo>
                <a:cubicBezTo>
                  <a:pt x="11107801" y="46273"/>
                  <a:pt x="11106164" y="47278"/>
                  <a:pt x="11104577" y="48667"/>
                </a:cubicBezTo>
                <a:lnTo>
                  <a:pt x="11104577" y="80218"/>
                </a:lnTo>
                <a:lnTo>
                  <a:pt x="11099219" y="80218"/>
                </a:lnTo>
                <a:lnTo>
                  <a:pt x="11099219" y="40481"/>
                </a:lnTo>
                <a:lnTo>
                  <a:pt x="11104205" y="40481"/>
                </a:lnTo>
                <a:lnTo>
                  <a:pt x="11104205" y="44723"/>
                </a:lnTo>
                <a:cubicBezTo>
                  <a:pt x="11107529" y="41250"/>
                  <a:pt x="11111596" y="39514"/>
                  <a:pt x="11116409" y="39514"/>
                </a:cubicBezTo>
                <a:close/>
                <a:moveTo>
                  <a:pt x="11074811" y="39514"/>
                </a:moveTo>
                <a:cubicBezTo>
                  <a:pt x="11080070" y="39514"/>
                  <a:pt x="11084113" y="41287"/>
                  <a:pt x="11086941" y="44834"/>
                </a:cubicBezTo>
                <a:cubicBezTo>
                  <a:pt x="11089768" y="48381"/>
                  <a:pt x="11091182" y="53553"/>
                  <a:pt x="11091182" y="60350"/>
                </a:cubicBezTo>
                <a:cubicBezTo>
                  <a:pt x="11091182" y="67146"/>
                  <a:pt x="11089768" y="72318"/>
                  <a:pt x="11086941" y="75865"/>
                </a:cubicBezTo>
                <a:cubicBezTo>
                  <a:pt x="11084113" y="79412"/>
                  <a:pt x="11080045" y="81186"/>
                  <a:pt x="11074737" y="81186"/>
                </a:cubicBezTo>
                <a:cubicBezTo>
                  <a:pt x="11069478" y="81186"/>
                  <a:pt x="11065435" y="79412"/>
                  <a:pt x="11062607" y="75865"/>
                </a:cubicBezTo>
                <a:cubicBezTo>
                  <a:pt x="11059779" y="72318"/>
                  <a:pt x="11058366" y="67146"/>
                  <a:pt x="11058366" y="60350"/>
                </a:cubicBezTo>
                <a:cubicBezTo>
                  <a:pt x="11058366" y="53553"/>
                  <a:pt x="11059779" y="48381"/>
                  <a:pt x="11062607" y="44834"/>
                </a:cubicBezTo>
                <a:cubicBezTo>
                  <a:pt x="11065435" y="41287"/>
                  <a:pt x="11069503" y="39514"/>
                  <a:pt x="11074811" y="39514"/>
                </a:cubicBezTo>
                <a:close/>
                <a:moveTo>
                  <a:pt x="10980082" y="39514"/>
                </a:moveTo>
                <a:cubicBezTo>
                  <a:pt x="10981967" y="39514"/>
                  <a:pt x="10983902" y="39799"/>
                  <a:pt x="10985886" y="40370"/>
                </a:cubicBezTo>
                <a:cubicBezTo>
                  <a:pt x="10987871" y="40940"/>
                  <a:pt x="10989681" y="41721"/>
                  <a:pt x="10991319" y="42714"/>
                </a:cubicBezTo>
                <a:lnTo>
                  <a:pt x="10989235" y="47104"/>
                </a:lnTo>
                <a:cubicBezTo>
                  <a:pt x="10986011" y="45368"/>
                  <a:pt x="10982910" y="44499"/>
                  <a:pt x="10979933" y="44499"/>
                </a:cubicBezTo>
                <a:cubicBezTo>
                  <a:pt x="10976311" y="44499"/>
                  <a:pt x="10973484" y="45839"/>
                  <a:pt x="10971450" y="48518"/>
                </a:cubicBezTo>
                <a:cubicBezTo>
                  <a:pt x="10969416" y="51197"/>
                  <a:pt x="10968399" y="54942"/>
                  <a:pt x="10968399" y="59754"/>
                </a:cubicBezTo>
                <a:cubicBezTo>
                  <a:pt x="10968399" y="65112"/>
                  <a:pt x="10969454" y="69168"/>
                  <a:pt x="10971562" y="71921"/>
                </a:cubicBezTo>
                <a:cubicBezTo>
                  <a:pt x="10973670" y="74674"/>
                  <a:pt x="10976783" y="76051"/>
                  <a:pt x="10980901" y="76051"/>
                </a:cubicBezTo>
                <a:cubicBezTo>
                  <a:pt x="10983976" y="76051"/>
                  <a:pt x="10986928" y="75208"/>
                  <a:pt x="10989756" y="73521"/>
                </a:cubicBezTo>
                <a:lnTo>
                  <a:pt x="10991765" y="77837"/>
                </a:lnTo>
                <a:cubicBezTo>
                  <a:pt x="10990376" y="78879"/>
                  <a:pt x="10988690" y="79685"/>
                  <a:pt x="10986705" y="80255"/>
                </a:cubicBezTo>
                <a:cubicBezTo>
                  <a:pt x="10984720" y="80826"/>
                  <a:pt x="10982637" y="81111"/>
                  <a:pt x="10980454" y="81111"/>
                </a:cubicBezTo>
                <a:cubicBezTo>
                  <a:pt x="10974897" y="81111"/>
                  <a:pt x="10970570" y="79276"/>
                  <a:pt x="10967469" y="75605"/>
                </a:cubicBezTo>
                <a:cubicBezTo>
                  <a:pt x="10964368" y="71933"/>
                  <a:pt x="10962818" y="66799"/>
                  <a:pt x="10962818" y="60201"/>
                </a:cubicBezTo>
                <a:cubicBezTo>
                  <a:pt x="10962818" y="56083"/>
                  <a:pt x="10963538" y="52462"/>
                  <a:pt x="10964976" y="49336"/>
                </a:cubicBezTo>
                <a:cubicBezTo>
                  <a:pt x="10966414" y="46211"/>
                  <a:pt x="10968436" y="43793"/>
                  <a:pt x="10971041" y="42081"/>
                </a:cubicBezTo>
                <a:cubicBezTo>
                  <a:pt x="10973645" y="40370"/>
                  <a:pt x="10976659" y="39514"/>
                  <a:pt x="10980082" y="39514"/>
                </a:cubicBezTo>
                <a:close/>
                <a:moveTo>
                  <a:pt x="10941163" y="39514"/>
                </a:moveTo>
                <a:cubicBezTo>
                  <a:pt x="10946174" y="39514"/>
                  <a:pt x="10950069" y="41200"/>
                  <a:pt x="10952846" y="44574"/>
                </a:cubicBezTo>
                <a:cubicBezTo>
                  <a:pt x="10955624" y="47947"/>
                  <a:pt x="10957014" y="52635"/>
                  <a:pt x="10957014" y="58638"/>
                </a:cubicBezTo>
                <a:cubicBezTo>
                  <a:pt x="10957014" y="59829"/>
                  <a:pt x="10956939" y="60871"/>
                  <a:pt x="10956790" y="61764"/>
                </a:cubicBezTo>
                <a:lnTo>
                  <a:pt x="10930299" y="61764"/>
                </a:lnTo>
                <a:cubicBezTo>
                  <a:pt x="10930498" y="66476"/>
                  <a:pt x="10931651" y="70036"/>
                  <a:pt x="10933759" y="72442"/>
                </a:cubicBezTo>
                <a:cubicBezTo>
                  <a:pt x="10935867" y="74848"/>
                  <a:pt x="10938881" y="76051"/>
                  <a:pt x="10942801" y="76051"/>
                </a:cubicBezTo>
                <a:cubicBezTo>
                  <a:pt x="10946521" y="76051"/>
                  <a:pt x="10949944" y="75009"/>
                  <a:pt x="10953070" y="72926"/>
                </a:cubicBezTo>
                <a:lnTo>
                  <a:pt x="10955153" y="77242"/>
                </a:lnTo>
                <a:cubicBezTo>
                  <a:pt x="10953615" y="78482"/>
                  <a:pt x="10951743" y="79437"/>
                  <a:pt x="10949535" y="80107"/>
                </a:cubicBezTo>
                <a:cubicBezTo>
                  <a:pt x="10947327" y="80776"/>
                  <a:pt x="10944983" y="81111"/>
                  <a:pt x="10942503" y="81111"/>
                </a:cubicBezTo>
                <a:cubicBezTo>
                  <a:pt x="10936946" y="81111"/>
                  <a:pt x="10932619" y="79276"/>
                  <a:pt x="10929518" y="75605"/>
                </a:cubicBezTo>
                <a:cubicBezTo>
                  <a:pt x="10926417" y="71933"/>
                  <a:pt x="10924867" y="66849"/>
                  <a:pt x="10924867" y="60350"/>
                </a:cubicBezTo>
                <a:cubicBezTo>
                  <a:pt x="10924867" y="53801"/>
                  <a:pt x="10926305" y="48691"/>
                  <a:pt x="10929183" y="45020"/>
                </a:cubicBezTo>
                <a:cubicBezTo>
                  <a:pt x="10932061" y="41349"/>
                  <a:pt x="10936053" y="39514"/>
                  <a:pt x="10941163" y="39514"/>
                </a:cubicBezTo>
                <a:close/>
                <a:moveTo>
                  <a:pt x="10817190" y="39514"/>
                </a:moveTo>
                <a:cubicBezTo>
                  <a:pt x="10819372" y="39514"/>
                  <a:pt x="10821381" y="39960"/>
                  <a:pt x="10823217" y="40853"/>
                </a:cubicBezTo>
                <a:cubicBezTo>
                  <a:pt x="10825053" y="41746"/>
                  <a:pt x="10826616" y="43011"/>
                  <a:pt x="10827905" y="44648"/>
                </a:cubicBezTo>
                <a:lnTo>
                  <a:pt x="10827905" y="40481"/>
                </a:lnTo>
                <a:lnTo>
                  <a:pt x="10832891" y="40481"/>
                </a:lnTo>
                <a:lnTo>
                  <a:pt x="10832891" y="80516"/>
                </a:lnTo>
                <a:cubicBezTo>
                  <a:pt x="10832891" y="85576"/>
                  <a:pt x="10831378" y="89520"/>
                  <a:pt x="10828352" y="92348"/>
                </a:cubicBezTo>
                <a:cubicBezTo>
                  <a:pt x="10825325" y="95175"/>
                  <a:pt x="10821109" y="96589"/>
                  <a:pt x="10815701" y="96589"/>
                </a:cubicBezTo>
                <a:cubicBezTo>
                  <a:pt x="10813717" y="96589"/>
                  <a:pt x="10811770" y="96391"/>
                  <a:pt x="10809860" y="95994"/>
                </a:cubicBezTo>
                <a:cubicBezTo>
                  <a:pt x="10807949" y="95597"/>
                  <a:pt x="10806325" y="95051"/>
                  <a:pt x="10804986" y="94357"/>
                </a:cubicBezTo>
                <a:lnTo>
                  <a:pt x="10806623" y="89520"/>
                </a:lnTo>
                <a:cubicBezTo>
                  <a:pt x="10809401" y="90909"/>
                  <a:pt x="10812427" y="91604"/>
                  <a:pt x="10815701" y="91604"/>
                </a:cubicBezTo>
                <a:cubicBezTo>
                  <a:pt x="10819571" y="91604"/>
                  <a:pt x="10822510" y="90661"/>
                  <a:pt x="10824519" y="88776"/>
                </a:cubicBezTo>
                <a:cubicBezTo>
                  <a:pt x="10826529" y="86891"/>
                  <a:pt x="10827533" y="84137"/>
                  <a:pt x="10827533" y="80516"/>
                </a:cubicBezTo>
                <a:lnTo>
                  <a:pt x="10827533" y="73447"/>
                </a:lnTo>
                <a:cubicBezTo>
                  <a:pt x="10824854" y="77118"/>
                  <a:pt x="10821109" y="78953"/>
                  <a:pt x="10816297" y="78953"/>
                </a:cubicBezTo>
                <a:cubicBezTo>
                  <a:pt x="10811584" y="78953"/>
                  <a:pt x="10807888" y="77192"/>
                  <a:pt x="10805209" y="73670"/>
                </a:cubicBezTo>
                <a:cubicBezTo>
                  <a:pt x="10802530" y="70148"/>
                  <a:pt x="10801191" y="65236"/>
                  <a:pt x="10801191" y="58936"/>
                </a:cubicBezTo>
                <a:cubicBezTo>
                  <a:pt x="10801191" y="52834"/>
                  <a:pt x="10802604" y="48071"/>
                  <a:pt x="10805432" y="44648"/>
                </a:cubicBezTo>
                <a:cubicBezTo>
                  <a:pt x="10808260" y="41225"/>
                  <a:pt x="10812179" y="39514"/>
                  <a:pt x="10817190" y="39514"/>
                </a:cubicBezTo>
                <a:close/>
                <a:moveTo>
                  <a:pt x="10773509" y="39514"/>
                </a:moveTo>
                <a:cubicBezTo>
                  <a:pt x="10777378" y="39514"/>
                  <a:pt x="10780405" y="40630"/>
                  <a:pt x="10782587" y="42862"/>
                </a:cubicBezTo>
                <a:cubicBezTo>
                  <a:pt x="10784770" y="45095"/>
                  <a:pt x="10785861" y="48171"/>
                  <a:pt x="10785861" y="52090"/>
                </a:cubicBezTo>
                <a:lnTo>
                  <a:pt x="10785861" y="80218"/>
                </a:lnTo>
                <a:lnTo>
                  <a:pt x="10780503" y="80218"/>
                </a:lnTo>
                <a:lnTo>
                  <a:pt x="10780503" y="52462"/>
                </a:lnTo>
                <a:cubicBezTo>
                  <a:pt x="10780503" y="49932"/>
                  <a:pt x="10779784" y="48009"/>
                  <a:pt x="10778345" y="46695"/>
                </a:cubicBezTo>
                <a:cubicBezTo>
                  <a:pt x="10776907" y="45380"/>
                  <a:pt x="10774824" y="44723"/>
                  <a:pt x="10772095" y="44723"/>
                </a:cubicBezTo>
                <a:cubicBezTo>
                  <a:pt x="10770110" y="44723"/>
                  <a:pt x="10768275" y="45033"/>
                  <a:pt x="10766588" y="45653"/>
                </a:cubicBezTo>
                <a:cubicBezTo>
                  <a:pt x="10764901" y="46273"/>
                  <a:pt x="10763264" y="47278"/>
                  <a:pt x="10761677" y="48667"/>
                </a:cubicBezTo>
                <a:lnTo>
                  <a:pt x="10761677" y="80218"/>
                </a:lnTo>
                <a:lnTo>
                  <a:pt x="10756319" y="80218"/>
                </a:lnTo>
                <a:lnTo>
                  <a:pt x="10756319" y="40481"/>
                </a:lnTo>
                <a:lnTo>
                  <a:pt x="10761305" y="40481"/>
                </a:lnTo>
                <a:lnTo>
                  <a:pt x="10761305" y="44723"/>
                </a:lnTo>
                <a:cubicBezTo>
                  <a:pt x="10764629" y="41250"/>
                  <a:pt x="10768696" y="39514"/>
                  <a:pt x="10773509" y="39514"/>
                </a:cubicBezTo>
                <a:close/>
                <a:moveTo>
                  <a:pt x="10630336" y="39514"/>
                </a:moveTo>
                <a:cubicBezTo>
                  <a:pt x="10632866" y="39514"/>
                  <a:pt x="10635048" y="40047"/>
                  <a:pt x="10636884" y="41114"/>
                </a:cubicBezTo>
                <a:cubicBezTo>
                  <a:pt x="10638720" y="42180"/>
                  <a:pt x="10640084" y="43681"/>
                  <a:pt x="10640977" y="45616"/>
                </a:cubicBezTo>
                <a:cubicBezTo>
                  <a:pt x="10644499" y="41548"/>
                  <a:pt x="10648741" y="39514"/>
                  <a:pt x="10653702" y="39514"/>
                </a:cubicBezTo>
                <a:cubicBezTo>
                  <a:pt x="10657423" y="39514"/>
                  <a:pt x="10660325" y="40618"/>
                  <a:pt x="10662408" y="42825"/>
                </a:cubicBezTo>
                <a:cubicBezTo>
                  <a:pt x="10664492" y="45033"/>
                  <a:pt x="10665534" y="48121"/>
                  <a:pt x="10665534" y="52090"/>
                </a:cubicBezTo>
                <a:lnTo>
                  <a:pt x="10665534" y="80218"/>
                </a:lnTo>
                <a:lnTo>
                  <a:pt x="10660176" y="80218"/>
                </a:lnTo>
                <a:lnTo>
                  <a:pt x="10660176" y="52462"/>
                </a:lnTo>
                <a:cubicBezTo>
                  <a:pt x="10660176" y="49932"/>
                  <a:pt x="10659506" y="48009"/>
                  <a:pt x="10658167" y="46695"/>
                </a:cubicBezTo>
                <a:cubicBezTo>
                  <a:pt x="10656827" y="45380"/>
                  <a:pt x="10654868" y="44723"/>
                  <a:pt x="10652288" y="44723"/>
                </a:cubicBezTo>
                <a:cubicBezTo>
                  <a:pt x="10648666" y="44723"/>
                  <a:pt x="10645219" y="46112"/>
                  <a:pt x="10641945" y="48890"/>
                </a:cubicBezTo>
                <a:cubicBezTo>
                  <a:pt x="10642143" y="49733"/>
                  <a:pt x="10642242" y="50800"/>
                  <a:pt x="10642242" y="52090"/>
                </a:cubicBezTo>
                <a:lnTo>
                  <a:pt x="10642242" y="80218"/>
                </a:lnTo>
                <a:lnTo>
                  <a:pt x="10636884" y="80218"/>
                </a:lnTo>
                <a:lnTo>
                  <a:pt x="10636884" y="52462"/>
                </a:lnTo>
                <a:cubicBezTo>
                  <a:pt x="10636884" y="49932"/>
                  <a:pt x="10636202" y="48009"/>
                  <a:pt x="10634838" y="46695"/>
                </a:cubicBezTo>
                <a:cubicBezTo>
                  <a:pt x="10633474" y="45380"/>
                  <a:pt x="10631502" y="44723"/>
                  <a:pt x="10628922" y="44723"/>
                </a:cubicBezTo>
                <a:cubicBezTo>
                  <a:pt x="10627037" y="44723"/>
                  <a:pt x="10625276" y="45045"/>
                  <a:pt x="10623639" y="45690"/>
                </a:cubicBezTo>
                <a:cubicBezTo>
                  <a:pt x="10622002" y="46335"/>
                  <a:pt x="10620389" y="47327"/>
                  <a:pt x="10618802" y="48667"/>
                </a:cubicBezTo>
                <a:lnTo>
                  <a:pt x="10618802" y="80218"/>
                </a:lnTo>
                <a:lnTo>
                  <a:pt x="10613444" y="80218"/>
                </a:lnTo>
                <a:lnTo>
                  <a:pt x="10613444" y="40481"/>
                </a:lnTo>
                <a:lnTo>
                  <a:pt x="10618430" y="40481"/>
                </a:lnTo>
                <a:lnTo>
                  <a:pt x="10618430" y="44723"/>
                </a:lnTo>
                <a:cubicBezTo>
                  <a:pt x="10621754" y="41250"/>
                  <a:pt x="10625722" y="39514"/>
                  <a:pt x="10630336" y="39514"/>
                </a:cubicBezTo>
                <a:close/>
                <a:moveTo>
                  <a:pt x="10586953" y="39514"/>
                </a:moveTo>
                <a:cubicBezTo>
                  <a:pt x="10591219" y="39514"/>
                  <a:pt x="10594654" y="40580"/>
                  <a:pt x="10597259" y="42714"/>
                </a:cubicBezTo>
                <a:cubicBezTo>
                  <a:pt x="10599863" y="44847"/>
                  <a:pt x="10601166" y="47972"/>
                  <a:pt x="10601166" y="52090"/>
                </a:cubicBezTo>
                <a:lnTo>
                  <a:pt x="10601166" y="80218"/>
                </a:lnTo>
                <a:lnTo>
                  <a:pt x="10596180" y="80218"/>
                </a:lnTo>
                <a:lnTo>
                  <a:pt x="10596180" y="75381"/>
                </a:lnTo>
                <a:cubicBezTo>
                  <a:pt x="10593600" y="79152"/>
                  <a:pt x="10589607" y="81037"/>
                  <a:pt x="10584199" y="81037"/>
                </a:cubicBezTo>
                <a:cubicBezTo>
                  <a:pt x="10580280" y="81037"/>
                  <a:pt x="10577217" y="79995"/>
                  <a:pt x="10575009" y="77911"/>
                </a:cubicBezTo>
                <a:cubicBezTo>
                  <a:pt x="10572801" y="75828"/>
                  <a:pt x="10571698" y="72926"/>
                  <a:pt x="10571698" y="69205"/>
                </a:cubicBezTo>
                <a:cubicBezTo>
                  <a:pt x="10571698" y="64492"/>
                  <a:pt x="10573657" y="61007"/>
                  <a:pt x="10577576" y="58750"/>
                </a:cubicBezTo>
                <a:cubicBezTo>
                  <a:pt x="10581496" y="56493"/>
                  <a:pt x="10587572" y="55339"/>
                  <a:pt x="10595808" y="55290"/>
                </a:cubicBezTo>
                <a:lnTo>
                  <a:pt x="10595808" y="52536"/>
                </a:lnTo>
                <a:cubicBezTo>
                  <a:pt x="10595808" y="49957"/>
                  <a:pt x="10595002" y="47985"/>
                  <a:pt x="10593389" y="46620"/>
                </a:cubicBezTo>
                <a:cubicBezTo>
                  <a:pt x="10591777" y="45256"/>
                  <a:pt x="10589433" y="44574"/>
                  <a:pt x="10586357" y="44574"/>
                </a:cubicBezTo>
                <a:cubicBezTo>
                  <a:pt x="10583133" y="44574"/>
                  <a:pt x="10580008" y="45293"/>
                  <a:pt x="10576981" y="46732"/>
                </a:cubicBezTo>
                <a:lnTo>
                  <a:pt x="10575567" y="42193"/>
                </a:lnTo>
                <a:cubicBezTo>
                  <a:pt x="10579089" y="40407"/>
                  <a:pt x="10582884" y="39514"/>
                  <a:pt x="10586953" y="39514"/>
                </a:cubicBezTo>
                <a:close/>
                <a:moveTo>
                  <a:pt x="10465211" y="39514"/>
                </a:moveTo>
                <a:cubicBezTo>
                  <a:pt x="10470470" y="39514"/>
                  <a:pt x="10474513" y="41287"/>
                  <a:pt x="10477341" y="44834"/>
                </a:cubicBezTo>
                <a:cubicBezTo>
                  <a:pt x="10480168" y="48381"/>
                  <a:pt x="10481582" y="53553"/>
                  <a:pt x="10481582" y="60350"/>
                </a:cubicBezTo>
                <a:cubicBezTo>
                  <a:pt x="10481582" y="67146"/>
                  <a:pt x="10480168" y="72318"/>
                  <a:pt x="10477341" y="75865"/>
                </a:cubicBezTo>
                <a:cubicBezTo>
                  <a:pt x="10474513" y="79412"/>
                  <a:pt x="10470445" y="81186"/>
                  <a:pt x="10465137" y="81186"/>
                </a:cubicBezTo>
                <a:cubicBezTo>
                  <a:pt x="10459878" y="81186"/>
                  <a:pt x="10455835" y="79412"/>
                  <a:pt x="10453007" y="75865"/>
                </a:cubicBezTo>
                <a:cubicBezTo>
                  <a:pt x="10450179" y="72318"/>
                  <a:pt x="10448766" y="67146"/>
                  <a:pt x="10448766" y="60350"/>
                </a:cubicBezTo>
                <a:cubicBezTo>
                  <a:pt x="10448766" y="53553"/>
                  <a:pt x="10450179" y="48381"/>
                  <a:pt x="10453007" y="44834"/>
                </a:cubicBezTo>
                <a:cubicBezTo>
                  <a:pt x="10455835" y="41287"/>
                  <a:pt x="10459903" y="39514"/>
                  <a:pt x="10465211" y="39514"/>
                </a:cubicBezTo>
                <a:close/>
                <a:moveTo>
                  <a:pt x="10373459" y="39514"/>
                </a:moveTo>
                <a:cubicBezTo>
                  <a:pt x="10377328" y="39514"/>
                  <a:pt x="10380355" y="40630"/>
                  <a:pt x="10382537" y="42862"/>
                </a:cubicBezTo>
                <a:cubicBezTo>
                  <a:pt x="10384720" y="45095"/>
                  <a:pt x="10385811" y="48171"/>
                  <a:pt x="10385811" y="52090"/>
                </a:cubicBezTo>
                <a:lnTo>
                  <a:pt x="10385811" y="80218"/>
                </a:lnTo>
                <a:lnTo>
                  <a:pt x="10380453" y="80218"/>
                </a:lnTo>
                <a:lnTo>
                  <a:pt x="10380453" y="52462"/>
                </a:lnTo>
                <a:cubicBezTo>
                  <a:pt x="10380453" y="49932"/>
                  <a:pt x="10379734" y="48009"/>
                  <a:pt x="10378295" y="46695"/>
                </a:cubicBezTo>
                <a:cubicBezTo>
                  <a:pt x="10376857" y="45380"/>
                  <a:pt x="10374774" y="44723"/>
                  <a:pt x="10372045" y="44723"/>
                </a:cubicBezTo>
                <a:cubicBezTo>
                  <a:pt x="10370060" y="44723"/>
                  <a:pt x="10368225" y="45033"/>
                  <a:pt x="10366538" y="45653"/>
                </a:cubicBezTo>
                <a:cubicBezTo>
                  <a:pt x="10364851" y="46273"/>
                  <a:pt x="10363214" y="47278"/>
                  <a:pt x="10361627" y="48667"/>
                </a:cubicBezTo>
                <a:lnTo>
                  <a:pt x="10361627" y="80218"/>
                </a:lnTo>
                <a:lnTo>
                  <a:pt x="10356269" y="80218"/>
                </a:lnTo>
                <a:lnTo>
                  <a:pt x="10356269" y="40481"/>
                </a:lnTo>
                <a:lnTo>
                  <a:pt x="10361255" y="40481"/>
                </a:lnTo>
                <a:lnTo>
                  <a:pt x="10361255" y="44723"/>
                </a:lnTo>
                <a:cubicBezTo>
                  <a:pt x="10364579" y="41250"/>
                  <a:pt x="10368646" y="39514"/>
                  <a:pt x="10373459" y="39514"/>
                </a:cubicBezTo>
                <a:close/>
                <a:moveTo>
                  <a:pt x="10331563" y="39514"/>
                </a:moveTo>
                <a:cubicBezTo>
                  <a:pt x="10336574" y="39514"/>
                  <a:pt x="10340469" y="41200"/>
                  <a:pt x="10343246" y="44574"/>
                </a:cubicBezTo>
                <a:cubicBezTo>
                  <a:pt x="10346024" y="47947"/>
                  <a:pt x="10347414" y="52635"/>
                  <a:pt x="10347414" y="58638"/>
                </a:cubicBezTo>
                <a:cubicBezTo>
                  <a:pt x="10347414" y="59829"/>
                  <a:pt x="10347339" y="60871"/>
                  <a:pt x="10347190" y="61764"/>
                </a:cubicBezTo>
                <a:lnTo>
                  <a:pt x="10320699" y="61764"/>
                </a:lnTo>
                <a:cubicBezTo>
                  <a:pt x="10320898" y="66476"/>
                  <a:pt x="10322051" y="70036"/>
                  <a:pt x="10324159" y="72442"/>
                </a:cubicBezTo>
                <a:cubicBezTo>
                  <a:pt x="10326267" y="74848"/>
                  <a:pt x="10329281" y="76051"/>
                  <a:pt x="10333201" y="76051"/>
                </a:cubicBezTo>
                <a:cubicBezTo>
                  <a:pt x="10336921" y="76051"/>
                  <a:pt x="10340344" y="75009"/>
                  <a:pt x="10343470" y="72926"/>
                </a:cubicBezTo>
                <a:lnTo>
                  <a:pt x="10345553" y="77242"/>
                </a:lnTo>
                <a:cubicBezTo>
                  <a:pt x="10344015" y="78482"/>
                  <a:pt x="10342143" y="79437"/>
                  <a:pt x="10339935" y="80107"/>
                </a:cubicBezTo>
                <a:cubicBezTo>
                  <a:pt x="10337727" y="80776"/>
                  <a:pt x="10335383" y="81111"/>
                  <a:pt x="10332903" y="81111"/>
                </a:cubicBezTo>
                <a:cubicBezTo>
                  <a:pt x="10327346" y="81111"/>
                  <a:pt x="10323019" y="79276"/>
                  <a:pt x="10319918" y="75605"/>
                </a:cubicBezTo>
                <a:cubicBezTo>
                  <a:pt x="10316817" y="71933"/>
                  <a:pt x="10315267" y="66849"/>
                  <a:pt x="10315267" y="60350"/>
                </a:cubicBezTo>
                <a:cubicBezTo>
                  <a:pt x="10315267" y="53801"/>
                  <a:pt x="10316705" y="48691"/>
                  <a:pt x="10319583" y="45020"/>
                </a:cubicBezTo>
                <a:cubicBezTo>
                  <a:pt x="10322461" y="41349"/>
                  <a:pt x="10326453" y="39514"/>
                  <a:pt x="10331563" y="39514"/>
                </a:cubicBezTo>
                <a:close/>
                <a:moveTo>
                  <a:pt x="10249634" y="39514"/>
                </a:moveTo>
                <a:cubicBezTo>
                  <a:pt x="10253503" y="39514"/>
                  <a:pt x="10256530" y="40630"/>
                  <a:pt x="10258712" y="42862"/>
                </a:cubicBezTo>
                <a:cubicBezTo>
                  <a:pt x="10260895" y="45095"/>
                  <a:pt x="10261986" y="48171"/>
                  <a:pt x="10261986" y="52090"/>
                </a:cubicBezTo>
                <a:lnTo>
                  <a:pt x="10261986" y="80218"/>
                </a:lnTo>
                <a:lnTo>
                  <a:pt x="10256628" y="80218"/>
                </a:lnTo>
                <a:lnTo>
                  <a:pt x="10256628" y="52462"/>
                </a:lnTo>
                <a:cubicBezTo>
                  <a:pt x="10256628" y="49932"/>
                  <a:pt x="10255909" y="48009"/>
                  <a:pt x="10254470" y="46695"/>
                </a:cubicBezTo>
                <a:cubicBezTo>
                  <a:pt x="10253032" y="45380"/>
                  <a:pt x="10250949" y="44723"/>
                  <a:pt x="10248220" y="44723"/>
                </a:cubicBezTo>
                <a:cubicBezTo>
                  <a:pt x="10246235" y="44723"/>
                  <a:pt x="10244400" y="45033"/>
                  <a:pt x="10242713" y="45653"/>
                </a:cubicBezTo>
                <a:cubicBezTo>
                  <a:pt x="10241026" y="46273"/>
                  <a:pt x="10239389" y="47278"/>
                  <a:pt x="10237802" y="48667"/>
                </a:cubicBezTo>
                <a:lnTo>
                  <a:pt x="10237802" y="80218"/>
                </a:lnTo>
                <a:lnTo>
                  <a:pt x="10232444" y="80218"/>
                </a:lnTo>
                <a:lnTo>
                  <a:pt x="10232444" y="40481"/>
                </a:lnTo>
                <a:lnTo>
                  <a:pt x="10237430" y="40481"/>
                </a:lnTo>
                <a:lnTo>
                  <a:pt x="10237430" y="44723"/>
                </a:lnTo>
                <a:cubicBezTo>
                  <a:pt x="10240754" y="41250"/>
                  <a:pt x="10244821" y="39514"/>
                  <a:pt x="10249634" y="39514"/>
                </a:cubicBezTo>
                <a:close/>
                <a:moveTo>
                  <a:pt x="10208036" y="39514"/>
                </a:moveTo>
                <a:cubicBezTo>
                  <a:pt x="10213295" y="39514"/>
                  <a:pt x="10217338" y="41287"/>
                  <a:pt x="10220166" y="44834"/>
                </a:cubicBezTo>
                <a:cubicBezTo>
                  <a:pt x="10222993" y="48381"/>
                  <a:pt x="10224407" y="53553"/>
                  <a:pt x="10224407" y="60350"/>
                </a:cubicBezTo>
                <a:cubicBezTo>
                  <a:pt x="10224407" y="67146"/>
                  <a:pt x="10222993" y="72318"/>
                  <a:pt x="10220166" y="75865"/>
                </a:cubicBezTo>
                <a:cubicBezTo>
                  <a:pt x="10217338" y="79412"/>
                  <a:pt x="10213270" y="81186"/>
                  <a:pt x="10207962" y="81186"/>
                </a:cubicBezTo>
                <a:cubicBezTo>
                  <a:pt x="10202703" y="81186"/>
                  <a:pt x="10198660" y="79412"/>
                  <a:pt x="10195832" y="75865"/>
                </a:cubicBezTo>
                <a:cubicBezTo>
                  <a:pt x="10193004" y="72318"/>
                  <a:pt x="10191591" y="67146"/>
                  <a:pt x="10191591" y="60350"/>
                </a:cubicBezTo>
                <a:cubicBezTo>
                  <a:pt x="10191591" y="53553"/>
                  <a:pt x="10193004" y="48381"/>
                  <a:pt x="10195832" y="44834"/>
                </a:cubicBezTo>
                <a:cubicBezTo>
                  <a:pt x="10198660" y="41287"/>
                  <a:pt x="10202728" y="39514"/>
                  <a:pt x="10208036" y="39514"/>
                </a:cubicBezTo>
                <a:close/>
                <a:moveTo>
                  <a:pt x="10170457" y="39514"/>
                </a:moveTo>
                <a:cubicBezTo>
                  <a:pt x="10172342" y="39514"/>
                  <a:pt x="10174277" y="39799"/>
                  <a:pt x="10176261" y="40370"/>
                </a:cubicBezTo>
                <a:cubicBezTo>
                  <a:pt x="10178246" y="40940"/>
                  <a:pt x="10180056" y="41721"/>
                  <a:pt x="10181694" y="42714"/>
                </a:cubicBezTo>
                <a:lnTo>
                  <a:pt x="10179610" y="47104"/>
                </a:lnTo>
                <a:cubicBezTo>
                  <a:pt x="10176386" y="45368"/>
                  <a:pt x="10173285" y="44499"/>
                  <a:pt x="10170308" y="44499"/>
                </a:cubicBezTo>
                <a:cubicBezTo>
                  <a:pt x="10166686" y="44499"/>
                  <a:pt x="10163859" y="45839"/>
                  <a:pt x="10161825" y="48518"/>
                </a:cubicBezTo>
                <a:cubicBezTo>
                  <a:pt x="10159791" y="51197"/>
                  <a:pt x="10158774" y="54942"/>
                  <a:pt x="10158774" y="59754"/>
                </a:cubicBezTo>
                <a:cubicBezTo>
                  <a:pt x="10158774" y="65112"/>
                  <a:pt x="10159829" y="69168"/>
                  <a:pt x="10161937" y="71921"/>
                </a:cubicBezTo>
                <a:cubicBezTo>
                  <a:pt x="10164045" y="74674"/>
                  <a:pt x="10167158" y="76051"/>
                  <a:pt x="10171276" y="76051"/>
                </a:cubicBezTo>
                <a:cubicBezTo>
                  <a:pt x="10174351" y="76051"/>
                  <a:pt x="10177303" y="75208"/>
                  <a:pt x="10180131" y="73521"/>
                </a:cubicBezTo>
                <a:lnTo>
                  <a:pt x="10182140" y="77837"/>
                </a:lnTo>
                <a:cubicBezTo>
                  <a:pt x="10180751" y="78879"/>
                  <a:pt x="10179065" y="79685"/>
                  <a:pt x="10177080" y="80255"/>
                </a:cubicBezTo>
                <a:cubicBezTo>
                  <a:pt x="10175095" y="80826"/>
                  <a:pt x="10173012" y="81111"/>
                  <a:pt x="10170829" y="81111"/>
                </a:cubicBezTo>
                <a:cubicBezTo>
                  <a:pt x="10165272" y="81111"/>
                  <a:pt x="10160945" y="79276"/>
                  <a:pt x="10157844" y="75605"/>
                </a:cubicBezTo>
                <a:cubicBezTo>
                  <a:pt x="10154743" y="71933"/>
                  <a:pt x="10153193" y="66799"/>
                  <a:pt x="10153193" y="60201"/>
                </a:cubicBezTo>
                <a:cubicBezTo>
                  <a:pt x="10153193" y="56083"/>
                  <a:pt x="10153913" y="52462"/>
                  <a:pt x="10155351" y="49336"/>
                </a:cubicBezTo>
                <a:cubicBezTo>
                  <a:pt x="10156789" y="46211"/>
                  <a:pt x="10158811" y="43793"/>
                  <a:pt x="10161416" y="42081"/>
                </a:cubicBezTo>
                <a:cubicBezTo>
                  <a:pt x="10164020" y="40370"/>
                  <a:pt x="10167034" y="39514"/>
                  <a:pt x="10170457" y="39514"/>
                </a:cubicBezTo>
                <a:close/>
                <a:moveTo>
                  <a:pt x="10036288" y="39514"/>
                </a:moveTo>
                <a:cubicBezTo>
                  <a:pt x="10041299" y="39514"/>
                  <a:pt x="10045194" y="41200"/>
                  <a:pt x="10047971" y="44574"/>
                </a:cubicBezTo>
                <a:cubicBezTo>
                  <a:pt x="10050749" y="47947"/>
                  <a:pt x="10052139" y="52635"/>
                  <a:pt x="10052139" y="58638"/>
                </a:cubicBezTo>
                <a:cubicBezTo>
                  <a:pt x="10052139" y="59829"/>
                  <a:pt x="10052064" y="60871"/>
                  <a:pt x="10051915" y="61764"/>
                </a:cubicBezTo>
                <a:lnTo>
                  <a:pt x="10025424" y="61764"/>
                </a:lnTo>
                <a:cubicBezTo>
                  <a:pt x="10025623" y="66476"/>
                  <a:pt x="10026776" y="70036"/>
                  <a:pt x="10028884" y="72442"/>
                </a:cubicBezTo>
                <a:cubicBezTo>
                  <a:pt x="10030992" y="74848"/>
                  <a:pt x="10034006" y="76051"/>
                  <a:pt x="10037926" y="76051"/>
                </a:cubicBezTo>
                <a:cubicBezTo>
                  <a:pt x="10041646" y="76051"/>
                  <a:pt x="10045069" y="75009"/>
                  <a:pt x="10048195" y="72926"/>
                </a:cubicBezTo>
                <a:lnTo>
                  <a:pt x="10050278" y="77242"/>
                </a:lnTo>
                <a:cubicBezTo>
                  <a:pt x="10048740" y="78482"/>
                  <a:pt x="10046868" y="79437"/>
                  <a:pt x="10044660" y="80107"/>
                </a:cubicBezTo>
                <a:cubicBezTo>
                  <a:pt x="10042452" y="80776"/>
                  <a:pt x="10040108" y="81111"/>
                  <a:pt x="10037628" y="81111"/>
                </a:cubicBezTo>
                <a:cubicBezTo>
                  <a:pt x="10032071" y="81111"/>
                  <a:pt x="10027744" y="79276"/>
                  <a:pt x="10024643" y="75605"/>
                </a:cubicBezTo>
                <a:cubicBezTo>
                  <a:pt x="10021542" y="71933"/>
                  <a:pt x="10019992" y="66849"/>
                  <a:pt x="10019992" y="60350"/>
                </a:cubicBezTo>
                <a:cubicBezTo>
                  <a:pt x="10019992" y="53801"/>
                  <a:pt x="10021430" y="48691"/>
                  <a:pt x="10024308" y="45020"/>
                </a:cubicBezTo>
                <a:cubicBezTo>
                  <a:pt x="10027186" y="41349"/>
                  <a:pt x="10031178" y="39514"/>
                  <a:pt x="10036288" y="39514"/>
                </a:cubicBezTo>
                <a:close/>
                <a:moveTo>
                  <a:pt x="9972739" y="39514"/>
                </a:moveTo>
                <a:cubicBezTo>
                  <a:pt x="9977451" y="39514"/>
                  <a:pt x="9981123" y="41374"/>
                  <a:pt x="9983752" y="45095"/>
                </a:cubicBezTo>
                <a:cubicBezTo>
                  <a:pt x="9986381" y="48816"/>
                  <a:pt x="9987696" y="54000"/>
                  <a:pt x="9987696" y="60647"/>
                </a:cubicBezTo>
                <a:cubicBezTo>
                  <a:pt x="9987696" y="67097"/>
                  <a:pt x="9986295" y="72132"/>
                  <a:pt x="9983492" y="75753"/>
                </a:cubicBezTo>
                <a:cubicBezTo>
                  <a:pt x="9980688" y="79375"/>
                  <a:pt x="9976807" y="81186"/>
                  <a:pt x="9971846" y="81186"/>
                </a:cubicBezTo>
                <a:cubicBezTo>
                  <a:pt x="9969812" y="81186"/>
                  <a:pt x="9967915" y="80789"/>
                  <a:pt x="9966153" y="79995"/>
                </a:cubicBezTo>
                <a:cubicBezTo>
                  <a:pt x="9964392" y="79201"/>
                  <a:pt x="9962866" y="78085"/>
                  <a:pt x="9961577" y="76646"/>
                </a:cubicBezTo>
                <a:lnTo>
                  <a:pt x="9961577" y="95622"/>
                </a:lnTo>
                <a:lnTo>
                  <a:pt x="9956219" y="95622"/>
                </a:lnTo>
                <a:lnTo>
                  <a:pt x="9956219" y="40481"/>
                </a:lnTo>
                <a:lnTo>
                  <a:pt x="9961205" y="40481"/>
                </a:lnTo>
                <a:lnTo>
                  <a:pt x="9961205" y="45541"/>
                </a:lnTo>
                <a:cubicBezTo>
                  <a:pt x="9962544" y="43557"/>
                  <a:pt x="9964194" y="42056"/>
                  <a:pt x="9966153" y="41039"/>
                </a:cubicBezTo>
                <a:cubicBezTo>
                  <a:pt x="9968112" y="40022"/>
                  <a:pt x="9970308" y="39514"/>
                  <a:pt x="9972739" y="39514"/>
                </a:cubicBezTo>
                <a:close/>
                <a:moveTo>
                  <a:pt x="9893413" y="39514"/>
                </a:moveTo>
                <a:cubicBezTo>
                  <a:pt x="9898424" y="39514"/>
                  <a:pt x="9902319" y="41200"/>
                  <a:pt x="9905096" y="44574"/>
                </a:cubicBezTo>
                <a:cubicBezTo>
                  <a:pt x="9907874" y="47947"/>
                  <a:pt x="9909264" y="52635"/>
                  <a:pt x="9909264" y="58638"/>
                </a:cubicBezTo>
                <a:cubicBezTo>
                  <a:pt x="9909264" y="59829"/>
                  <a:pt x="9909189" y="60871"/>
                  <a:pt x="9909040" y="61764"/>
                </a:cubicBezTo>
                <a:lnTo>
                  <a:pt x="9882549" y="61764"/>
                </a:lnTo>
                <a:cubicBezTo>
                  <a:pt x="9882748" y="66476"/>
                  <a:pt x="9883901" y="70036"/>
                  <a:pt x="9886009" y="72442"/>
                </a:cubicBezTo>
                <a:cubicBezTo>
                  <a:pt x="9888117" y="74848"/>
                  <a:pt x="9891131" y="76051"/>
                  <a:pt x="9895051" y="76051"/>
                </a:cubicBezTo>
                <a:cubicBezTo>
                  <a:pt x="9898771" y="76051"/>
                  <a:pt x="9902194" y="75009"/>
                  <a:pt x="9905320" y="72926"/>
                </a:cubicBezTo>
                <a:lnTo>
                  <a:pt x="9907403" y="77242"/>
                </a:lnTo>
                <a:cubicBezTo>
                  <a:pt x="9905865" y="78482"/>
                  <a:pt x="9903993" y="79437"/>
                  <a:pt x="9901785" y="80107"/>
                </a:cubicBezTo>
                <a:cubicBezTo>
                  <a:pt x="9899577" y="80776"/>
                  <a:pt x="9897233" y="81111"/>
                  <a:pt x="9894753" y="81111"/>
                </a:cubicBezTo>
                <a:cubicBezTo>
                  <a:pt x="9889196" y="81111"/>
                  <a:pt x="9884869" y="79276"/>
                  <a:pt x="9881768" y="75605"/>
                </a:cubicBezTo>
                <a:cubicBezTo>
                  <a:pt x="9878667" y="71933"/>
                  <a:pt x="9877117" y="66849"/>
                  <a:pt x="9877117" y="60350"/>
                </a:cubicBezTo>
                <a:cubicBezTo>
                  <a:pt x="9877117" y="53801"/>
                  <a:pt x="9878555" y="48691"/>
                  <a:pt x="9881433" y="45020"/>
                </a:cubicBezTo>
                <a:cubicBezTo>
                  <a:pt x="9884311" y="41349"/>
                  <a:pt x="9888303" y="39514"/>
                  <a:pt x="9893413" y="39514"/>
                </a:cubicBezTo>
                <a:close/>
                <a:moveTo>
                  <a:pt x="9836263" y="39514"/>
                </a:moveTo>
                <a:cubicBezTo>
                  <a:pt x="9841274" y="39514"/>
                  <a:pt x="9845169" y="41200"/>
                  <a:pt x="9847946" y="44574"/>
                </a:cubicBezTo>
                <a:cubicBezTo>
                  <a:pt x="9850724" y="47947"/>
                  <a:pt x="9852114" y="52635"/>
                  <a:pt x="9852114" y="58638"/>
                </a:cubicBezTo>
                <a:cubicBezTo>
                  <a:pt x="9852114" y="59829"/>
                  <a:pt x="9852039" y="60871"/>
                  <a:pt x="9851890" y="61764"/>
                </a:cubicBezTo>
                <a:lnTo>
                  <a:pt x="9825399" y="61764"/>
                </a:lnTo>
                <a:cubicBezTo>
                  <a:pt x="9825598" y="66476"/>
                  <a:pt x="9826751" y="70036"/>
                  <a:pt x="9828859" y="72442"/>
                </a:cubicBezTo>
                <a:cubicBezTo>
                  <a:pt x="9830967" y="74848"/>
                  <a:pt x="9833981" y="76051"/>
                  <a:pt x="9837901" y="76051"/>
                </a:cubicBezTo>
                <a:cubicBezTo>
                  <a:pt x="9841621" y="76051"/>
                  <a:pt x="9845044" y="75009"/>
                  <a:pt x="9848170" y="72926"/>
                </a:cubicBezTo>
                <a:lnTo>
                  <a:pt x="9850253" y="77242"/>
                </a:lnTo>
                <a:cubicBezTo>
                  <a:pt x="9848715" y="78482"/>
                  <a:pt x="9846843" y="79437"/>
                  <a:pt x="9844635" y="80107"/>
                </a:cubicBezTo>
                <a:cubicBezTo>
                  <a:pt x="9842427" y="80776"/>
                  <a:pt x="9840083" y="81111"/>
                  <a:pt x="9837603" y="81111"/>
                </a:cubicBezTo>
                <a:cubicBezTo>
                  <a:pt x="9832046" y="81111"/>
                  <a:pt x="9827719" y="79276"/>
                  <a:pt x="9824618" y="75605"/>
                </a:cubicBezTo>
                <a:cubicBezTo>
                  <a:pt x="9821517" y="71933"/>
                  <a:pt x="9819967" y="66849"/>
                  <a:pt x="9819967" y="60350"/>
                </a:cubicBezTo>
                <a:cubicBezTo>
                  <a:pt x="9819967" y="53801"/>
                  <a:pt x="9821405" y="48691"/>
                  <a:pt x="9824283" y="45020"/>
                </a:cubicBezTo>
                <a:cubicBezTo>
                  <a:pt x="9827161" y="41349"/>
                  <a:pt x="9831153" y="39514"/>
                  <a:pt x="9836263" y="39514"/>
                </a:cubicBezTo>
                <a:close/>
                <a:moveTo>
                  <a:pt x="9636536" y="39514"/>
                </a:moveTo>
                <a:cubicBezTo>
                  <a:pt x="9641795" y="39514"/>
                  <a:pt x="9645838" y="41287"/>
                  <a:pt x="9648666" y="44834"/>
                </a:cubicBezTo>
                <a:cubicBezTo>
                  <a:pt x="9651493" y="48381"/>
                  <a:pt x="9652907" y="53553"/>
                  <a:pt x="9652907" y="60350"/>
                </a:cubicBezTo>
                <a:cubicBezTo>
                  <a:pt x="9652907" y="67146"/>
                  <a:pt x="9651493" y="72318"/>
                  <a:pt x="9648666" y="75865"/>
                </a:cubicBezTo>
                <a:cubicBezTo>
                  <a:pt x="9645838" y="79412"/>
                  <a:pt x="9641770" y="81186"/>
                  <a:pt x="9636462" y="81186"/>
                </a:cubicBezTo>
                <a:cubicBezTo>
                  <a:pt x="9631203" y="81186"/>
                  <a:pt x="9627160" y="79412"/>
                  <a:pt x="9624332" y="75865"/>
                </a:cubicBezTo>
                <a:cubicBezTo>
                  <a:pt x="9621504" y="72318"/>
                  <a:pt x="9620091" y="67146"/>
                  <a:pt x="9620091" y="60350"/>
                </a:cubicBezTo>
                <a:cubicBezTo>
                  <a:pt x="9620091" y="53553"/>
                  <a:pt x="9621504" y="48381"/>
                  <a:pt x="9624332" y="44834"/>
                </a:cubicBezTo>
                <a:cubicBezTo>
                  <a:pt x="9627160" y="41287"/>
                  <a:pt x="9631228" y="39514"/>
                  <a:pt x="9636536" y="39514"/>
                </a:cubicBezTo>
                <a:close/>
                <a:moveTo>
                  <a:pt x="9348703" y="39514"/>
                </a:moveTo>
                <a:cubicBezTo>
                  <a:pt x="9352969" y="39514"/>
                  <a:pt x="9356404" y="40580"/>
                  <a:pt x="9359009" y="42714"/>
                </a:cubicBezTo>
                <a:cubicBezTo>
                  <a:pt x="9361613" y="44847"/>
                  <a:pt x="9362916" y="47972"/>
                  <a:pt x="9362916" y="52090"/>
                </a:cubicBezTo>
                <a:lnTo>
                  <a:pt x="9362916" y="80218"/>
                </a:lnTo>
                <a:lnTo>
                  <a:pt x="9357930" y="80218"/>
                </a:lnTo>
                <a:lnTo>
                  <a:pt x="9357930" y="75381"/>
                </a:lnTo>
                <a:cubicBezTo>
                  <a:pt x="9355350" y="79152"/>
                  <a:pt x="9351357" y="81037"/>
                  <a:pt x="9345949" y="81037"/>
                </a:cubicBezTo>
                <a:cubicBezTo>
                  <a:pt x="9342030" y="81037"/>
                  <a:pt x="9338967" y="79995"/>
                  <a:pt x="9336759" y="77911"/>
                </a:cubicBezTo>
                <a:cubicBezTo>
                  <a:pt x="9334551" y="75828"/>
                  <a:pt x="9333448" y="72926"/>
                  <a:pt x="9333448" y="69205"/>
                </a:cubicBezTo>
                <a:cubicBezTo>
                  <a:pt x="9333448" y="64492"/>
                  <a:pt x="9335407" y="61007"/>
                  <a:pt x="9339326" y="58750"/>
                </a:cubicBezTo>
                <a:cubicBezTo>
                  <a:pt x="9343246" y="56493"/>
                  <a:pt x="9349322" y="55339"/>
                  <a:pt x="9357558" y="55290"/>
                </a:cubicBezTo>
                <a:lnTo>
                  <a:pt x="9357558" y="52536"/>
                </a:lnTo>
                <a:cubicBezTo>
                  <a:pt x="9357558" y="49957"/>
                  <a:pt x="9356752" y="47985"/>
                  <a:pt x="9355139" y="46620"/>
                </a:cubicBezTo>
                <a:cubicBezTo>
                  <a:pt x="9353527" y="45256"/>
                  <a:pt x="9351183" y="44574"/>
                  <a:pt x="9348107" y="44574"/>
                </a:cubicBezTo>
                <a:cubicBezTo>
                  <a:pt x="9344883" y="44574"/>
                  <a:pt x="9341758" y="45293"/>
                  <a:pt x="9338731" y="46732"/>
                </a:cubicBezTo>
                <a:lnTo>
                  <a:pt x="9337317" y="42193"/>
                </a:lnTo>
                <a:cubicBezTo>
                  <a:pt x="9340839" y="40407"/>
                  <a:pt x="9344634" y="39514"/>
                  <a:pt x="9348703" y="39514"/>
                </a:cubicBezTo>
                <a:close/>
                <a:moveTo>
                  <a:pt x="9315514" y="39514"/>
                </a:moveTo>
                <a:cubicBezTo>
                  <a:pt x="9320226" y="39514"/>
                  <a:pt x="9323898" y="41374"/>
                  <a:pt x="9326527" y="45095"/>
                </a:cubicBezTo>
                <a:cubicBezTo>
                  <a:pt x="9329156" y="48816"/>
                  <a:pt x="9330471" y="54000"/>
                  <a:pt x="9330471" y="60647"/>
                </a:cubicBezTo>
                <a:cubicBezTo>
                  <a:pt x="9330471" y="67097"/>
                  <a:pt x="9329070" y="72132"/>
                  <a:pt x="9326267" y="75753"/>
                </a:cubicBezTo>
                <a:cubicBezTo>
                  <a:pt x="9323463" y="79375"/>
                  <a:pt x="9319582" y="81186"/>
                  <a:pt x="9314621" y="81186"/>
                </a:cubicBezTo>
                <a:cubicBezTo>
                  <a:pt x="9312587" y="81186"/>
                  <a:pt x="9310690" y="80789"/>
                  <a:pt x="9308928" y="79995"/>
                </a:cubicBezTo>
                <a:cubicBezTo>
                  <a:pt x="9307167" y="79201"/>
                  <a:pt x="9305641" y="78085"/>
                  <a:pt x="9304352" y="76646"/>
                </a:cubicBezTo>
                <a:lnTo>
                  <a:pt x="9304352" y="95622"/>
                </a:lnTo>
                <a:lnTo>
                  <a:pt x="9298994" y="95622"/>
                </a:lnTo>
                <a:lnTo>
                  <a:pt x="9298994" y="40481"/>
                </a:lnTo>
                <a:lnTo>
                  <a:pt x="9303980" y="40481"/>
                </a:lnTo>
                <a:lnTo>
                  <a:pt x="9303980" y="45541"/>
                </a:lnTo>
                <a:cubicBezTo>
                  <a:pt x="9305319" y="43557"/>
                  <a:pt x="9306969" y="42056"/>
                  <a:pt x="9308928" y="41039"/>
                </a:cubicBezTo>
                <a:cubicBezTo>
                  <a:pt x="9310887" y="40022"/>
                  <a:pt x="9313083" y="39514"/>
                  <a:pt x="9315514" y="39514"/>
                </a:cubicBezTo>
                <a:close/>
                <a:moveTo>
                  <a:pt x="9249509" y="39514"/>
                </a:moveTo>
                <a:cubicBezTo>
                  <a:pt x="9253378" y="39514"/>
                  <a:pt x="9256405" y="40630"/>
                  <a:pt x="9258587" y="42862"/>
                </a:cubicBezTo>
                <a:cubicBezTo>
                  <a:pt x="9260770" y="45095"/>
                  <a:pt x="9261861" y="48171"/>
                  <a:pt x="9261861" y="52090"/>
                </a:cubicBezTo>
                <a:lnTo>
                  <a:pt x="9261861" y="80218"/>
                </a:lnTo>
                <a:lnTo>
                  <a:pt x="9256503" y="80218"/>
                </a:lnTo>
                <a:lnTo>
                  <a:pt x="9256503" y="52462"/>
                </a:lnTo>
                <a:cubicBezTo>
                  <a:pt x="9256503" y="49932"/>
                  <a:pt x="9255784" y="48009"/>
                  <a:pt x="9254345" y="46695"/>
                </a:cubicBezTo>
                <a:cubicBezTo>
                  <a:pt x="9252907" y="45380"/>
                  <a:pt x="9250824" y="44723"/>
                  <a:pt x="9248095" y="44723"/>
                </a:cubicBezTo>
                <a:cubicBezTo>
                  <a:pt x="9246110" y="44723"/>
                  <a:pt x="9244275" y="45033"/>
                  <a:pt x="9242588" y="45653"/>
                </a:cubicBezTo>
                <a:cubicBezTo>
                  <a:pt x="9240901" y="46273"/>
                  <a:pt x="9239264" y="47278"/>
                  <a:pt x="9237677" y="48667"/>
                </a:cubicBezTo>
                <a:lnTo>
                  <a:pt x="9237677" y="80218"/>
                </a:lnTo>
                <a:lnTo>
                  <a:pt x="9232319" y="80218"/>
                </a:lnTo>
                <a:lnTo>
                  <a:pt x="9232319" y="40481"/>
                </a:lnTo>
                <a:lnTo>
                  <a:pt x="9237305" y="40481"/>
                </a:lnTo>
                <a:lnTo>
                  <a:pt x="9237305" y="44723"/>
                </a:lnTo>
                <a:cubicBezTo>
                  <a:pt x="9240629" y="41250"/>
                  <a:pt x="9244696" y="39514"/>
                  <a:pt x="9249509" y="39514"/>
                </a:cubicBezTo>
                <a:close/>
                <a:moveTo>
                  <a:pt x="9141236" y="39514"/>
                </a:moveTo>
                <a:cubicBezTo>
                  <a:pt x="9146495" y="39514"/>
                  <a:pt x="9150538" y="41287"/>
                  <a:pt x="9153366" y="44834"/>
                </a:cubicBezTo>
                <a:cubicBezTo>
                  <a:pt x="9156193" y="48381"/>
                  <a:pt x="9157607" y="53553"/>
                  <a:pt x="9157607" y="60350"/>
                </a:cubicBezTo>
                <a:cubicBezTo>
                  <a:pt x="9157607" y="67146"/>
                  <a:pt x="9156193" y="72318"/>
                  <a:pt x="9153366" y="75865"/>
                </a:cubicBezTo>
                <a:cubicBezTo>
                  <a:pt x="9150538" y="79412"/>
                  <a:pt x="9146470" y="81186"/>
                  <a:pt x="9141162" y="81186"/>
                </a:cubicBezTo>
                <a:cubicBezTo>
                  <a:pt x="9135903" y="81186"/>
                  <a:pt x="9131860" y="79412"/>
                  <a:pt x="9129032" y="75865"/>
                </a:cubicBezTo>
                <a:cubicBezTo>
                  <a:pt x="9126204" y="72318"/>
                  <a:pt x="9124791" y="67146"/>
                  <a:pt x="9124791" y="60350"/>
                </a:cubicBezTo>
                <a:cubicBezTo>
                  <a:pt x="9124791" y="53553"/>
                  <a:pt x="9126204" y="48381"/>
                  <a:pt x="9129032" y="44834"/>
                </a:cubicBezTo>
                <a:cubicBezTo>
                  <a:pt x="9131860" y="41287"/>
                  <a:pt x="9135928" y="39514"/>
                  <a:pt x="9141236" y="39514"/>
                </a:cubicBezTo>
                <a:close/>
                <a:moveTo>
                  <a:pt x="9083788" y="39514"/>
                </a:moveTo>
                <a:cubicBezTo>
                  <a:pt x="9088799" y="39514"/>
                  <a:pt x="9092694" y="41200"/>
                  <a:pt x="9095471" y="44574"/>
                </a:cubicBezTo>
                <a:cubicBezTo>
                  <a:pt x="9098249" y="47947"/>
                  <a:pt x="9099639" y="52635"/>
                  <a:pt x="9099639" y="58638"/>
                </a:cubicBezTo>
                <a:cubicBezTo>
                  <a:pt x="9099639" y="59829"/>
                  <a:pt x="9099564" y="60871"/>
                  <a:pt x="9099415" y="61764"/>
                </a:cubicBezTo>
                <a:lnTo>
                  <a:pt x="9072924" y="61764"/>
                </a:lnTo>
                <a:cubicBezTo>
                  <a:pt x="9073123" y="66476"/>
                  <a:pt x="9074276" y="70036"/>
                  <a:pt x="9076384" y="72442"/>
                </a:cubicBezTo>
                <a:cubicBezTo>
                  <a:pt x="9078492" y="74848"/>
                  <a:pt x="9081506" y="76051"/>
                  <a:pt x="9085426" y="76051"/>
                </a:cubicBezTo>
                <a:cubicBezTo>
                  <a:pt x="9089146" y="76051"/>
                  <a:pt x="9092569" y="75009"/>
                  <a:pt x="9095695" y="72926"/>
                </a:cubicBezTo>
                <a:lnTo>
                  <a:pt x="9097778" y="77242"/>
                </a:lnTo>
                <a:cubicBezTo>
                  <a:pt x="9096240" y="78482"/>
                  <a:pt x="9094368" y="79437"/>
                  <a:pt x="9092160" y="80107"/>
                </a:cubicBezTo>
                <a:cubicBezTo>
                  <a:pt x="9089952" y="80776"/>
                  <a:pt x="9087608" y="81111"/>
                  <a:pt x="9085128" y="81111"/>
                </a:cubicBezTo>
                <a:cubicBezTo>
                  <a:pt x="9079571" y="81111"/>
                  <a:pt x="9075244" y="79276"/>
                  <a:pt x="9072143" y="75605"/>
                </a:cubicBezTo>
                <a:cubicBezTo>
                  <a:pt x="9069042" y="71933"/>
                  <a:pt x="9067492" y="66849"/>
                  <a:pt x="9067492" y="60350"/>
                </a:cubicBezTo>
                <a:cubicBezTo>
                  <a:pt x="9067492" y="53801"/>
                  <a:pt x="9068930" y="48691"/>
                  <a:pt x="9071808" y="45020"/>
                </a:cubicBezTo>
                <a:cubicBezTo>
                  <a:pt x="9074686" y="41349"/>
                  <a:pt x="9078678" y="39514"/>
                  <a:pt x="9083788" y="39514"/>
                </a:cubicBezTo>
                <a:close/>
                <a:moveTo>
                  <a:pt x="9026936" y="39514"/>
                </a:moveTo>
                <a:cubicBezTo>
                  <a:pt x="9032195" y="39514"/>
                  <a:pt x="9036238" y="41287"/>
                  <a:pt x="9039066" y="44834"/>
                </a:cubicBezTo>
                <a:cubicBezTo>
                  <a:pt x="9041893" y="48381"/>
                  <a:pt x="9043307" y="53553"/>
                  <a:pt x="9043307" y="60350"/>
                </a:cubicBezTo>
                <a:cubicBezTo>
                  <a:pt x="9043307" y="67146"/>
                  <a:pt x="9041893" y="72318"/>
                  <a:pt x="9039066" y="75865"/>
                </a:cubicBezTo>
                <a:cubicBezTo>
                  <a:pt x="9036238" y="79412"/>
                  <a:pt x="9032170" y="81186"/>
                  <a:pt x="9026862" y="81186"/>
                </a:cubicBezTo>
                <a:cubicBezTo>
                  <a:pt x="9021603" y="81186"/>
                  <a:pt x="9017560" y="79412"/>
                  <a:pt x="9014732" y="75865"/>
                </a:cubicBezTo>
                <a:cubicBezTo>
                  <a:pt x="9011904" y="72318"/>
                  <a:pt x="9010491" y="67146"/>
                  <a:pt x="9010491" y="60350"/>
                </a:cubicBezTo>
                <a:cubicBezTo>
                  <a:pt x="9010491" y="53553"/>
                  <a:pt x="9011904" y="48381"/>
                  <a:pt x="9014732" y="44834"/>
                </a:cubicBezTo>
                <a:cubicBezTo>
                  <a:pt x="9017560" y="41287"/>
                  <a:pt x="9021628" y="39514"/>
                  <a:pt x="9026936" y="39514"/>
                </a:cubicBezTo>
                <a:close/>
                <a:moveTo>
                  <a:pt x="8858984" y="39514"/>
                </a:moveTo>
                <a:cubicBezTo>
                  <a:pt x="8862853" y="39514"/>
                  <a:pt x="8865880" y="40630"/>
                  <a:pt x="8868062" y="42862"/>
                </a:cubicBezTo>
                <a:cubicBezTo>
                  <a:pt x="8870245" y="45095"/>
                  <a:pt x="8871336" y="48171"/>
                  <a:pt x="8871336" y="52090"/>
                </a:cubicBezTo>
                <a:lnTo>
                  <a:pt x="8871336" y="80218"/>
                </a:lnTo>
                <a:lnTo>
                  <a:pt x="8865978" y="80218"/>
                </a:lnTo>
                <a:lnTo>
                  <a:pt x="8865978" y="52462"/>
                </a:lnTo>
                <a:cubicBezTo>
                  <a:pt x="8865978" y="49932"/>
                  <a:pt x="8865259" y="48009"/>
                  <a:pt x="8863820" y="46695"/>
                </a:cubicBezTo>
                <a:cubicBezTo>
                  <a:pt x="8862382" y="45380"/>
                  <a:pt x="8860299" y="44723"/>
                  <a:pt x="8857570" y="44723"/>
                </a:cubicBezTo>
                <a:cubicBezTo>
                  <a:pt x="8855585" y="44723"/>
                  <a:pt x="8853750" y="45033"/>
                  <a:pt x="8852063" y="45653"/>
                </a:cubicBezTo>
                <a:cubicBezTo>
                  <a:pt x="8850376" y="46273"/>
                  <a:pt x="8848739" y="47278"/>
                  <a:pt x="8847152" y="48667"/>
                </a:cubicBezTo>
                <a:lnTo>
                  <a:pt x="8847152" y="80218"/>
                </a:lnTo>
                <a:lnTo>
                  <a:pt x="8841794" y="80218"/>
                </a:lnTo>
                <a:lnTo>
                  <a:pt x="8841794" y="40481"/>
                </a:lnTo>
                <a:lnTo>
                  <a:pt x="8846780" y="40481"/>
                </a:lnTo>
                <a:lnTo>
                  <a:pt x="8846780" y="44723"/>
                </a:lnTo>
                <a:cubicBezTo>
                  <a:pt x="8850104" y="41250"/>
                  <a:pt x="8854171" y="39514"/>
                  <a:pt x="8858984" y="39514"/>
                </a:cubicBezTo>
                <a:close/>
                <a:moveTo>
                  <a:pt x="8740888" y="39514"/>
                </a:moveTo>
                <a:cubicBezTo>
                  <a:pt x="8745899" y="39514"/>
                  <a:pt x="8749794" y="41200"/>
                  <a:pt x="8752571" y="44574"/>
                </a:cubicBezTo>
                <a:cubicBezTo>
                  <a:pt x="8755349" y="47947"/>
                  <a:pt x="8756739" y="52635"/>
                  <a:pt x="8756739" y="58638"/>
                </a:cubicBezTo>
                <a:cubicBezTo>
                  <a:pt x="8756739" y="59829"/>
                  <a:pt x="8756664" y="60871"/>
                  <a:pt x="8756515" y="61764"/>
                </a:cubicBezTo>
                <a:lnTo>
                  <a:pt x="8730024" y="61764"/>
                </a:lnTo>
                <a:cubicBezTo>
                  <a:pt x="8730223" y="66476"/>
                  <a:pt x="8731376" y="70036"/>
                  <a:pt x="8733484" y="72442"/>
                </a:cubicBezTo>
                <a:cubicBezTo>
                  <a:pt x="8735592" y="74848"/>
                  <a:pt x="8738606" y="76051"/>
                  <a:pt x="8742526" y="76051"/>
                </a:cubicBezTo>
                <a:cubicBezTo>
                  <a:pt x="8746246" y="76051"/>
                  <a:pt x="8749669" y="75009"/>
                  <a:pt x="8752795" y="72926"/>
                </a:cubicBezTo>
                <a:lnTo>
                  <a:pt x="8754878" y="77242"/>
                </a:lnTo>
                <a:cubicBezTo>
                  <a:pt x="8753340" y="78482"/>
                  <a:pt x="8751468" y="79437"/>
                  <a:pt x="8749260" y="80107"/>
                </a:cubicBezTo>
                <a:cubicBezTo>
                  <a:pt x="8747052" y="80776"/>
                  <a:pt x="8744708" y="81111"/>
                  <a:pt x="8742228" y="81111"/>
                </a:cubicBezTo>
                <a:cubicBezTo>
                  <a:pt x="8736671" y="81111"/>
                  <a:pt x="8732344" y="79276"/>
                  <a:pt x="8729243" y="75605"/>
                </a:cubicBezTo>
                <a:cubicBezTo>
                  <a:pt x="8726142" y="71933"/>
                  <a:pt x="8724592" y="66849"/>
                  <a:pt x="8724592" y="60350"/>
                </a:cubicBezTo>
                <a:cubicBezTo>
                  <a:pt x="8724592" y="53801"/>
                  <a:pt x="8726030" y="48691"/>
                  <a:pt x="8728908" y="45020"/>
                </a:cubicBezTo>
                <a:cubicBezTo>
                  <a:pt x="8731786" y="41349"/>
                  <a:pt x="8735778" y="39514"/>
                  <a:pt x="8740888" y="39514"/>
                </a:cubicBezTo>
                <a:close/>
                <a:moveTo>
                  <a:pt x="8601511" y="39514"/>
                </a:moveTo>
                <a:cubicBezTo>
                  <a:pt x="8604041" y="39514"/>
                  <a:pt x="8606223" y="40047"/>
                  <a:pt x="8608059" y="41114"/>
                </a:cubicBezTo>
                <a:cubicBezTo>
                  <a:pt x="8609895" y="42180"/>
                  <a:pt x="8611259" y="43681"/>
                  <a:pt x="8612152" y="45616"/>
                </a:cubicBezTo>
                <a:cubicBezTo>
                  <a:pt x="8615674" y="41548"/>
                  <a:pt x="8619916" y="39514"/>
                  <a:pt x="8624877" y="39514"/>
                </a:cubicBezTo>
                <a:cubicBezTo>
                  <a:pt x="8628598" y="39514"/>
                  <a:pt x="8631500" y="40618"/>
                  <a:pt x="8633583" y="42825"/>
                </a:cubicBezTo>
                <a:cubicBezTo>
                  <a:pt x="8635667" y="45033"/>
                  <a:pt x="8636709" y="48121"/>
                  <a:pt x="8636709" y="52090"/>
                </a:cubicBezTo>
                <a:lnTo>
                  <a:pt x="8636709" y="80218"/>
                </a:lnTo>
                <a:lnTo>
                  <a:pt x="8631351" y="80218"/>
                </a:lnTo>
                <a:lnTo>
                  <a:pt x="8631351" y="52462"/>
                </a:lnTo>
                <a:cubicBezTo>
                  <a:pt x="8631351" y="49932"/>
                  <a:pt x="8630681" y="48009"/>
                  <a:pt x="8629342" y="46695"/>
                </a:cubicBezTo>
                <a:cubicBezTo>
                  <a:pt x="8628002" y="45380"/>
                  <a:pt x="8626043" y="44723"/>
                  <a:pt x="8623463" y="44723"/>
                </a:cubicBezTo>
                <a:cubicBezTo>
                  <a:pt x="8619841" y="44723"/>
                  <a:pt x="8616394" y="46112"/>
                  <a:pt x="8613120" y="48890"/>
                </a:cubicBezTo>
                <a:cubicBezTo>
                  <a:pt x="8613318" y="49733"/>
                  <a:pt x="8613417" y="50800"/>
                  <a:pt x="8613417" y="52090"/>
                </a:cubicBezTo>
                <a:lnTo>
                  <a:pt x="8613417" y="80218"/>
                </a:lnTo>
                <a:lnTo>
                  <a:pt x="8608059" y="80218"/>
                </a:lnTo>
                <a:lnTo>
                  <a:pt x="8608059" y="52462"/>
                </a:lnTo>
                <a:cubicBezTo>
                  <a:pt x="8608059" y="49932"/>
                  <a:pt x="8607377" y="48009"/>
                  <a:pt x="8606013" y="46695"/>
                </a:cubicBezTo>
                <a:cubicBezTo>
                  <a:pt x="8604649" y="45380"/>
                  <a:pt x="8602677" y="44723"/>
                  <a:pt x="8600097" y="44723"/>
                </a:cubicBezTo>
                <a:cubicBezTo>
                  <a:pt x="8598212" y="44723"/>
                  <a:pt x="8596451" y="45045"/>
                  <a:pt x="8594814" y="45690"/>
                </a:cubicBezTo>
                <a:cubicBezTo>
                  <a:pt x="8593177" y="46335"/>
                  <a:pt x="8591564" y="47327"/>
                  <a:pt x="8589977" y="48667"/>
                </a:cubicBezTo>
                <a:lnTo>
                  <a:pt x="8589977" y="80218"/>
                </a:lnTo>
                <a:lnTo>
                  <a:pt x="8584619" y="80218"/>
                </a:lnTo>
                <a:lnTo>
                  <a:pt x="8584619" y="40481"/>
                </a:lnTo>
                <a:lnTo>
                  <a:pt x="8589605" y="40481"/>
                </a:lnTo>
                <a:lnTo>
                  <a:pt x="8589605" y="44723"/>
                </a:lnTo>
                <a:cubicBezTo>
                  <a:pt x="8592929" y="41250"/>
                  <a:pt x="8596897" y="39514"/>
                  <a:pt x="8601511" y="39514"/>
                </a:cubicBezTo>
                <a:close/>
                <a:moveTo>
                  <a:pt x="8516084" y="39514"/>
                </a:moveTo>
                <a:cubicBezTo>
                  <a:pt x="8519953" y="39514"/>
                  <a:pt x="8522980" y="40630"/>
                  <a:pt x="8525162" y="42862"/>
                </a:cubicBezTo>
                <a:cubicBezTo>
                  <a:pt x="8527345" y="45095"/>
                  <a:pt x="8528436" y="48171"/>
                  <a:pt x="8528436" y="52090"/>
                </a:cubicBezTo>
                <a:lnTo>
                  <a:pt x="8528436" y="80218"/>
                </a:lnTo>
                <a:lnTo>
                  <a:pt x="8523078" y="80218"/>
                </a:lnTo>
                <a:lnTo>
                  <a:pt x="8523078" y="52462"/>
                </a:lnTo>
                <a:cubicBezTo>
                  <a:pt x="8523078" y="49932"/>
                  <a:pt x="8522359" y="48009"/>
                  <a:pt x="8520920" y="46695"/>
                </a:cubicBezTo>
                <a:cubicBezTo>
                  <a:pt x="8519482" y="45380"/>
                  <a:pt x="8517399" y="44723"/>
                  <a:pt x="8514670" y="44723"/>
                </a:cubicBezTo>
                <a:cubicBezTo>
                  <a:pt x="8512685" y="44723"/>
                  <a:pt x="8510850" y="45033"/>
                  <a:pt x="8509163" y="45653"/>
                </a:cubicBezTo>
                <a:cubicBezTo>
                  <a:pt x="8507476" y="46273"/>
                  <a:pt x="8505839" y="47278"/>
                  <a:pt x="8504252" y="48667"/>
                </a:cubicBezTo>
                <a:lnTo>
                  <a:pt x="8504252" y="80218"/>
                </a:lnTo>
                <a:lnTo>
                  <a:pt x="8498894" y="80218"/>
                </a:lnTo>
                <a:lnTo>
                  <a:pt x="8498894" y="40481"/>
                </a:lnTo>
                <a:lnTo>
                  <a:pt x="8503880" y="40481"/>
                </a:lnTo>
                <a:lnTo>
                  <a:pt x="8503880" y="44723"/>
                </a:lnTo>
                <a:cubicBezTo>
                  <a:pt x="8507204" y="41250"/>
                  <a:pt x="8511271" y="39514"/>
                  <a:pt x="8516084" y="39514"/>
                </a:cubicBezTo>
                <a:close/>
                <a:moveTo>
                  <a:pt x="8472403" y="39514"/>
                </a:moveTo>
                <a:cubicBezTo>
                  <a:pt x="8476669" y="39514"/>
                  <a:pt x="8480104" y="40580"/>
                  <a:pt x="8482709" y="42714"/>
                </a:cubicBezTo>
                <a:cubicBezTo>
                  <a:pt x="8485313" y="44847"/>
                  <a:pt x="8486616" y="47972"/>
                  <a:pt x="8486616" y="52090"/>
                </a:cubicBezTo>
                <a:lnTo>
                  <a:pt x="8486616" y="80218"/>
                </a:lnTo>
                <a:lnTo>
                  <a:pt x="8481630" y="80218"/>
                </a:lnTo>
                <a:lnTo>
                  <a:pt x="8481630" y="75381"/>
                </a:lnTo>
                <a:cubicBezTo>
                  <a:pt x="8479050" y="79152"/>
                  <a:pt x="8475057" y="81037"/>
                  <a:pt x="8469649" y="81037"/>
                </a:cubicBezTo>
                <a:cubicBezTo>
                  <a:pt x="8465730" y="81037"/>
                  <a:pt x="8462667" y="79995"/>
                  <a:pt x="8460459" y="77911"/>
                </a:cubicBezTo>
                <a:cubicBezTo>
                  <a:pt x="8458251" y="75828"/>
                  <a:pt x="8457148" y="72926"/>
                  <a:pt x="8457148" y="69205"/>
                </a:cubicBezTo>
                <a:cubicBezTo>
                  <a:pt x="8457148" y="64492"/>
                  <a:pt x="8459107" y="61007"/>
                  <a:pt x="8463026" y="58750"/>
                </a:cubicBezTo>
                <a:cubicBezTo>
                  <a:pt x="8466946" y="56493"/>
                  <a:pt x="8473022" y="55339"/>
                  <a:pt x="8481258" y="55290"/>
                </a:cubicBezTo>
                <a:lnTo>
                  <a:pt x="8481258" y="52536"/>
                </a:lnTo>
                <a:cubicBezTo>
                  <a:pt x="8481258" y="49957"/>
                  <a:pt x="8480452" y="47985"/>
                  <a:pt x="8478839" y="46620"/>
                </a:cubicBezTo>
                <a:cubicBezTo>
                  <a:pt x="8477227" y="45256"/>
                  <a:pt x="8474883" y="44574"/>
                  <a:pt x="8471807" y="44574"/>
                </a:cubicBezTo>
                <a:cubicBezTo>
                  <a:pt x="8468583" y="44574"/>
                  <a:pt x="8465458" y="45293"/>
                  <a:pt x="8462431" y="46732"/>
                </a:cubicBezTo>
                <a:lnTo>
                  <a:pt x="8461017" y="42193"/>
                </a:lnTo>
                <a:cubicBezTo>
                  <a:pt x="8464539" y="40407"/>
                  <a:pt x="8468334" y="39514"/>
                  <a:pt x="8472403" y="39514"/>
                </a:cubicBezTo>
                <a:close/>
                <a:moveTo>
                  <a:pt x="8302739" y="39514"/>
                </a:moveTo>
                <a:cubicBezTo>
                  <a:pt x="8307749" y="39514"/>
                  <a:pt x="8311643" y="41200"/>
                  <a:pt x="8314421" y="44574"/>
                </a:cubicBezTo>
                <a:cubicBezTo>
                  <a:pt x="8317199" y="47947"/>
                  <a:pt x="8318589" y="52635"/>
                  <a:pt x="8318589" y="58638"/>
                </a:cubicBezTo>
                <a:cubicBezTo>
                  <a:pt x="8318589" y="59829"/>
                  <a:pt x="8318514" y="60871"/>
                  <a:pt x="8318365" y="61764"/>
                </a:cubicBezTo>
                <a:lnTo>
                  <a:pt x="8291874" y="61764"/>
                </a:lnTo>
                <a:cubicBezTo>
                  <a:pt x="8292073" y="66476"/>
                  <a:pt x="8293226" y="70036"/>
                  <a:pt x="8295335" y="72442"/>
                </a:cubicBezTo>
                <a:cubicBezTo>
                  <a:pt x="8297443" y="74848"/>
                  <a:pt x="8300456" y="76051"/>
                  <a:pt x="8304375" y="76051"/>
                </a:cubicBezTo>
                <a:cubicBezTo>
                  <a:pt x="8308097" y="76051"/>
                  <a:pt x="8311519" y="75009"/>
                  <a:pt x="8314645" y="72926"/>
                </a:cubicBezTo>
                <a:lnTo>
                  <a:pt x="8316729" y="77242"/>
                </a:lnTo>
                <a:cubicBezTo>
                  <a:pt x="8315190" y="78482"/>
                  <a:pt x="8313318" y="79437"/>
                  <a:pt x="8311110" y="80107"/>
                </a:cubicBezTo>
                <a:cubicBezTo>
                  <a:pt x="8308902" y="80776"/>
                  <a:pt x="8306558" y="81111"/>
                  <a:pt x="8304078" y="81111"/>
                </a:cubicBezTo>
                <a:cubicBezTo>
                  <a:pt x="8298521" y="81111"/>
                  <a:pt x="8294193" y="79276"/>
                  <a:pt x="8291093" y="75605"/>
                </a:cubicBezTo>
                <a:cubicBezTo>
                  <a:pt x="8287991" y="71933"/>
                  <a:pt x="8286442" y="66849"/>
                  <a:pt x="8286442" y="60350"/>
                </a:cubicBezTo>
                <a:cubicBezTo>
                  <a:pt x="8286442" y="53801"/>
                  <a:pt x="8287880" y="48691"/>
                  <a:pt x="8290758" y="45020"/>
                </a:cubicBezTo>
                <a:cubicBezTo>
                  <a:pt x="8293635" y="41349"/>
                  <a:pt x="8297629" y="39514"/>
                  <a:pt x="8302739" y="39514"/>
                </a:cubicBezTo>
                <a:close/>
                <a:moveTo>
                  <a:pt x="8226836" y="39514"/>
                </a:moveTo>
                <a:cubicBezTo>
                  <a:pt x="8232095" y="39514"/>
                  <a:pt x="8236138" y="41287"/>
                  <a:pt x="8238965" y="44834"/>
                </a:cubicBezTo>
                <a:cubicBezTo>
                  <a:pt x="8241793" y="48381"/>
                  <a:pt x="8243207" y="53553"/>
                  <a:pt x="8243207" y="60350"/>
                </a:cubicBezTo>
                <a:cubicBezTo>
                  <a:pt x="8243207" y="67146"/>
                  <a:pt x="8241793" y="72318"/>
                  <a:pt x="8238965" y="75865"/>
                </a:cubicBezTo>
                <a:cubicBezTo>
                  <a:pt x="8236138" y="79412"/>
                  <a:pt x="8232069" y="81186"/>
                  <a:pt x="8226761" y="81186"/>
                </a:cubicBezTo>
                <a:cubicBezTo>
                  <a:pt x="8221503" y="81186"/>
                  <a:pt x="8217460" y="79412"/>
                  <a:pt x="8214632" y="75865"/>
                </a:cubicBezTo>
                <a:cubicBezTo>
                  <a:pt x="8211805" y="72318"/>
                  <a:pt x="8210391" y="67146"/>
                  <a:pt x="8210391" y="60350"/>
                </a:cubicBezTo>
                <a:cubicBezTo>
                  <a:pt x="8210391" y="53553"/>
                  <a:pt x="8211805" y="48381"/>
                  <a:pt x="8214632" y="44834"/>
                </a:cubicBezTo>
                <a:cubicBezTo>
                  <a:pt x="8217460" y="41287"/>
                  <a:pt x="8221529" y="39514"/>
                  <a:pt x="8226836" y="39514"/>
                </a:cubicBezTo>
                <a:close/>
                <a:moveTo>
                  <a:pt x="8170207" y="39514"/>
                </a:moveTo>
                <a:cubicBezTo>
                  <a:pt x="8172092" y="39514"/>
                  <a:pt x="8174027" y="39799"/>
                  <a:pt x="8176011" y="40370"/>
                </a:cubicBezTo>
                <a:cubicBezTo>
                  <a:pt x="8177996" y="40940"/>
                  <a:pt x="8179807" y="41721"/>
                  <a:pt x="8181443" y="42714"/>
                </a:cubicBezTo>
                <a:lnTo>
                  <a:pt x="8179360" y="47104"/>
                </a:lnTo>
                <a:cubicBezTo>
                  <a:pt x="8176135" y="45368"/>
                  <a:pt x="8173035" y="44499"/>
                  <a:pt x="8170058" y="44499"/>
                </a:cubicBezTo>
                <a:cubicBezTo>
                  <a:pt x="8166437" y="44499"/>
                  <a:pt x="8163609" y="45839"/>
                  <a:pt x="8161575" y="48518"/>
                </a:cubicBezTo>
                <a:cubicBezTo>
                  <a:pt x="8159541" y="51197"/>
                  <a:pt x="8158524" y="54942"/>
                  <a:pt x="8158524" y="59754"/>
                </a:cubicBezTo>
                <a:cubicBezTo>
                  <a:pt x="8158524" y="65112"/>
                  <a:pt x="8159579" y="69168"/>
                  <a:pt x="8161687" y="71921"/>
                </a:cubicBezTo>
                <a:cubicBezTo>
                  <a:pt x="8163795" y="74674"/>
                  <a:pt x="8166909" y="76051"/>
                  <a:pt x="8171025" y="76051"/>
                </a:cubicBezTo>
                <a:cubicBezTo>
                  <a:pt x="8174101" y="76051"/>
                  <a:pt x="8177053" y="75208"/>
                  <a:pt x="8179881" y="73521"/>
                </a:cubicBezTo>
                <a:lnTo>
                  <a:pt x="8181890" y="77837"/>
                </a:lnTo>
                <a:cubicBezTo>
                  <a:pt x="8180501" y="78879"/>
                  <a:pt x="8178815" y="79685"/>
                  <a:pt x="8176830" y="80255"/>
                </a:cubicBezTo>
                <a:cubicBezTo>
                  <a:pt x="8174845" y="80826"/>
                  <a:pt x="8172761" y="81111"/>
                  <a:pt x="8170579" y="81111"/>
                </a:cubicBezTo>
                <a:cubicBezTo>
                  <a:pt x="8165023" y="81111"/>
                  <a:pt x="8160695" y="79276"/>
                  <a:pt x="8157594" y="75605"/>
                </a:cubicBezTo>
                <a:cubicBezTo>
                  <a:pt x="8154493" y="71933"/>
                  <a:pt x="8152943" y="66799"/>
                  <a:pt x="8152943" y="60201"/>
                </a:cubicBezTo>
                <a:cubicBezTo>
                  <a:pt x="8152943" y="56083"/>
                  <a:pt x="8153663" y="52462"/>
                  <a:pt x="8155101" y="49336"/>
                </a:cubicBezTo>
                <a:cubicBezTo>
                  <a:pt x="8156539" y="46211"/>
                  <a:pt x="8158561" y="43793"/>
                  <a:pt x="8161165" y="42081"/>
                </a:cubicBezTo>
                <a:cubicBezTo>
                  <a:pt x="8163770" y="40370"/>
                  <a:pt x="8166784" y="39514"/>
                  <a:pt x="8170207" y="39514"/>
                </a:cubicBezTo>
                <a:close/>
                <a:moveTo>
                  <a:pt x="7950313" y="39514"/>
                </a:moveTo>
                <a:cubicBezTo>
                  <a:pt x="7955323" y="39514"/>
                  <a:pt x="7959219" y="41200"/>
                  <a:pt x="7961997" y="44574"/>
                </a:cubicBezTo>
                <a:cubicBezTo>
                  <a:pt x="7964774" y="47947"/>
                  <a:pt x="7966163" y="52635"/>
                  <a:pt x="7966163" y="58638"/>
                </a:cubicBezTo>
                <a:cubicBezTo>
                  <a:pt x="7966163" y="59829"/>
                  <a:pt x="7966089" y="60871"/>
                  <a:pt x="7965941" y="61764"/>
                </a:cubicBezTo>
                <a:lnTo>
                  <a:pt x="7939449" y="61764"/>
                </a:lnTo>
                <a:cubicBezTo>
                  <a:pt x="7939648" y="66476"/>
                  <a:pt x="7940801" y="70036"/>
                  <a:pt x="7942910" y="72442"/>
                </a:cubicBezTo>
                <a:cubicBezTo>
                  <a:pt x="7945017" y="74848"/>
                  <a:pt x="7948031" y="76051"/>
                  <a:pt x="7951951" y="76051"/>
                </a:cubicBezTo>
                <a:cubicBezTo>
                  <a:pt x="7955671" y="76051"/>
                  <a:pt x="7959095" y="75009"/>
                  <a:pt x="7962219" y="72926"/>
                </a:cubicBezTo>
                <a:lnTo>
                  <a:pt x="7964303" y="77242"/>
                </a:lnTo>
                <a:cubicBezTo>
                  <a:pt x="7962765" y="78482"/>
                  <a:pt x="7960893" y="79437"/>
                  <a:pt x="7958685" y="80107"/>
                </a:cubicBezTo>
                <a:cubicBezTo>
                  <a:pt x="7956477" y="80776"/>
                  <a:pt x="7954133" y="81111"/>
                  <a:pt x="7951653" y="81111"/>
                </a:cubicBezTo>
                <a:cubicBezTo>
                  <a:pt x="7946097" y="81111"/>
                  <a:pt x="7941769" y="79276"/>
                  <a:pt x="7938668" y="75605"/>
                </a:cubicBezTo>
                <a:cubicBezTo>
                  <a:pt x="7935567" y="71933"/>
                  <a:pt x="7934017" y="66849"/>
                  <a:pt x="7934017" y="60350"/>
                </a:cubicBezTo>
                <a:cubicBezTo>
                  <a:pt x="7934017" y="53801"/>
                  <a:pt x="7935455" y="48691"/>
                  <a:pt x="7938333" y="45020"/>
                </a:cubicBezTo>
                <a:cubicBezTo>
                  <a:pt x="7941211" y="41349"/>
                  <a:pt x="7945203" y="39514"/>
                  <a:pt x="7950313" y="39514"/>
                </a:cubicBezTo>
                <a:close/>
                <a:moveTo>
                  <a:pt x="7896289" y="39514"/>
                </a:moveTo>
                <a:cubicBezTo>
                  <a:pt x="7901002" y="39514"/>
                  <a:pt x="7904673" y="41374"/>
                  <a:pt x="7907302" y="45095"/>
                </a:cubicBezTo>
                <a:cubicBezTo>
                  <a:pt x="7909931" y="48816"/>
                  <a:pt x="7911246" y="54000"/>
                  <a:pt x="7911246" y="60647"/>
                </a:cubicBezTo>
                <a:cubicBezTo>
                  <a:pt x="7911246" y="67097"/>
                  <a:pt x="7909845" y="72132"/>
                  <a:pt x="7907042" y="75753"/>
                </a:cubicBezTo>
                <a:cubicBezTo>
                  <a:pt x="7904239" y="79375"/>
                  <a:pt x="7900357" y="81186"/>
                  <a:pt x="7895396" y="81186"/>
                </a:cubicBezTo>
                <a:cubicBezTo>
                  <a:pt x="7893363" y="81186"/>
                  <a:pt x="7891464" y="80789"/>
                  <a:pt x="7889703" y="79995"/>
                </a:cubicBezTo>
                <a:cubicBezTo>
                  <a:pt x="7887943" y="79201"/>
                  <a:pt x="7886417" y="78085"/>
                  <a:pt x="7885127" y="76646"/>
                </a:cubicBezTo>
                <a:lnTo>
                  <a:pt x="7885127" y="95622"/>
                </a:lnTo>
                <a:lnTo>
                  <a:pt x="7879769" y="95622"/>
                </a:lnTo>
                <a:lnTo>
                  <a:pt x="7879769" y="40481"/>
                </a:lnTo>
                <a:lnTo>
                  <a:pt x="7884755" y="40481"/>
                </a:lnTo>
                <a:lnTo>
                  <a:pt x="7884755" y="45541"/>
                </a:lnTo>
                <a:cubicBezTo>
                  <a:pt x="7886094" y="43557"/>
                  <a:pt x="7887744" y="42056"/>
                  <a:pt x="7889703" y="41039"/>
                </a:cubicBezTo>
                <a:cubicBezTo>
                  <a:pt x="7891663" y="40022"/>
                  <a:pt x="7893858" y="39514"/>
                  <a:pt x="7896289" y="39514"/>
                </a:cubicBezTo>
                <a:close/>
                <a:moveTo>
                  <a:pt x="7855361" y="39514"/>
                </a:moveTo>
                <a:cubicBezTo>
                  <a:pt x="7860620" y="39514"/>
                  <a:pt x="7864663" y="41287"/>
                  <a:pt x="7867491" y="44834"/>
                </a:cubicBezTo>
                <a:cubicBezTo>
                  <a:pt x="7870319" y="48381"/>
                  <a:pt x="7871732" y="53553"/>
                  <a:pt x="7871732" y="60350"/>
                </a:cubicBezTo>
                <a:cubicBezTo>
                  <a:pt x="7871732" y="67146"/>
                  <a:pt x="7870319" y="72318"/>
                  <a:pt x="7867491" y="75865"/>
                </a:cubicBezTo>
                <a:cubicBezTo>
                  <a:pt x="7864663" y="79412"/>
                  <a:pt x="7860595" y="81186"/>
                  <a:pt x="7855287" y="81186"/>
                </a:cubicBezTo>
                <a:cubicBezTo>
                  <a:pt x="7850029" y="81186"/>
                  <a:pt x="7845985" y="79412"/>
                  <a:pt x="7843157" y="75865"/>
                </a:cubicBezTo>
                <a:cubicBezTo>
                  <a:pt x="7840330" y="72318"/>
                  <a:pt x="7838916" y="67146"/>
                  <a:pt x="7838916" y="60350"/>
                </a:cubicBezTo>
                <a:cubicBezTo>
                  <a:pt x="7838916" y="53553"/>
                  <a:pt x="7840330" y="48381"/>
                  <a:pt x="7843157" y="44834"/>
                </a:cubicBezTo>
                <a:cubicBezTo>
                  <a:pt x="7845985" y="41287"/>
                  <a:pt x="7850053" y="39514"/>
                  <a:pt x="7855361" y="39514"/>
                </a:cubicBezTo>
                <a:close/>
                <a:moveTo>
                  <a:pt x="7817782" y="39514"/>
                </a:moveTo>
                <a:cubicBezTo>
                  <a:pt x="7819668" y="39514"/>
                  <a:pt x="7821602" y="39799"/>
                  <a:pt x="7823587" y="40370"/>
                </a:cubicBezTo>
                <a:cubicBezTo>
                  <a:pt x="7825571" y="40940"/>
                  <a:pt x="7827382" y="41721"/>
                  <a:pt x="7829019" y="42714"/>
                </a:cubicBezTo>
                <a:lnTo>
                  <a:pt x="7826935" y="47104"/>
                </a:lnTo>
                <a:cubicBezTo>
                  <a:pt x="7823710" y="45368"/>
                  <a:pt x="7820610" y="44499"/>
                  <a:pt x="7817633" y="44499"/>
                </a:cubicBezTo>
                <a:cubicBezTo>
                  <a:pt x="7814012" y="44499"/>
                  <a:pt x="7811184" y="45839"/>
                  <a:pt x="7809150" y="48518"/>
                </a:cubicBezTo>
                <a:cubicBezTo>
                  <a:pt x="7807116" y="51197"/>
                  <a:pt x="7806099" y="54942"/>
                  <a:pt x="7806099" y="59754"/>
                </a:cubicBezTo>
                <a:cubicBezTo>
                  <a:pt x="7806099" y="65112"/>
                  <a:pt x="7807153" y="69168"/>
                  <a:pt x="7809262" y="71921"/>
                </a:cubicBezTo>
                <a:cubicBezTo>
                  <a:pt x="7811370" y="74674"/>
                  <a:pt x="7814483" y="76051"/>
                  <a:pt x="7818601" y="76051"/>
                </a:cubicBezTo>
                <a:cubicBezTo>
                  <a:pt x="7821677" y="76051"/>
                  <a:pt x="7824628" y="75208"/>
                  <a:pt x="7827456" y="73521"/>
                </a:cubicBezTo>
                <a:lnTo>
                  <a:pt x="7829465" y="77837"/>
                </a:lnTo>
                <a:cubicBezTo>
                  <a:pt x="7828076" y="78879"/>
                  <a:pt x="7826389" y="79685"/>
                  <a:pt x="7824405" y="80255"/>
                </a:cubicBezTo>
                <a:cubicBezTo>
                  <a:pt x="7822421" y="80826"/>
                  <a:pt x="7820337" y="81111"/>
                  <a:pt x="7818154" y="81111"/>
                </a:cubicBezTo>
                <a:cubicBezTo>
                  <a:pt x="7812598" y="81111"/>
                  <a:pt x="7808269" y="79276"/>
                  <a:pt x="7805169" y="75605"/>
                </a:cubicBezTo>
                <a:cubicBezTo>
                  <a:pt x="7802069" y="71933"/>
                  <a:pt x="7800518" y="66799"/>
                  <a:pt x="7800518" y="60201"/>
                </a:cubicBezTo>
                <a:cubicBezTo>
                  <a:pt x="7800518" y="56083"/>
                  <a:pt x="7801237" y="52462"/>
                  <a:pt x="7802676" y="49336"/>
                </a:cubicBezTo>
                <a:cubicBezTo>
                  <a:pt x="7804115" y="46211"/>
                  <a:pt x="7806136" y="43793"/>
                  <a:pt x="7808741" y="42081"/>
                </a:cubicBezTo>
                <a:cubicBezTo>
                  <a:pt x="7811345" y="40370"/>
                  <a:pt x="7814359" y="39514"/>
                  <a:pt x="7817782" y="39514"/>
                </a:cubicBezTo>
                <a:close/>
                <a:moveTo>
                  <a:pt x="7693139" y="39514"/>
                </a:moveTo>
                <a:cubicBezTo>
                  <a:pt x="7698149" y="39514"/>
                  <a:pt x="7702043" y="41200"/>
                  <a:pt x="7704822" y="44574"/>
                </a:cubicBezTo>
                <a:cubicBezTo>
                  <a:pt x="7707600" y="47947"/>
                  <a:pt x="7708989" y="52635"/>
                  <a:pt x="7708989" y="58638"/>
                </a:cubicBezTo>
                <a:cubicBezTo>
                  <a:pt x="7708989" y="59829"/>
                  <a:pt x="7708914" y="60871"/>
                  <a:pt x="7708766" y="61764"/>
                </a:cubicBezTo>
                <a:lnTo>
                  <a:pt x="7682274" y="61764"/>
                </a:lnTo>
                <a:cubicBezTo>
                  <a:pt x="7682472" y="66476"/>
                  <a:pt x="7683626" y="70036"/>
                  <a:pt x="7685735" y="72442"/>
                </a:cubicBezTo>
                <a:cubicBezTo>
                  <a:pt x="7687843" y="74848"/>
                  <a:pt x="7690857" y="76051"/>
                  <a:pt x="7694776" y="76051"/>
                </a:cubicBezTo>
                <a:cubicBezTo>
                  <a:pt x="7698497" y="76051"/>
                  <a:pt x="7701920" y="75009"/>
                  <a:pt x="7705045" y="72926"/>
                </a:cubicBezTo>
                <a:lnTo>
                  <a:pt x="7707129" y="77242"/>
                </a:lnTo>
                <a:cubicBezTo>
                  <a:pt x="7705591" y="78482"/>
                  <a:pt x="7703718" y="79437"/>
                  <a:pt x="7701510" y="80107"/>
                </a:cubicBezTo>
                <a:cubicBezTo>
                  <a:pt x="7699303" y="80776"/>
                  <a:pt x="7696959" y="81111"/>
                  <a:pt x="7694478" y="81111"/>
                </a:cubicBezTo>
                <a:cubicBezTo>
                  <a:pt x="7688922" y="81111"/>
                  <a:pt x="7684593" y="79276"/>
                  <a:pt x="7681493" y="75605"/>
                </a:cubicBezTo>
                <a:cubicBezTo>
                  <a:pt x="7678393" y="71933"/>
                  <a:pt x="7676842" y="66849"/>
                  <a:pt x="7676842" y="60350"/>
                </a:cubicBezTo>
                <a:cubicBezTo>
                  <a:pt x="7676842" y="53801"/>
                  <a:pt x="7678281" y="48691"/>
                  <a:pt x="7681158" y="45020"/>
                </a:cubicBezTo>
                <a:cubicBezTo>
                  <a:pt x="7684035" y="41349"/>
                  <a:pt x="7688029" y="39514"/>
                  <a:pt x="7693139" y="39514"/>
                </a:cubicBezTo>
                <a:close/>
                <a:moveTo>
                  <a:pt x="7655857" y="39514"/>
                </a:moveTo>
                <a:cubicBezTo>
                  <a:pt x="7657743" y="39514"/>
                  <a:pt x="7659677" y="39799"/>
                  <a:pt x="7661662" y="40370"/>
                </a:cubicBezTo>
                <a:cubicBezTo>
                  <a:pt x="7663646" y="40940"/>
                  <a:pt x="7665457" y="41721"/>
                  <a:pt x="7667094" y="42714"/>
                </a:cubicBezTo>
                <a:lnTo>
                  <a:pt x="7665010" y="47104"/>
                </a:lnTo>
                <a:cubicBezTo>
                  <a:pt x="7661785" y="45368"/>
                  <a:pt x="7658685" y="44499"/>
                  <a:pt x="7655708" y="44499"/>
                </a:cubicBezTo>
                <a:cubicBezTo>
                  <a:pt x="7652087" y="44499"/>
                  <a:pt x="7649259" y="45839"/>
                  <a:pt x="7647225" y="48518"/>
                </a:cubicBezTo>
                <a:cubicBezTo>
                  <a:pt x="7645191" y="51197"/>
                  <a:pt x="7644174" y="54942"/>
                  <a:pt x="7644174" y="59754"/>
                </a:cubicBezTo>
                <a:cubicBezTo>
                  <a:pt x="7644174" y="65112"/>
                  <a:pt x="7645228" y="69168"/>
                  <a:pt x="7647337" y="71921"/>
                </a:cubicBezTo>
                <a:cubicBezTo>
                  <a:pt x="7649445" y="74674"/>
                  <a:pt x="7652558" y="76051"/>
                  <a:pt x="7656676" y="76051"/>
                </a:cubicBezTo>
                <a:cubicBezTo>
                  <a:pt x="7659752" y="76051"/>
                  <a:pt x="7662703" y="75208"/>
                  <a:pt x="7665531" y="73521"/>
                </a:cubicBezTo>
                <a:lnTo>
                  <a:pt x="7667540" y="77837"/>
                </a:lnTo>
                <a:cubicBezTo>
                  <a:pt x="7666151" y="78879"/>
                  <a:pt x="7664464" y="79685"/>
                  <a:pt x="7662480" y="80255"/>
                </a:cubicBezTo>
                <a:cubicBezTo>
                  <a:pt x="7660496" y="80826"/>
                  <a:pt x="7658412" y="81111"/>
                  <a:pt x="7656229" y="81111"/>
                </a:cubicBezTo>
                <a:cubicBezTo>
                  <a:pt x="7650673" y="81111"/>
                  <a:pt x="7646344" y="79276"/>
                  <a:pt x="7643244" y="75605"/>
                </a:cubicBezTo>
                <a:cubicBezTo>
                  <a:pt x="7640144" y="71933"/>
                  <a:pt x="7638593" y="66799"/>
                  <a:pt x="7638593" y="60201"/>
                </a:cubicBezTo>
                <a:cubicBezTo>
                  <a:pt x="7638593" y="56083"/>
                  <a:pt x="7639312" y="52462"/>
                  <a:pt x="7640751" y="49336"/>
                </a:cubicBezTo>
                <a:cubicBezTo>
                  <a:pt x="7642190" y="46211"/>
                  <a:pt x="7644211" y="43793"/>
                  <a:pt x="7646816" y="42081"/>
                </a:cubicBezTo>
                <a:cubicBezTo>
                  <a:pt x="7649420" y="40370"/>
                  <a:pt x="7652434" y="39514"/>
                  <a:pt x="7655857" y="39514"/>
                </a:cubicBezTo>
                <a:close/>
                <a:moveTo>
                  <a:pt x="7541036" y="39514"/>
                </a:moveTo>
                <a:cubicBezTo>
                  <a:pt x="7546295" y="39514"/>
                  <a:pt x="7550338" y="41287"/>
                  <a:pt x="7553166" y="44834"/>
                </a:cubicBezTo>
                <a:cubicBezTo>
                  <a:pt x="7555994" y="48381"/>
                  <a:pt x="7557407" y="53553"/>
                  <a:pt x="7557407" y="60350"/>
                </a:cubicBezTo>
                <a:cubicBezTo>
                  <a:pt x="7557407" y="67146"/>
                  <a:pt x="7555994" y="72318"/>
                  <a:pt x="7553166" y="75865"/>
                </a:cubicBezTo>
                <a:cubicBezTo>
                  <a:pt x="7550338" y="79412"/>
                  <a:pt x="7546270" y="81186"/>
                  <a:pt x="7540962" y="81186"/>
                </a:cubicBezTo>
                <a:cubicBezTo>
                  <a:pt x="7535704" y="81186"/>
                  <a:pt x="7531660" y="79412"/>
                  <a:pt x="7528832" y="75865"/>
                </a:cubicBezTo>
                <a:cubicBezTo>
                  <a:pt x="7526005" y="72318"/>
                  <a:pt x="7524591" y="67146"/>
                  <a:pt x="7524591" y="60350"/>
                </a:cubicBezTo>
                <a:cubicBezTo>
                  <a:pt x="7524591" y="53553"/>
                  <a:pt x="7526005" y="48381"/>
                  <a:pt x="7528832" y="44834"/>
                </a:cubicBezTo>
                <a:cubicBezTo>
                  <a:pt x="7531660" y="41287"/>
                  <a:pt x="7535728" y="39514"/>
                  <a:pt x="7541036" y="39514"/>
                </a:cubicBezTo>
                <a:close/>
                <a:moveTo>
                  <a:pt x="7477189" y="39514"/>
                </a:moveTo>
                <a:cubicBezTo>
                  <a:pt x="7481902" y="39514"/>
                  <a:pt x="7485573" y="41374"/>
                  <a:pt x="7488202" y="45095"/>
                </a:cubicBezTo>
                <a:cubicBezTo>
                  <a:pt x="7490832" y="48816"/>
                  <a:pt x="7492146" y="54000"/>
                  <a:pt x="7492146" y="60647"/>
                </a:cubicBezTo>
                <a:cubicBezTo>
                  <a:pt x="7492146" y="67097"/>
                  <a:pt x="7490745" y="72132"/>
                  <a:pt x="7487942" y="75753"/>
                </a:cubicBezTo>
                <a:cubicBezTo>
                  <a:pt x="7485139" y="79375"/>
                  <a:pt x="7481257" y="81186"/>
                  <a:pt x="7476296" y="81186"/>
                </a:cubicBezTo>
                <a:cubicBezTo>
                  <a:pt x="7474262" y="81186"/>
                  <a:pt x="7472364" y="80789"/>
                  <a:pt x="7470603" y="79995"/>
                </a:cubicBezTo>
                <a:cubicBezTo>
                  <a:pt x="7468843" y="79201"/>
                  <a:pt x="7467317" y="78085"/>
                  <a:pt x="7466027" y="76646"/>
                </a:cubicBezTo>
                <a:lnTo>
                  <a:pt x="7466027" y="95622"/>
                </a:lnTo>
                <a:lnTo>
                  <a:pt x="7460669" y="95622"/>
                </a:lnTo>
                <a:lnTo>
                  <a:pt x="7460669" y="40481"/>
                </a:lnTo>
                <a:lnTo>
                  <a:pt x="7465655" y="40481"/>
                </a:lnTo>
                <a:lnTo>
                  <a:pt x="7465655" y="45541"/>
                </a:lnTo>
                <a:cubicBezTo>
                  <a:pt x="7466994" y="43557"/>
                  <a:pt x="7468644" y="42056"/>
                  <a:pt x="7470603" y="41039"/>
                </a:cubicBezTo>
                <a:cubicBezTo>
                  <a:pt x="7472563" y="40022"/>
                  <a:pt x="7474758" y="39514"/>
                  <a:pt x="7477189" y="39514"/>
                </a:cubicBezTo>
                <a:close/>
                <a:moveTo>
                  <a:pt x="7435964" y="39514"/>
                </a:moveTo>
                <a:cubicBezTo>
                  <a:pt x="7440974" y="39514"/>
                  <a:pt x="7444868" y="41200"/>
                  <a:pt x="7447647" y="44574"/>
                </a:cubicBezTo>
                <a:cubicBezTo>
                  <a:pt x="7450425" y="47947"/>
                  <a:pt x="7451814" y="52635"/>
                  <a:pt x="7451814" y="58638"/>
                </a:cubicBezTo>
                <a:cubicBezTo>
                  <a:pt x="7451814" y="59829"/>
                  <a:pt x="7451739" y="60871"/>
                  <a:pt x="7451591" y="61764"/>
                </a:cubicBezTo>
                <a:lnTo>
                  <a:pt x="7425099" y="61764"/>
                </a:lnTo>
                <a:cubicBezTo>
                  <a:pt x="7425297" y="66476"/>
                  <a:pt x="7426451" y="70036"/>
                  <a:pt x="7428560" y="72442"/>
                </a:cubicBezTo>
                <a:cubicBezTo>
                  <a:pt x="7430668" y="74848"/>
                  <a:pt x="7433682" y="76051"/>
                  <a:pt x="7437601" y="76051"/>
                </a:cubicBezTo>
                <a:cubicBezTo>
                  <a:pt x="7441322" y="76051"/>
                  <a:pt x="7444745" y="75009"/>
                  <a:pt x="7447870" y="72926"/>
                </a:cubicBezTo>
                <a:lnTo>
                  <a:pt x="7449954" y="77242"/>
                </a:lnTo>
                <a:cubicBezTo>
                  <a:pt x="7448416" y="78482"/>
                  <a:pt x="7446543" y="79437"/>
                  <a:pt x="7444335" y="80107"/>
                </a:cubicBezTo>
                <a:cubicBezTo>
                  <a:pt x="7442128" y="80776"/>
                  <a:pt x="7439784" y="81111"/>
                  <a:pt x="7437303" y="81111"/>
                </a:cubicBezTo>
                <a:cubicBezTo>
                  <a:pt x="7431747" y="81111"/>
                  <a:pt x="7427418" y="79276"/>
                  <a:pt x="7424318" y="75605"/>
                </a:cubicBezTo>
                <a:cubicBezTo>
                  <a:pt x="7421218" y="71933"/>
                  <a:pt x="7419667" y="66849"/>
                  <a:pt x="7419667" y="60350"/>
                </a:cubicBezTo>
                <a:cubicBezTo>
                  <a:pt x="7419667" y="53801"/>
                  <a:pt x="7421106" y="48691"/>
                  <a:pt x="7423983" y="45020"/>
                </a:cubicBezTo>
                <a:cubicBezTo>
                  <a:pt x="7426860" y="41349"/>
                  <a:pt x="7430854" y="39514"/>
                  <a:pt x="7435964" y="39514"/>
                </a:cubicBezTo>
                <a:close/>
                <a:moveTo>
                  <a:pt x="7293089" y="39514"/>
                </a:moveTo>
                <a:cubicBezTo>
                  <a:pt x="7298099" y="39514"/>
                  <a:pt x="7301993" y="41200"/>
                  <a:pt x="7304772" y="44574"/>
                </a:cubicBezTo>
                <a:cubicBezTo>
                  <a:pt x="7307550" y="47947"/>
                  <a:pt x="7308939" y="52635"/>
                  <a:pt x="7308939" y="58638"/>
                </a:cubicBezTo>
                <a:cubicBezTo>
                  <a:pt x="7308939" y="59829"/>
                  <a:pt x="7308864" y="60871"/>
                  <a:pt x="7308716" y="61764"/>
                </a:cubicBezTo>
                <a:lnTo>
                  <a:pt x="7282224" y="61764"/>
                </a:lnTo>
                <a:cubicBezTo>
                  <a:pt x="7282423" y="66476"/>
                  <a:pt x="7283576" y="70036"/>
                  <a:pt x="7285685" y="72442"/>
                </a:cubicBezTo>
                <a:cubicBezTo>
                  <a:pt x="7287793" y="74848"/>
                  <a:pt x="7290807" y="76051"/>
                  <a:pt x="7294726" y="76051"/>
                </a:cubicBezTo>
                <a:cubicBezTo>
                  <a:pt x="7298447" y="76051"/>
                  <a:pt x="7301870" y="75009"/>
                  <a:pt x="7304995" y="72926"/>
                </a:cubicBezTo>
                <a:lnTo>
                  <a:pt x="7307079" y="77242"/>
                </a:lnTo>
                <a:cubicBezTo>
                  <a:pt x="7305541" y="78482"/>
                  <a:pt x="7303668" y="79437"/>
                  <a:pt x="7301460" y="80107"/>
                </a:cubicBezTo>
                <a:cubicBezTo>
                  <a:pt x="7299253" y="80776"/>
                  <a:pt x="7296909" y="81111"/>
                  <a:pt x="7294428" y="81111"/>
                </a:cubicBezTo>
                <a:cubicBezTo>
                  <a:pt x="7288872" y="81111"/>
                  <a:pt x="7284543" y="79276"/>
                  <a:pt x="7281443" y="75605"/>
                </a:cubicBezTo>
                <a:cubicBezTo>
                  <a:pt x="7278343" y="71933"/>
                  <a:pt x="7276792" y="66849"/>
                  <a:pt x="7276792" y="60350"/>
                </a:cubicBezTo>
                <a:cubicBezTo>
                  <a:pt x="7276792" y="53801"/>
                  <a:pt x="7278231" y="48691"/>
                  <a:pt x="7281108" y="45020"/>
                </a:cubicBezTo>
                <a:cubicBezTo>
                  <a:pt x="7283986" y="41349"/>
                  <a:pt x="7287979" y="39514"/>
                  <a:pt x="7293089" y="39514"/>
                </a:cubicBezTo>
                <a:close/>
                <a:moveTo>
                  <a:pt x="7159739" y="39514"/>
                </a:moveTo>
                <a:cubicBezTo>
                  <a:pt x="7164749" y="39514"/>
                  <a:pt x="7168644" y="41200"/>
                  <a:pt x="7171422" y="44574"/>
                </a:cubicBezTo>
                <a:cubicBezTo>
                  <a:pt x="7174200" y="47947"/>
                  <a:pt x="7175589" y="52635"/>
                  <a:pt x="7175589" y="58638"/>
                </a:cubicBezTo>
                <a:cubicBezTo>
                  <a:pt x="7175589" y="59829"/>
                  <a:pt x="7175514" y="60871"/>
                  <a:pt x="7175366" y="61764"/>
                </a:cubicBezTo>
                <a:lnTo>
                  <a:pt x="7148874" y="61764"/>
                </a:lnTo>
                <a:cubicBezTo>
                  <a:pt x="7149072" y="66476"/>
                  <a:pt x="7150226" y="70036"/>
                  <a:pt x="7152335" y="72442"/>
                </a:cubicBezTo>
                <a:cubicBezTo>
                  <a:pt x="7154443" y="74848"/>
                  <a:pt x="7157457" y="76051"/>
                  <a:pt x="7161376" y="76051"/>
                </a:cubicBezTo>
                <a:cubicBezTo>
                  <a:pt x="7165097" y="76051"/>
                  <a:pt x="7168520" y="75009"/>
                  <a:pt x="7171645" y="72926"/>
                </a:cubicBezTo>
                <a:lnTo>
                  <a:pt x="7173729" y="77242"/>
                </a:lnTo>
                <a:cubicBezTo>
                  <a:pt x="7172191" y="78482"/>
                  <a:pt x="7170318" y="79437"/>
                  <a:pt x="7168110" y="80107"/>
                </a:cubicBezTo>
                <a:cubicBezTo>
                  <a:pt x="7165903" y="80776"/>
                  <a:pt x="7163559" y="81111"/>
                  <a:pt x="7161078" y="81111"/>
                </a:cubicBezTo>
                <a:cubicBezTo>
                  <a:pt x="7155522" y="81111"/>
                  <a:pt x="7151194" y="79276"/>
                  <a:pt x="7148093" y="75605"/>
                </a:cubicBezTo>
                <a:cubicBezTo>
                  <a:pt x="7144993" y="71933"/>
                  <a:pt x="7143442" y="66849"/>
                  <a:pt x="7143442" y="60350"/>
                </a:cubicBezTo>
                <a:cubicBezTo>
                  <a:pt x="7143442" y="53801"/>
                  <a:pt x="7144881" y="48691"/>
                  <a:pt x="7147758" y="45020"/>
                </a:cubicBezTo>
                <a:cubicBezTo>
                  <a:pt x="7150635" y="41349"/>
                  <a:pt x="7154629" y="39514"/>
                  <a:pt x="7159739" y="39514"/>
                </a:cubicBezTo>
                <a:close/>
                <a:moveTo>
                  <a:pt x="7036211" y="39514"/>
                </a:moveTo>
                <a:cubicBezTo>
                  <a:pt x="7041470" y="39514"/>
                  <a:pt x="7045513" y="41287"/>
                  <a:pt x="7048341" y="44834"/>
                </a:cubicBezTo>
                <a:cubicBezTo>
                  <a:pt x="7051169" y="48381"/>
                  <a:pt x="7052582" y="53553"/>
                  <a:pt x="7052582" y="60350"/>
                </a:cubicBezTo>
                <a:cubicBezTo>
                  <a:pt x="7052582" y="67146"/>
                  <a:pt x="7051169" y="72318"/>
                  <a:pt x="7048341" y="75865"/>
                </a:cubicBezTo>
                <a:cubicBezTo>
                  <a:pt x="7045513" y="79412"/>
                  <a:pt x="7041445" y="81186"/>
                  <a:pt x="7036137" y="81186"/>
                </a:cubicBezTo>
                <a:cubicBezTo>
                  <a:pt x="7030879" y="81186"/>
                  <a:pt x="7026835" y="79412"/>
                  <a:pt x="7024007" y="75865"/>
                </a:cubicBezTo>
                <a:cubicBezTo>
                  <a:pt x="7021180" y="72318"/>
                  <a:pt x="7019766" y="67146"/>
                  <a:pt x="7019766" y="60350"/>
                </a:cubicBezTo>
                <a:cubicBezTo>
                  <a:pt x="7019766" y="53553"/>
                  <a:pt x="7021180" y="48381"/>
                  <a:pt x="7024007" y="44834"/>
                </a:cubicBezTo>
                <a:cubicBezTo>
                  <a:pt x="7026835" y="41287"/>
                  <a:pt x="7030903" y="39514"/>
                  <a:pt x="7036211" y="39514"/>
                </a:cubicBezTo>
                <a:close/>
                <a:moveTo>
                  <a:pt x="6992084" y="39514"/>
                </a:moveTo>
                <a:cubicBezTo>
                  <a:pt x="6995953" y="39514"/>
                  <a:pt x="6998980" y="40630"/>
                  <a:pt x="7001162" y="42862"/>
                </a:cubicBezTo>
                <a:cubicBezTo>
                  <a:pt x="7003345" y="45095"/>
                  <a:pt x="7004437" y="48171"/>
                  <a:pt x="7004437" y="52090"/>
                </a:cubicBezTo>
                <a:lnTo>
                  <a:pt x="7004437" y="80218"/>
                </a:lnTo>
                <a:lnTo>
                  <a:pt x="6999079" y="80218"/>
                </a:lnTo>
                <a:lnTo>
                  <a:pt x="6999079" y="52462"/>
                </a:lnTo>
                <a:cubicBezTo>
                  <a:pt x="6999079" y="49932"/>
                  <a:pt x="6998360" y="48009"/>
                  <a:pt x="6996921" y="46695"/>
                </a:cubicBezTo>
                <a:cubicBezTo>
                  <a:pt x="6995482" y="45380"/>
                  <a:pt x="6993398" y="44723"/>
                  <a:pt x="6990670" y="44723"/>
                </a:cubicBezTo>
                <a:cubicBezTo>
                  <a:pt x="6988686" y="44723"/>
                  <a:pt x="6986850" y="45033"/>
                  <a:pt x="6985163" y="45653"/>
                </a:cubicBezTo>
                <a:cubicBezTo>
                  <a:pt x="6983477" y="46273"/>
                  <a:pt x="6981840" y="47278"/>
                  <a:pt x="6980252" y="48667"/>
                </a:cubicBezTo>
                <a:lnTo>
                  <a:pt x="6980252" y="80218"/>
                </a:lnTo>
                <a:lnTo>
                  <a:pt x="6974894" y="80218"/>
                </a:lnTo>
                <a:lnTo>
                  <a:pt x="6974894" y="40481"/>
                </a:lnTo>
                <a:lnTo>
                  <a:pt x="6979880" y="40481"/>
                </a:lnTo>
                <a:lnTo>
                  <a:pt x="6979880" y="44723"/>
                </a:lnTo>
                <a:cubicBezTo>
                  <a:pt x="6983204" y="41250"/>
                  <a:pt x="6987272" y="39514"/>
                  <a:pt x="6992084" y="39514"/>
                </a:cubicBezTo>
                <a:close/>
                <a:moveTo>
                  <a:pt x="6891253" y="39514"/>
                </a:moveTo>
                <a:cubicBezTo>
                  <a:pt x="6895519" y="39514"/>
                  <a:pt x="6898955" y="40580"/>
                  <a:pt x="6901559" y="42714"/>
                </a:cubicBezTo>
                <a:cubicBezTo>
                  <a:pt x="6904164" y="44847"/>
                  <a:pt x="6905466" y="47972"/>
                  <a:pt x="6905466" y="52090"/>
                </a:cubicBezTo>
                <a:lnTo>
                  <a:pt x="6905466" y="80218"/>
                </a:lnTo>
                <a:lnTo>
                  <a:pt x="6900480" y="80218"/>
                </a:lnTo>
                <a:lnTo>
                  <a:pt x="6900480" y="75381"/>
                </a:lnTo>
                <a:cubicBezTo>
                  <a:pt x="6897901" y="79152"/>
                  <a:pt x="6893907" y="81037"/>
                  <a:pt x="6888499" y="81037"/>
                </a:cubicBezTo>
                <a:cubicBezTo>
                  <a:pt x="6884580" y="81037"/>
                  <a:pt x="6881517" y="79995"/>
                  <a:pt x="6879309" y="77911"/>
                </a:cubicBezTo>
                <a:cubicBezTo>
                  <a:pt x="6877102" y="75828"/>
                  <a:pt x="6875998" y="72926"/>
                  <a:pt x="6875998" y="69205"/>
                </a:cubicBezTo>
                <a:cubicBezTo>
                  <a:pt x="6875998" y="64492"/>
                  <a:pt x="6877958" y="61007"/>
                  <a:pt x="6881877" y="58750"/>
                </a:cubicBezTo>
                <a:cubicBezTo>
                  <a:pt x="6885796" y="56493"/>
                  <a:pt x="6891873" y="55339"/>
                  <a:pt x="6900108" y="55290"/>
                </a:cubicBezTo>
                <a:lnTo>
                  <a:pt x="6900108" y="52536"/>
                </a:lnTo>
                <a:cubicBezTo>
                  <a:pt x="6900108" y="49957"/>
                  <a:pt x="6899302" y="47985"/>
                  <a:pt x="6897690" y="46620"/>
                </a:cubicBezTo>
                <a:cubicBezTo>
                  <a:pt x="6896077" y="45256"/>
                  <a:pt x="6893733" y="44574"/>
                  <a:pt x="6890657" y="44574"/>
                </a:cubicBezTo>
                <a:cubicBezTo>
                  <a:pt x="6887433" y="44574"/>
                  <a:pt x="6884307" y="45293"/>
                  <a:pt x="6881281" y="46732"/>
                </a:cubicBezTo>
                <a:lnTo>
                  <a:pt x="6879867" y="42193"/>
                </a:lnTo>
                <a:cubicBezTo>
                  <a:pt x="6883390" y="40407"/>
                  <a:pt x="6887185" y="39514"/>
                  <a:pt x="6891253" y="39514"/>
                </a:cubicBezTo>
                <a:close/>
                <a:moveTo>
                  <a:pt x="6729328" y="39514"/>
                </a:moveTo>
                <a:cubicBezTo>
                  <a:pt x="6733594" y="39514"/>
                  <a:pt x="6737030" y="40580"/>
                  <a:pt x="6739634" y="42714"/>
                </a:cubicBezTo>
                <a:cubicBezTo>
                  <a:pt x="6742239" y="44847"/>
                  <a:pt x="6743541" y="47972"/>
                  <a:pt x="6743541" y="52090"/>
                </a:cubicBezTo>
                <a:lnTo>
                  <a:pt x="6743541" y="80218"/>
                </a:lnTo>
                <a:lnTo>
                  <a:pt x="6738555" y="80218"/>
                </a:lnTo>
                <a:lnTo>
                  <a:pt x="6738555" y="75381"/>
                </a:lnTo>
                <a:cubicBezTo>
                  <a:pt x="6735976" y="79152"/>
                  <a:pt x="6731982" y="81037"/>
                  <a:pt x="6726574" y="81037"/>
                </a:cubicBezTo>
                <a:cubicBezTo>
                  <a:pt x="6722655" y="81037"/>
                  <a:pt x="6719592" y="79995"/>
                  <a:pt x="6717384" y="77911"/>
                </a:cubicBezTo>
                <a:cubicBezTo>
                  <a:pt x="6715177" y="75828"/>
                  <a:pt x="6714073" y="72926"/>
                  <a:pt x="6714073" y="69205"/>
                </a:cubicBezTo>
                <a:cubicBezTo>
                  <a:pt x="6714073" y="64492"/>
                  <a:pt x="6716033" y="61007"/>
                  <a:pt x="6719952" y="58750"/>
                </a:cubicBezTo>
                <a:cubicBezTo>
                  <a:pt x="6723871" y="56493"/>
                  <a:pt x="6729948" y="55339"/>
                  <a:pt x="6738183" y="55290"/>
                </a:cubicBezTo>
                <a:lnTo>
                  <a:pt x="6738183" y="52536"/>
                </a:lnTo>
                <a:cubicBezTo>
                  <a:pt x="6738183" y="49957"/>
                  <a:pt x="6737377" y="47985"/>
                  <a:pt x="6735765" y="46620"/>
                </a:cubicBezTo>
                <a:cubicBezTo>
                  <a:pt x="6734152" y="45256"/>
                  <a:pt x="6731808" y="44574"/>
                  <a:pt x="6728732" y="44574"/>
                </a:cubicBezTo>
                <a:cubicBezTo>
                  <a:pt x="6725508" y="44574"/>
                  <a:pt x="6722383" y="45293"/>
                  <a:pt x="6719356" y="46732"/>
                </a:cubicBezTo>
                <a:lnTo>
                  <a:pt x="6717942" y="42193"/>
                </a:lnTo>
                <a:cubicBezTo>
                  <a:pt x="6721465" y="40407"/>
                  <a:pt x="6725260" y="39514"/>
                  <a:pt x="6729328" y="39514"/>
                </a:cubicBezTo>
                <a:close/>
                <a:moveTo>
                  <a:pt x="6645389" y="39514"/>
                </a:moveTo>
                <a:cubicBezTo>
                  <a:pt x="6650399" y="39514"/>
                  <a:pt x="6654294" y="41200"/>
                  <a:pt x="6657072" y="44574"/>
                </a:cubicBezTo>
                <a:cubicBezTo>
                  <a:pt x="6659850" y="47947"/>
                  <a:pt x="6661239" y="52635"/>
                  <a:pt x="6661239" y="58638"/>
                </a:cubicBezTo>
                <a:cubicBezTo>
                  <a:pt x="6661239" y="59829"/>
                  <a:pt x="6661164" y="60871"/>
                  <a:pt x="6661016" y="61764"/>
                </a:cubicBezTo>
                <a:lnTo>
                  <a:pt x="6634524" y="61764"/>
                </a:lnTo>
                <a:cubicBezTo>
                  <a:pt x="6634723" y="66476"/>
                  <a:pt x="6635876" y="70036"/>
                  <a:pt x="6637985" y="72442"/>
                </a:cubicBezTo>
                <a:cubicBezTo>
                  <a:pt x="6640093" y="74848"/>
                  <a:pt x="6643107" y="76051"/>
                  <a:pt x="6647026" y="76051"/>
                </a:cubicBezTo>
                <a:cubicBezTo>
                  <a:pt x="6650747" y="76051"/>
                  <a:pt x="6654170" y="75009"/>
                  <a:pt x="6657295" y="72926"/>
                </a:cubicBezTo>
                <a:lnTo>
                  <a:pt x="6659379" y="77242"/>
                </a:lnTo>
                <a:cubicBezTo>
                  <a:pt x="6657841" y="78482"/>
                  <a:pt x="6655968" y="79437"/>
                  <a:pt x="6653760" y="80107"/>
                </a:cubicBezTo>
                <a:cubicBezTo>
                  <a:pt x="6651553" y="80776"/>
                  <a:pt x="6649209" y="81111"/>
                  <a:pt x="6646728" y="81111"/>
                </a:cubicBezTo>
                <a:cubicBezTo>
                  <a:pt x="6641172" y="81111"/>
                  <a:pt x="6636844" y="79276"/>
                  <a:pt x="6633743" y="75605"/>
                </a:cubicBezTo>
                <a:cubicBezTo>
                  <a:pt x="6630643" y="71933"/>
                  <a:pt x="6629092" y="66849"/>
                  <a:pt x="6629092" y="60350"/>
                </a:cubicBezTo>
                <a:cubicBezTo>
                  <a:pt x="6629092" y="53801"/>
                  <a:pt x="6630531" y="48691"/>
                  <a:pt x="6633408" y="45020"/>
                </a:cubicBezTo>
                <a:cubicBezTo>
                  <a:pt x="6636286" y="41349"/>
                  <a:pt x="6640279" y="39514"/>
                  <a:pt x="6645389" y="39514"/>
                </a:cubicBezTo>
                <a:close/>
                <a:moveTo>
                  <a:pt x="6576928" y="39514"/>
                </a:moveTo>
                <a:cubicBezTo>
                  <a:pt x="6581194" y="39514"/>
                  <a:pt x="6584630" y="40580"/>
                  <a:pt x="6587234" y="42714"/>
                </a:cubicBezTo>
                <a:cubicBezTo>
                  <a:pt x="6589839" y="44847"/>
                  <a:pt x="6591141" y="47972"/>
                  <a:pt x="6591141" y="52090"/>
                </a:cubicBezTo>
                <a:lnTo>
                  <a:pt x="6591141" y="80218"/>
                </a:lnTo>
                <a:lnTo>
                  <a:pt x="6586155" y="80218"/>
                </a:lnTo>
                <a:lnTo>
                  <a:pt x="6586155" y="75381"/>
                </a:lnTo>
                <a:cubicBezTo>
                  <a:pt x="6583576" y="79152"/>
                  <a:pt x="6579582" y="81037"/>
                  <a:pt x="6574174" y="81037"/>
                </a:cubicBezTo>
                <a:cubicBezTo>
                  <a:pt x="6570255" y="81037"/>
                  <a:pt x="6567192" y="79995"/>
                  <a:pt x="6564984" y="77911"/>
                </a:cubicBezTo>
                <a:cubicBezTo>
                  <a:pt x="6562777" y="75828"/>
                  <a:pt x="6561673" y="72926"/>
                  <a:pt x="6561673" y="69205"/>
                </a:cubicBezTo>
                <a:cubicBezTo>
                  <a:pt x="6561673" y="64492"/>
                  <a:pt x="6563633" y="61007"/>
                  <a:pt x="6567552" y="58750"/>
                </a:cubicBezTo>
                <a:cubicBezTo>
                  <a:pt x="6571471" y="56493"/>
                  <a:pt x="6577548" y="55339"/>
                  <a:pt x="6585783" y="55290"/>
                </a:cubicBezTo>
                <a:lnTo>
                  <a:pt x="6585783" y="52536"/>
                </a:lnTo>
                <a:cubicBezTo>
                  <a:pt x="6585783" y="49957"/>
                  <a:pt x="6584977" y="47985"/>
                  <a:pt x="6583365" y="46620"/>
                </a:cubicBezTo>
                <a:cubicBezTo>
                  <a:pt x="6581752" y="45256"/>
                  <a:pt x="6579408" y="44574"/>
                  <a:pt x="6576332" y="44574"/>
                </a:cubicBezTo>
                <a:cubicBezTo>
                  <a:pt x="6573108" y="44574"/>
                  <a:pt x="6569983" y="45293"/>
                  <a:pt x="6566956" y="46732"/>
                </a:cubicBezTo>
                <a:lnTo>
                  <a:pt x="6565542" y="42193"/>
                </a:lnTo>
                <a:cubicBezTo>
                  <a:pt x="6569065" y="40407"/>
                  <a:pt x="6572860" y="39514"/>
                  <a:pt x="6576928" y="39514"/>
                </a:cubicBezTo>
                <a:close/>
                <a:moveTo>
                  <a:pt x="6525061" y="39514"/>
                </a:moveTo>
                <a:cubicBezTo>
                  <a:pt x="6527591" y="39514"/>
                  <a:pt x="6529774" y="40047"/>
                  <a:pt x="6531610" y="41114"/>
                </a:cubicBezTo>
                <a:cubicBezTo>
                  <a:pt x="6533446" y="42180"/>
                  <a:pt x="6534809" y="43681"/>
                  <a:pt x="6535702" y="45616"/>
                </a:cubicBezTo>
                <a:cubicBezTo>
                  <a:pt x="6539225" y="41548"/>
                  <a:pt x="6543466" y="39514"/>
                  <a:pt x="6548427" y="39514"/>
                </a:cubicBezTo>
                <a:cubicBezTo>
                  <a:pt x="6552148" y="39514"/>
                  <a:pt x="6555050" y="40618"/>
                  <a:pt x="6557134" y="42825"/>
                </a:cubicBezTo>
                <a:cubicBezTo>
                  <a:pt x="6559217" y="45033"/>
                  <a:pt x="6560259" y="48121"/>
                  <a:pt x="6560259" y="52090"/>
                </a:cubicBezTo>
                <a:lnTo>
                  <a:pt x="6560259" y="80218"/>
                </a:lnTo>
                <a:lnTo>
                  <a:pt x="6554901" y="80218"/>
                </a:lnTo>
                <a:lnTo>
                  <a:pt x="6554901" y="52462"/>
                </a:lnTo>
                <a:cubicBezTo>
                  <a:pt x="6554901" y="49932"/>
                  <a:pt x="6554231" y="48009"/>
                  <a:pt x="6552892" y="46695"/>
                </a:cubicBezTo>
                <a:cubicBezTo>
                  <a:pt x="6551553" y="45380"/>
                  <a:pt x="6549593" y="44723"/>
                  <a:pt x="6547013" y="44723"/>
                </a:cubicBezTo>
                <a:cubicBezTo>
                  <a:pt x="6543392" y="44723"/>
                  <a:pt x="6539944" y="46112"/>
                  <a:pt x="6536670" y="48890"/>
                </a:cubicBezTo>
                <a:cubicBezTo>
                  <a:pt x="6536869" y="49733"/>
                  <a:pt x="6536967" y="50800"/>
                  <a:pt x="6536967" y="52090"/>
                </a:cubicBezTo>
                <a:lnTo>
                  <a:pt x="6536967" y="80218"/>
                </a:lnTo>
                <a:lnTo>
                  <a:pt x="6531610" y="80218"/>
                </a:lnTo>
                <a:lnTo>
                  <a:pt x="6531610" y="52462"/>
                </a:lnTo>
                <a:cubicBezTo>
                  <a:pt x="6531610" y="49932"/>
                  <a:pt x="6530928" y="48009"/>
                  <a:pt x="6529563" y="46695"/>
                </a:cubicBezTo>
                <a:cubicBezTo>
                  <a:pt x="6528199" y="45380"/>
                  <a:pt x="6526227" y="44723"/>
                  <a:pt x="6523647" y="44723"/>
                </a:cubicBezTo>
                <a:cubicBezTo>
                  <a:pt x="6521763" y="44723"/>
                  <a:pt x="6520001" y="45045"/>
                  <a:pt x="6518364" y="45690"/>
                </a:cubicBezTo>
                <a:cubicBezTo>
                  <a:pt x="6516727" y="46335"/>
                  <a:pt x="6515115" y="47327"/>
                  <a:pt x="6513527" y="48667"/>
                </a:cubicBezTo>
                <a:lnTo>
                  <a:pt x="6513527" y="80218"/>
                </a:lnTo>
                <a:lnTo>
                  <a:pt x="6508169" y="80218"/>
                </a:lnTo>
                <a:lnTo>
                  <a:pt x="6508169" y="40481"/>
                </a:lnTo>
                <a:lnTo>
                  <a:pt x="6513155" y="40481"/>
                </a:lnTo>
                <a:lnTo>
                  <a:pt x="6513155" y="44723"/>
                </a:lnTo>
                <a:cubicBezTo>
                  <a:pt x="6516479" y="41250"/>
                  <a:pt x="6520447" y="39514"/>
                  <a:pt x="6525061" y="39514"/>
                </a:cubicBezTo>
                <a:close/>
                <a:moveTo>
                  <a:pt x="6246157" y="39514"/>
                </a:moveTo>
                <a:cubicBezTo>
                  <a:pt x="6248043" y="39514"/>
                  <a:pt x="6249977" y="39799"/>
                  <a:pt x="6251962" y="40370"/>
                </a:cubicBezTo>
                <a:cubicBezTo>
                  <a:pt x="6253946" y="40940"/>
                  <a:pt x="6255757" y="41721"/>
                  <a:pt x="6257394" y="42714"/>
                </a:cubicBezTo>
                <a:lnTo>
                  <a:pt x="6255310" y="47104"/>
                </a:lnTo>
                <a:cubicBezTo>
                  <a:pt x="6252086" y="45368"/>
                  <a:pt x="6248985" y="44499"/>
                  <a:pt x="6246008" y="44499"/>
                </a:cubicBezTo>
                <a:cubicBezTo>
                  <a:pt x="6242387" y="44499"/>
                  <a:pt x="6239559" y="45839"/>
                  <a:pt x="6237525" y="48518"/>
                </a:cubicBezTo>
                <a:cubicBezTo>
                  <a:pt x="6235492" y="51197"/>
                  <a:pt x="6234474" y="54942"/>
                  <a:pt x="6234474" y="59754"/>
                </a:cubicBezTo>
                <a:cubicBezTo>
                  <a:pt x="6234474" y="65112"/>
                  <a:pt x="6235529" y="69168"/>
                  <a:pt x="6237637" y="71921"/>
                </a:cubicBezTo>
                <a:cubicBezTo>
                  <a:pt x="6239745" y="74674"/>
                  <a:pt x="6242859" y="76051"/>
                  <a:pt x="6246976" y="76051"/>
                </a:cubicBezTo>
                <a:cubicBezTo>
                  <a:pt x="6250052" y="76051"/>
                  <a:pt x="6253003" y="75208"/>
                  <a:pt x="6255831" y="73521"/>
                </a:cubicBezTo>
                <a:lnTo>
                  <a:pt x="6257840" y="77837"/>
                </a:lnTo>
                <a:cubicBezTo>
                  <a:pt x="6256451" y="78879"/>
                  <a:pt x="6254765" y="79685"/>
                  <a:pt x="6252780" y="80255"/>
                </a:cubicBezTo>
                <a:cubicBezTo>
                  <a:pt x="6250796" y="80826"/>
                  <a:pt x="6248712" y="81111"/>
                  <a:pt x="6246529" y="81111"/>
                </a:cubicBezTo>
                <a:cubicBezTo>
                  <a:pt x="6240973" y="81111"/>
                  <a:pt x="6236645" y="79276"/>
                  <a:pt x="6233544" y="75605"/>
                </a:cubicBezTo>
                <a:cubicBezTo>
                  <a:pt x="6230444" y="71933"/>
                  <a:pt x="6228893" y="66799"/>
                  <a:pt x="6228893" y="60201"/>
                </a:cubicBezTo>
                <a:cubicBezTo>
                  <a:pt x="6228893" y="56083"/>
                  <a:pt x="6229613" y="52462"/>
                  <a:pt x="6231051" y="49336"/>
                </a:cubicBezTo>
                <a:cubicBezTo>
                  <a:pt x="6232490" y="46211"/>
                  <a:pt x="6234511" y="43793"/>
                  <a:pt x="6237116" y="42081"/>
                </a:cubicBezTo>
                <a:cubicBezTo>
                  <a:pt x="6239720" y="40370"/>
                  <a:pt x="6242734" y="39514"/>
                  <a:pt x="6246157" y="39514"/>
                </a:cubicBezTo>
                <a:close/>
                <a:moveTo>
                  <a:pt x="6182459" y="39514"/>
                </a:moveTo>
                <a:cubicBezTo>
                  <a:pt x="6186328" y="39514"/>
                  <a:pt x="6189355" y="40630"/>
                  <a:pt x="6191537" y="42862"/>
                </a:cubicBezTo>
                <a:cubicBezTo>
                  <a:pt x="6193720" y="45095"/>
                  <a:pt x="6194812" y="48171"/>
                  <a:pt x="6194812" y="52090"/>
                </a:cubicBezTo>
                <a:lnTo>
                  <a:pt x="6194812" y="80218"/>
                </a:lnTo>
                <a:lnTo>
                  <a:pt x="6189454" y="80218"/>
                </a:lnTo>
                <a:lnTo>
                  <a:pt x="6189454" y="52462"/>
                </a:lnTo>
                <a:cubicBezTo>
                  <a:pt x="6189454" y="49932"/>
                  <a:pt x="6188735" y="48009"/>
                  <a:pt x="6187296" y="46695"/>
                </a:cubicBezTo>
                <a:cubicBezTo>
                  <a:pt x="6185857" y="45380"/>
                  <a:pt x="6183774" y="44723"/>
                  <a:pt x="6181045" y="44723"/>
                </a:cubicBezTo>
                <a:cubicBezTo>
                  <a:pt x="6179061" y="44723"/>
                  <a:pt x="6177225" y="45033"/>
                  <a:pt x="6175538" y="45653"/>
                </a:cubicBezTo>
                <a:cubicBezTo>
                  <a:pt x="6173852" y="46273"/>
                  <a:pt x="6172215" y="47278"/>
                  <a:pt x="6170627" y="48667"/>
                </a:cubicBezTo>
                <a:lnTo>
                  <a:pt x="6170627" y="80218"/>
                </a:lnTo>
                <a:lnTo>
                  <a:pt x="6165269" y="80218"/>
                </a:lnTo>
                <a:lnTo>
                  <a:pt x="6165269" y="40481"/>
                </a:lnTo>
                <a:lnTo>
                  <a:pt x="6170255" y="40481"/>
                </a:lnTo>
                <a:lnTo>
                  <a:pt x="6170255" y="44723"/>
                </a:lnTo>
                <a:cubicBezTo>
                  <a:pt x="6173579" y="41250"/>
                  <a:pt x="6177647" y="39514"/>
                  <a:pt x="6182459" y="39514"/>
                </a:cubicBezTo>
                <a:close/>
                <a:moveTo>
                  <a:pt x="6140861" y="39514"/>
                </a:moveTo>
                <a:cubicBezTo>
                  <a:pt x="6146120" y="39514"/>
                  <a:pt x="6150163" y="41287"/>
                  <a:pt x="6152991" y="44834"/>
                </a:cubicBezTo>
                <a:cubicBezTo>
                  <a:pt x="6155819" y="48381"/>
                  <a:pt x="6157232" y="53553"/>
                  <a:pt x="6157232" y="60350"/>
                </a:cubicBezTo>
                <a:cubicBezTo>
                  <a:pt x="6157232" y="67146"/>
                  <a:pt x="6155819" y="72318"/>
                  <a:pt x="6152991" y="75865"/>
                </a:cubicBezTo>
                <a:cubicBezTo>
                  <a:pt x="6150163" y="79412"/>
                  <a:pt x="6146095" y="81186"/>
                  <a:pt x="6140787" y="81186"/>
                </a:cubicBezTo>
                <a:cubicBezTo>
                  <a:pt x="6135529" y="81186"/>
                  <a:pt x="6131485" y="79412"/>
                  <a:pt x="6128657" y="75865"/>
                </a:cubicBezTo>
                <a:cubicBezTo>
                  <a:pt x="6125830" y="72318"/>
                  <a:pt x="6124416" y="67146"/>
                  <a:pt x="6124416" y="60350"/>
                </a:cubicBezTo>
                <a:cubicBezTo>
                  <a:pt x="6124416" y="53553"/>
                  <a:pt x="6125830" y="48381"/>
                  <a:pt x="6128657" y="44834"/>
                </a:cubicBezTo>
                <a:cubicBezTo>
                  <a:pt x="6131485" y="41287"/>
                  <a:pt x="6135554" y="39514"/>
                  <a:pt x="6140861" y="39514"/>
                </a:cubicBezTo>
                <a:close/>
                <a:moveTo>
                  <a:pt x="6046132" y="39514"/>
                </a:moveTo>
                <a:cubicBezTo>
                  <a:pt x="6048018" y="39514"/>
                  <a:pt x="6049952" y="39799"/>
                  <a:pt x="6051937" y="40370"/>
                </a:cubicBezTo>
                <a:cubicBezTo>
                  <a:pt x="6053921" y="40940"/>
                  <a:pt x="6055732" y="41721"/>
                  <a:pt x="6057369" y="42714"/>
                </a:cubicBezTo>
                <a:lnTo>
                  <a:pt x="6055285" y="47104"/>
                </a:lnTo>
                <a:cubicBezTo>
                  <a:pt x="6052060" y="45368"/>
                  <a:pt x="6048960" y="44499"/>
                  <a:pt x="6045983" y="44499"/>
                </a:cubicBezTo>
                <a:cubicBezTo>
                  <a:pt x="6042362" y="44499"/>
                  <a:pt x="6039534" y="45839"/>
                  <a:pt x="6037500" y="48518"/>
                </a:cubicBezTo>
                <a:cubicBezTo>
                  <a:pt x="6035466" y="51197"/>
                  <a:pt x="6034449" y="54942"/>
                  <a:pt x="6034449" y="59754"/>
                </a:cubicBezTo>
                <a:cubicBezTo>
                  <a:pt x="6034449" y="65112"/>
                  <a:pt x="6035503" y="69168"/>
                  <a:pt x="6037612" y="71921"/>
                </a:cubicBezTo>
                <a:cubicBezTo>
                  <a:pt x="6039720" y="74674"/>
                  <a:pt x="6042833" y="76051"/>
                  <a:pt x="6046951" y="76051"/>
                </a:cubicBezTo>
                <a:cubicBezTo>
                  <a:pt x="6050027" y="76051"/>
                  <a:pt x="6052978" y="75208"/>
                  <a:pt x="6055806" y="73521"/>
                </a:cubicBezTo>
                <a:lnTo>
                  <a:pt x="6057815" y="77837"/>
                </a:lnTo>
                <a:cubicBezTo>
                  <a:pt x="6056426" y="78879"/>
                  <a:pt x="6054739" y="79685"/>
                  <a:pt x="6052755" y="80255"/>
                </a:cubicBezTo>
                <a:cubicBezTo>
                  <a:pt x="6050771" y="80826"/>
                  <a:pt x="6048687" y="81111"/>
                  <a:pt x="6046504" y="81111"/>
                </a:cubicBezTo>
                <a:cubicBezTo>
                  <a:pt x="6040948" y="81111"/>
                  <a:pt x="6036619" y="79276"/>
                  <a:pt x="6033519" y="75605"/>
                </a:cubicBezTo>
                <a:cubicBezTo>
                  <a:pt x="6030419" y="71933"/>
                  <a:pt x="6028868" y="66799"/>
                  <a:pt x="6028868" y="60201"/>
                </a:cubicBezTo>
                <a:cubicBezTo>
                  <a:pt x="6028868" y="56083"/>
                  <a:pt x="6029587" y="52462"/>
                  <a:pt x="6031026" y="49336"/>
                </a:cubicBezTo>
                <a:cubicBezTo>
                  <a:pt x="6032465" y="46211"/>
                  <a:pt x="6034486" y="43793"/>
                  <a:pt x="6037091" y="42081"/>
                </a:cubicBezTo>
                <a:cubicBezTo>
                  <a:pt x="6039695" y="40370"/>
                  <a:pt x="6042709" y="39514"/>
                  <a:pt x="6046132" y="39514"/>
                </a:cubicBezTo>
                <a:close/>
                <a:moveTo>
                  <a:pt x="6007214" y="39514"/>
                </a:moveTo>
                <a:cubicBezTo>
                  <a:pt x="6012224" y="39514"/>
                  <a:pt x="6016118" y="41200"/>
                  <a:pt x="6018897" y="44574"/>
                </a:cubicBezTo>
                <a:cubicBezTo>
                  <a:pt x="6021675" y="47947"/>
                  <a:pt x="6023064" y="52635"/>
                  <a:pt x="6023064" y="58638"/>
                </a:cubicBezTo>
                <a:cubicBezTo>
                  <a:pt x="6023064" y="59829"/>
                  <a:pt x="6022989" y="60871"/>
                  <a:pt x="6022841" y="61764"/>
                </a:cubicBezTo>
                <a:lnTo>
                  <a:pt x="5996349" y="61764"/>
                </a:lnTo>
                <a:cubicBezTo>
                  <a:pt x="5996547" y="66476"/>
                  <a:pt x="5997701" y="70036"/>
                  <a:pt x="5999810" y="72442"/>
                </a:cubicBezTo>
                <a:cubicBezTo>
                  <a:pt x="6001918" y="74848"/>
                  <a:pt x="6004932" y="76051"/>
                  <a:pt x="6008851" y="76051"/>
                </a:cubicBezTo>
                <a:cubicBezTo>
                  <a:pt x="6012572" y="76051"/>
                  <a:pt x="6015995" y="75009"/>
                  <a:pt x="6019120" y="72926"/>
                </a:cubicBezTo>
                <a:lnTo>
                  <a:pt x="6021204" y="77242"/>
                </a:lnTo>
                <a:cubicBezTo>
                  <a:pt x="6019666" y="78482"/>
                  <a:pt x="6017793" y="79437"/>
                  <a:pt x="6015585" y="80107"/>
                </a:cubicBezTo>
                <a:cubicBezTo>
                  <a:pt x="6013378" y="80776"/>
                  <a:pt x="6011034" y="81111"/>
                  <a:pt x="6008553" y="81111"/>
                </a:cubicBezTo>
                <a:cubicBezTo>
                  <a:pt x="6002997" y="81111"/>
                  <a:pt x="5998668" y="79276"/>
                  <a:pt x="5995568" y="75605"/>
                </a:cubicBezTo>
                <a:cubicBezTo>
                  <a:pt x="5992468" y="71933"/>
                  <a:pt x="5990917" y="66849"/>
                  <a:pt x="5990917" y="60350"/>
                </a:cubicBezTo>
                <a:cubicBezTo>
                  <a:pt x="5990917" y="53801"/>
                  <a:pt x="5992356" y="48691"/>
                  <a:pt x="5995233" y="45020"/>
                </a:cubicBezTo>
                <a:cubicBezTo>
                  <a:pt x="5998110" y="41349"/>
                  <a:pt x="6002104" y="39514"/>
                  <a:pt x="6007214" y="39514"/>
                </a:cubicBezTo>
                <a:close/>
                <a:moveTo>
                  <a:pt x="5883240" y="39514"/>
                </a:moveTo>
                <a:cubicBezTo>
                  <a:pt x="5885423" y="39514"/>
                  <a:pt x="5887432" y="39960"/>
                  <a:pt x="5889267" y="40853"/>
                </a:cubicBezTo>
                <a:cubicBezTo>
                  <a:pt x="5891103" y="41746"/>
                  <a:pt x="5892665" y="43011"/>
                  <a:pt x="5893955" y="44648"/>
                </a:cubicBezTo>
                <a:lnTo>
                  <a:pt x="5893955" y="40481"/>
                </a:lnTo>
                <a:lnTo>
                  <a:pt x="5898941" y="40481"/>
                </a:lnTo>
                <a:lnTo>
                  <a:pt x="5898941" y="80516"/>
                </a:lnTo>
                <a:cubicBezTo>
                  <a:pt x="5898941" y="85576"/>
                  <a:pt x="5897428" y="89520"/>
                  <a:pt x="5894402" y="92348"/>
                </a:cubicBezTo>
                <a:cubicBezTo>
                  <a:pt x="5891376" y="95175"/>
                  <a:pt x="5887159" y="96589"/>
                  <a:pt x="5881752" y="96589"/>
                </a:cubicBezTo>
                <a:cubicBezTo>
                  <a:pt x="5879767" y="96589"/>
                  <a:pt x="5877820" y="96391"/>
                  <a:pt x="5875910" y="95994"/>
                </a:cubicBezTo>
                <a:cubicBezTo>
                  <a:pt x="5874000" y="95597"/>
                  <a:pt x="5872375" y="95051"/>
                  <a:pt x="5871036" y="94357"/>
                </a:cubicBezTo>
                <a:lnTo>
                  <a:pt x="5872673" y="89520"/>
                </a:lnTo>
                <a:cubicBezTo>
                  <a:pt x="5875451" y="90909"/>
                  <a:pt x="5878477" y="91604"/>
                  <a:pt x="5881752" y="91604"/>
                </a:cubicBezTo>
                <a:cubicBezTo>
                  <a:pt x="5885621" y="91604"/>
                  <a:pt x="5888560" y="90661"/>
                  <a:pt x="5890570" y="88776"/>
                </a:cubicBezTo>
                <a:cubicBezTo>
                  <a:pt x="5892579" y="86891"/>
                  <a:pt x="5893583" y="84137"/>
                  <a:pt x="5893583" y="80516"/>
                </a:cubicBezTo>
                <a:lnTo>
                  <a:pt x="5893583" y="73447"/>
                </a:lnTo>
                <a:cubicBezTo>
                  <a:pt x="5890905" y="77118"/>
                  <a:pt x="5887159" y="78953"/>
                  <a:pt x="5882347" y="78953"/>
                </a:cubicBezTo>
                <a:cubicBezTo>
                  <a:pt x="5877634" y="78953"/>
                  <a:pt x="5873938" y="77192"/>
                  <a:pt x="5871259" y="73670"/>
                </a:cubicBezTo>
                <a:cubicBezTo>
                  <a:pt x="5868580" y="70148"/>
                  <a:pt x="5867241" y="65236"/>
                  <a:pt x="5867241" y="58936"/>
                </a:cubicBezTo>
                <a:cubicBezTo>
                  <a:pt x="5867241" y="52834"/>
                  <a:pt x="5868655" y="48071"/>
                  <a:pt x="5871482" y="44648"/>
                </a:cubicBezTo>
                <a:cubicBezTo>
                  <a:pt x="5874310" y="41225"/>
                  <a:pt x="5878229" y="39514"/>
                  <a:pt x="5883240" y="39514"/>
                </a:cubicBezTo>
                <a:close/>
                <a:moveTo>
                  <a:pt x="5839559" y="39514"/>
                </a:moveTo>
                <a:cubicBezTo>
                  <a:pt x="5843428" y="39514"/>
                  <a:pt x="5846454" y="40630"/>
                  <a:pt x="5848637" y="42862"/>
                </a:cubicBezTo>
                <a:cubicBezTo>
                  <a:pt x="5850820" y="45095"/>
                  <a:pt x="5851912" y="48171"/>
                  <a:pt x="5851912" y="52090"/>
                </a:cubicBezTo>
                <a:lnTo>
                  <a:pt x="5851912" y="80218"/>
                </a:lnTo>
                <a:lnTo>
                  <a:pt x="5846554" y="80218"/>
                </a:lnTo>
                <a:lnTo>
                  <a:pt x="5846554" y="52462"/>
                </a:lnTo>
                <a:cubicBezTo>
                  <a:pt x="5846554" y="49932"/>
                  <a:pt x="5845835" y="48009"/>
                  <a:pt x="5844396" y="46695"/>
                </a:cubicBezTo>
                <a:cubicBezTo>
                  <a:pt x="5842957" y="45380"/>
                  <a:pt x="5840873" y="44723"/>
                  <a:pt x="5838145" y="44723"/>
                </a:cubicBezTo>
                <a:cubicBezTo>
                  <a:pt x="5836161" y="44723"/>
                  <a:pt x="5834325" y="45033"/>
                  <a:pt x="5832639" y="45653"/>
                </a:cubicBezTo>
                <a:cubicBezTo>
                  <a:pt x="5830952" y="46273"/>
                  <a:pt x="5829315" y="47278"/>
                  <a:pt x="5827727" y="48667"/>
                </a:cubicBezTo>
                <a:lnTo>
                  <a:pt x="5827727" y="80218"/>
                </a:lnTo>
                <a:lnTo>
                  <a:pt x="5822369" y="80218"/>
                </a:lnTo>
                <a:lnTo>
                  <a:pt x="5822369" y="40481"/>
                </a:lnTo>
                <a:lnTo>
                  <a:pt x="5827355" y="40481"/>
                </a:lnTo>
                <a:lnTo>
                  <a:pt x="5827355" y="44723"/>
                </a:lnTo>
                <a:cubicBezTo>
                  <a:pt x="5830679" y="41250"/>
                  <a:pt x="5834747" y="39514"/>
                  <a:pt x="5839559" y="39514"/>
                </a:cubicBezTo>
                <a:close/>
                <a:moveTo>
                  <a:pt x="5696386" y="39514"/>
                </a:moveTo>
                <a:cubicBezTo>
                  <a:pt x="5698916" y="39514"/>
                  <a:pt x="5701100" y="40047"/>
                  <a:pt x="5702935" y="41114"/>
                </a:cubicBezTo>
                <a:cubicBezTo>
                  <a:pt x="5704770" y="42180"/>
                  <a:pt x="5706134" y="43681"/>
                  <a:pt x="5707027" y="45616"/>
                </a:cubicBezTo>
                <a:cubicBezTo>
                  <a:pt x="5710550" y="41548"/>
                  <a:pt x="5714791" y="39514"/>
                  <a:pt x="5719752" y="39514"/>
                </a:cubicBezTo>
                <a:cubicBezTo>
                  <a:pt x="5723473" y="39514"/>
                  <a:pt x="5726375" y="40618"/>
                  <a:pt x="5728459" y="42825"/>
                </a:cubicBezTo>
                <a:cubicBezTo>
                  <a:pt x="5730542" y="45033"/>
                  <a:pt x="5731584" y="48121"/>
                  <a:pt x="5731584" y="52090"/>
                </a:cubicBezTo>
                <a:lnTo>
                  <a:pt x="5731584" y="80218"/>
                </a:lnTo>
                <a:lnTo>
                  <a:pt x="5726226" y="80218"/>
                </a:lnTo>
                <a:lnTo>
                  <a:pt x="5726226" y="52462"/>
                </a:lnTo>
                <a:cubicBezTo>
                  <a:pt x="5726226" y="49932"/>
                  <a:pt x="5725556" y="48009"/>
                  <a:pt x="5724217" y="46695"/>
                </a:cubicBezTo>
                <a:cubicBezTo>
                  <a:pt x="5722878" y="45380"/>
                  <a:pt x="5720918" y="44723"/>
                  <a:pt x="5718338" y="44723"/>
                </a:cubicBezTo>
                <a:cubicBezTo>
                  <a:pt x="5714717" y="44723"/>
                  <a:pt x="5711269" y="46112"/>
                  <a:pt x="5707995" y="48890"/>
                </a:cubicBezTo>
                <a:cubicBezTo>
                  <a:pt x="5708193" y="49733"/>
                  <a:pt x="5708292" y="50800"/>
                  <a:pt x="5708292" y="52090"/>
                </a:cubicBezTo>
                <a:lnTo>
                  <a:pt x="5708292" y="80218"/>
                </a:lnTo>
                <a:lnTo>
                  <a:pt x="5702935" y="80218"/>
                </a:lnTo>
                <a:lnTo>
                  <a:pt x="5702935" y="52462"/>
                </a:lnTo>
                <a:cubicBezTo>
                  <a:pt x="5702935" y="49932"/>
                  <a:pt x="5702253" y="48009"/>
                  <a:pt x="5700888" y="46695"/>
                </a:cubicBezTo>
                <a:cubicBezTo>
                  <a:pt x="5699524" y="45380"/>
                  <a:pt x="5697552" y="44723"/>
                  <a:pt x="5694972" y="44723"/>
                </a:cubicBezTo>
                <a:cubicBezTo>
                  <a:pt x="5693087" y="44723"/>
                  <a:pt x="5691326" y="45045"/>
                  <a:pt x="5689689" y="45690"/>
                </a:cubicBezTo>
                <a:cubicBezTo>
                  <a:pt x="5688052" y="46335"/>
                  <a:pt x="5686440" y="47327"/>
                  <a:pt x="5684852" y="48667"/>
                </a:cubicBezTo>
                <a:lnTo>
                  <a:pt x="5684852" y="80218"/>
                </a:lnTo>
                <a:lnTo>
                  <a:pt x="5679494" y="80218"/>
                </a:lnTo>
                <a:lnTo>
                  <a:pt x="5679494" y="40481"/>
                </a:lnTo>
                <a:lnTo>
                  <a:pt x="5684480" y="40481"/>
                </a:lnTo>
                <a:lnTo>
                  <a:pt x="5684480" y="44723"/>
                </a:lnTo>
                <a:cubicBezTo>
                  <a:pt x="5687804" y="41250"/>
                  <a:pt x="5691772" y="39514"/>
                  <a:pt x="5696386" y="39514"/>
                </a:cubicBezTo>
                <a:close/>
                <a:moveTo>
                  <a:pt x="5653003" y="39514"/>
                </a:moveTo>
                <a:cubicBezTo>
                  <a:pt x="5657269" y="39514"/>
                  <a:pt x="5660705" y="40580"/>
                  <a:pt x="5663309" y="42714"/>
                </a:cubicBezTo>
                <a:cubicBezTo>
                  <a:pt x="5665914" y="44847"/>
                  <a:pt x="5667216" y="47972"/>
                  <a:pt x="5667216" y="52090"/>
                </a:cubicBezTo>
                <a:lnTo>
                  <a:pt x="5667216" y="80218"/>
                </a:lnTo>
                <a:lnTo>
                  <a:pt x="5662230" y="80218"/>
                </a:lnTo>
                <a:lnTo>
                  <a:pt x="5662230" y="75381"/>
                </a:lnTo>
                <a:cubicBezTo>
                  <a:pt x="5659651" y="79152"/>
                  <a:pt x="5655657" y="81037"/>
                  <a:pt x="5650250" y="81037"/>
                </a:cubicBezTo>
                <a:cubicBezTo>
                  <a:pt x="5646331" y="81037"/>
                  <a:pt x="5643267" y="79995"/>
                  <a:pt x="5641060" y="77911"/>
                </a:cubicBezTo>
                <a:cubicBezTo>
                  <a:pt x="5638852" y="75828"/>
                  <a:pt x="5637748" y="72926"/>
                  <a:pt x="5637748" y="69205"/>
                </a:cubicBezTo>
                <a:cubicBezTo>
                  <a:pt x="5637748" y="64492"/>
                  <a:pt x="5639708" y="61007"/>
                  <a:pt x="5643627" y="58750"/>
                </a:cubicBezTo>
                <a:cubicBezTo>
                  <a:pt x="5647546" y="56493"/>
                  <a:pt x="5653624" y="55339"/>
                  <a:pt x="5661858" y="55290"/>
                </a:cubicBezTo>
                <a:lnTo>
                  <a:pt x="5661858" y="52536"/>
                </a:lnTo>
                <a:cubicBezTo>
                  <a:pt x="5661858" y="49957"/>
                  <a:pt x="5661052" y="47985"/>
                  <a:pt x="5659440" y="46620"/>
                </a:cubicBezTo>
                <a:cubicBezTo>
                  <a:pt x="5657828" y="45256"/>
                  <a:pt x="5655483" y="44574"/>
                  <a:pt x="5652407" y="44574"/>
                </a:cubicBezTo>
                <a:cubicBezTo>
                  <a:pt x="5649183" y="44574"/>
                  <a:pt x="5646058" y="45293"/>
                  <a:pt x="5643031" y="46732"/>
                </a:cubicBezTo>
                <a:lnTo>
                  <a:pt x="5641617" y="42193"/>
                </a:lnTo>
                <a:cubicBezTo>
                  <a:pt x="5645140" y="40407"/>
                  <a:pt x="5648935" y="39514"/>
                  <a:pt x="5653003" y="39514"/>
                </a:cubicBezTo>
                <a:close/>
                <a:moveTo>
                  <a:pt x="5531261" y="39514"/>
                </a:moveTo>
                <a:cubicBezTo>
                  <a:pt x="5536520" y="39514"/>
                  <a:pt x="5540564" y="41287"/>
                  <a:pt x="5543391" y="44834"/>
                </a:cubicBezTo>
                <a:cubicBezTo>
                  <a:pt x="5546219" y="48381"/>
                  <a:pt x="5547632" y="53553"/>
                  <a:pt x="5547632" y="60350"/>
                </a:cubicBezTo>
                <a:cubicBezTo>
                  <a:pt x="5547632" y="67146"/>
                  <a:pt x="5546219" y="72318"/>
                  <a:pt x="5543391" y="75865"/>
                </a:cubicBezTo>
                <a:cubicBezTo>
                  <a:pt x="5540564" y="79412"/>
                  <a:pt x="5536495" y="81186"/>
                  <a:pt x="5531187" y="81186"/>
                </a:cubicBezTo>
                <a:cubicBezTo>
                  <a:pt x="5525929" y="81186"/>
                  <a:pt x="5521885" y="79412"/>
                  <a:pt x="5519058" y="75865"/>
                </a:cubicBezTo>
                <a:cubicBezTo>
                  <a:pt x="5516230" y="72318"/>
                  <a:pt x="5514816" y="67146"/>
                  <a:pt x="5514816" y="60350"/>
                </a:cubicBezTo>
                <a:cubicBezTo>
                  <a:pt x="5514816" y="53553"/>
                  <a:pt x="5516230" y="48381"/>
                  <a:pt x="5519058" y="44834"/>
                </a:cubicBezTo>
                <a:cubicBezTo>
                  <a:pt x="5521885" y="41287"/>
                  <a:pt x="5525953" y="39514"/>
                  <a:pt x="5531261" y="39514"/>
                </a:cubicBezTo>
                <a:close/>
                <a:moveTo>
                  <a:pt x="5378564" y="39514"/>
                </a:moveTo>
                <a:cubicBezTo>
                  <a:pt x="5383574" y="39514"/>
                  <a:pt x="5387469" y="41200"/>
                  <a:pt x="5390247" y="44574"/>
                </a:cubicBezTo>
                <a:cubicBezTo>
                  <a:pt x="5393025" y="47947"/>
                  <a:pt x="5394414" y="52635"/>
                  <a:pt x="5394414" y="58638"/>
                </a:cubicBezTo>
                <a:cubicBezTo>
                  <a:pt x="5394414" y="59829"/>
                  <a:pt x="5394339" y="60871"/>
                  <a:pt x="5394191" y="61764"/>
                </a:cubicBezTo>
                <a:lnTo>
                  <a:pt x="5367699" y="61764"/>
                </a:lnTo>
                <a:cubicBezTo>
                  <a:pt x="5367897" y="66476"/>
                  <a:pt x="5369051" y="70036"/>
                  <a:pt x="5371160" y="72442"/>
                </a:cubicBezTo>
                <a:cubicBezTo>
                  <a:pt x="5373268" y="74848"/>
                  <a:pt x="5376282" y="76051"/>
                  <a:pt x="5380201" y="76051"/>
                </a:cubicBezTo>
                <a:cubicBezTo>
                  <a:pt x="5383922" y="76051"/>
                  <a:pt x="5387345" y="75009"/>
                  <a:pt x="5390470" y="72926"/>
                </a:cubicBezTo>
                <a:lnTo>
                  <a:pt x="5392554" y="77242"/>
                </a:lnTo>
                <a:cubicBezTo>
                  <a:pt x="5391016" y="78482"/>
                  <a:pt x="5389143" y="79437"/>
                  <a:pt x="5386935" y="80107"/>
                </a:cubicBezTo>
                <a:cubicBezTo>
                  <a:pt x="5384728" y="80776"/>
                  <a:pt x="5382384" y="81111"/>
                  <a:pt x="5379903" y="81111"/>
                </a:cubicBezTo>
                <a:cubicBezTo>
                  <a:pt x="5374347" y="81111"/>
                  <a:pt x="5370019" y="79276"/>
                  <a:pt x="5366918" y="75605"/>
                </a:cubicBezTo>
                <a:cubicBezTo>
                  <a:pt x="5363818" y="71933"/>
                  <a:pt x="5362267" y="66849"/>
                  <a:pt x="5362267" y="60350"/>
                </a:cubicBezTo>
                <a:cubicBezTo>
                  <a:pt x="5362267" y="53801"/>
                  <a:pt x="5363706" y="48691"/>
                  <a:pt x="5366583" y="45020"/>
                </a:cubicBezTo>
                <a:cubicBezTo>
                  <a:pt x="5369460" y="41349"/>
                  <a:pt x="5373455" y="39514"/>
                  <a:pt x="5378564" y="39514"/>
                </a:cubicBezTo>
                <a:close/>
                <a:moveTo>
                  <a:pt x="5343589" y="39514"/>
                </a:moveTo>
                <a:cubicBezTo>
                  <a:pt x="5348302" y="39514"/>
                  <a:pt x="5351973" y="41374"/>
                  <a:pt x="5354602" y="45095"/>
                </a:cubicBezTo>
                <a:cubicBezTo>
                  <a:pt x="5357231" y="48816"/>
                  <a:pt x="5358546" y="54000"/>
                  <a:pt x="5358546" y="60647"/>
                </a:cubicBezTo>
                <a:cubicBezTo>
                  <a:pt x="5358546" y="67097"/>
                  <a:pt x="5357145" y="72132"/>
                  <a:pt x="5354342" y="75753"/>
                </a:cubicBezTo>
                <a:cubicBezTo>
                  <a:pt x="5351539" y="79375"/>
                  <a:pt x="5347657" y="81186"/>
                  <a:pt x="5342696" y="81186"/>
                </a:cubicBezTo>
                <a:cubicBezTo>
                  <a:pt x="5340663" y="81186"/>
                  <a:pt x="5338765" y="80789"/>
                  <a:pt x="5337003" y="79995"/>
                </a:cubicBezTo>
                <a:cubicBezTo>
                  <a:pt x="5335242" y="79201"/>
                  <a:pt x="5333716" y="78085"/>
                  <a:pt x="5332427" y="76646"/>
                </a:cubicBezTo>
                <a:lnTo>
                  <a:pt x="5332427" y="95622"/>
                </a:lnTo>
                <a:lnTo>
                  <a:pt x="5327070" y="95622"/>
                </a:lnTo>
                <a:lnTo>
                  <a:pt x="5327070" y="40481"/>
                </a:lnTo>
                <a:lnTo>
                  <a:pt x="5332055" y="40481"/>
                </a:lnTo>
                <a:lnTo>
                  <a:pt x="5332055" y="45541"/>
                </a:lnTo>
                <a:cubicBezTo>
                  <a:pt x="5333394" y="43557"/>
                  <a:pt x="5335045" y="42056"/>
                  <a:pt x="5337003" y="41039"/>
                </a:cubicBezTo>
                <a:cubicBezTo>
                  <a:pt x="5338963" y="40022"/>
                  <a:pt x="5341158" y="39514"/>
                  <a:pt x="5343589" y="39514"/>
                </a:cubicBezTo>
                <a:close/>
                <a:moveTo>
                  <a:pt x="5302662" y="39514"/>
                </a:moveTo>
                <a:cubicBezTo>
                  <a:pt x="5307921" y="39514"/>
                  <a:pt x="5311963" y="41287"/>
                  <a:pt x="5314791" y="44834"/>
                </a:cubicBezTo>
                <a:cubicBezTo>
                  <a:pt x="5317619" y="48381"/>
                  <a:pt x="5319032" y="53553"/>
                  <a:pt x="5319032" y="60350"/>
                </a:cubicBezTo>
                <a:cubicBezTo>
                  <a:pt x="5319032" y="67146"/>
                  <a:pt x="5317619" y="72318"/>
                  <a:pt x="5314791" y="75865"/>
                </a:cubicBezTo>
                <a:cubicBezTo>
                  <a:pt x="5311963" y="79412"/>
                  <a:pt x="5307895" y="81186"/>
                  <a:pt x="5302587" y="81186"/>
                </a:cubicBezTo>
                <a:cubicBezTo>
                  <a:pt x="5297328" y="81186"/>
                  <a:pt x="5293285" y="79412"/>
                  <a:pt x="5290457" y="75865"/>
                </a:cubicBezTo>
                <a:cubicBezTo>
                  <a:pt x="5287630" y="72318"/>
                  <a:pt x="5286216" y="67146"/>
                  <a:pt x="5286216" y="60350"/>
                </a:cubicBezTo>
                <a:cubicBezTo>
                  <a:pt x="5286216" y="53553"/>
                  <a:pt x="5287630" y="48381"/>
                  <a:pt x="5290457" y="44834"/>
                </a:cubicBezTo>
                <a:cubicBezTo>
                  <a:pt x="5293285" y="41287"/>
                  <a:pt x="5297354" y="39514"/>
                  <a:pt x="5302662" y="39514"/>
                </a:cubicBezTo>
                <a:close/>
                <a:moveTo>
                  <a:pt x="5238815" y="39514"/>
                </a:moveTo>
                <a:cubicBezTo>
                  <a:pt x="5243527" y="39514"/>
                  <a:pt x="5247199" y="41374"/>
                  <a:pt x="5249827" y="45095"/>
                </a:cubicBezTo>
                <a:cubicBezTo>
                  <a:pt x="5252456" y="48816"/>
                  <a:pt x="5253771" y="54000"/>
                  <a:pt x="5253771" y="60647"/>
                </a:cubicBezTo>
                <a:cubicBezTo>
                  <a:pt x="5253771" y="67097"/>
                  <a:pt x="5252370" y="72132"/>
                  <a:pt x="5249567" y="75753"/>
                </a:cubicBezTo>
                <a:cubicBezTo>
                  <a:pt x="5246764" y="79375"/>
                  <a:pt x="5242882" y="81186"/>
                  <a:pt x="5237921" y="81186"/>
                </a:cubicBezTo>
                <a:cubicBezTo>
                  <a:pt x="5235888" y="81186"/>
                  <a:pt x="5233990" y="80789"/>
                  <a:pt x="5232228" y="79995"/>
                </a:cubicBezTo>
                <a:cubicBezTo>
                  <a:pt x="5230467" y="79201"/>
                  <a:pt x="5228941" y="78085"/>
                  <a:pt x="5227652" y="76646"/>
                </a:cubicBezTo>
                <a:lnTo>
                  <a:pt x="5227652" y="95622"/>
                </a:lnTo>
                <a:lnTo>
                  <a:pt x="5222294" y="95622"/>
                </a:lnTo>
                <a:lnTo>
                  <a:pt x="5222294" y="40481"/>
                </a:lnTo>
                <a:lnTo>
                  <a:pt x="5227280" y="40481"/>
                </a:lnTo>
                <a:lnTo>
                  <a:pt x="5227280" y="45541"/>
                </a:lnTo>
                <a:cubicBezTo>
                  <a:pt x="5228619" y="43557"/>
                  <a:pt x="5230269" y="42056"/>
                  <a:pt x="5232228" y="41039"/>
                </a:cubicBezTo>
                <a:cubicBezTo>
                  <a:pt x="5234188" y="40022"/>
                  <a:pt x="5236383" y="39514"/>
                  <a:pt x="5238815" y="39514"/>
                </a:cubicBezTo>
                <a:close/>
                <a:moveTo>
                  <a:pt x="5178539" y="39514"/>
                </a:moveTo>
                <a:cubicBezTo>
                  <a:pt x="5183549" y="39514"/>
                  <a:pt x="5187444" y="41200"/>
                  <a:pt x="5190222" y="44574"/>
                </a:cubicBezTo>
                <a:cubicBezTo>
                  <a:pt x="5192999" y="47947"/>
                  <a:pt x="5194389" y="52635"/>
                  <a:pt x="5194389" y="58638"/>
                </a:cubicBezTo>
                <a:cubicBezTo>
                  <a:pt x="5194389" y="59829"/>
                  <a:pt x="5194314" y="60871"/>
                  <a:pt x="5194167" y="61764"/>
                </a:cubicBezTo>
                <a:lnTo>
                  <a:pt x="5167675" y="61764"/>
                </a:lnTo>
                <a:cubicBezTo>
                  <a:pt x="5167873" y="66476"/>
                  <a:pt x="5169027" y="70036"/>
                  <a:pt x="5171135" y="72442"/>
                </a:cubicBezTo>
                <a:cubicBezTo>
                  <a:pt x="5173243" y="74848"/>
                  <a:pt x="5176256" y="76051"/>
                  <a:pt x="5180176" y="76051"/>
                </a:cubicBezTo>
                <a:cubicBezTo>
                  <a:pt x="5183897" y="76051"/>
                  <a:pt x="5187320" y="75009"/>
                  <a:pt x="5190445" y="72926"/>
                </a:cubicBezTo>
                <a:lnTo>
                  <a:pt x="5192529" y="77242"/>
                </a:lnTo>
                <a:cubicBezTo>
                  <a:pt x="5190990" y="78482"/>
                  <a:pt x="5189118" y="79437"/>
                  <a:pt x="5186910" y="80107"/>
                </a:cubicBezTo>
                <a:cubicBezTo>
                  <a:pt x="5184702" y="80776"/>
                  <a:pt x="5182359" y="81111"/>
                  <a:pt x="5179878" y="81111"/>
                </a:cubicBezTo>
                <a:cubicBezTo>
                  <a:pt x="5174322" y="81111"/>
                  <a:pt x="5169994" y="79276"/>
                  <a:pt x="5166893" y="75605"/>
                </a:cubicBezTo>
                <a:cubicBezTo>
                  <a:pt x="5163792" y="71933"/>
                  <a:pt x="5162242" y="66849"/>
                  <a:pt x="5162242" y="60350"/>
                </a:cubicBezTo>
                <a:cubicBezTo>
                  <a:pt x="5162242" y="53801"/>
                  <a:pt x="5163680" y="48691"/>
                  <a:pt x="5166558" y="45020"/>
                </a:cubicBezTo>
                <a:cubicBezTo>
                  <a:pt x="5169436" y="41349"/>
                  <a:pt x="5173429" y="39514"/>
                  <a:pt x="5178539" y="39514"/>
                </a:cubicBezTo>
                <a:close/>
                <a:moveTo>
                  <a:pt x="4941232" y="39514"/>
                </a:moveTo>
                <a:cubicBezTo>
                  <a:pt x="4943117" y="39514"/>
                  <a:pt x="4945052" y="39799"/>
                  <a:pt x="4947037" y="40370"/>
                </a:cubicBezTo>
                <a:cubicBezTo>
                  <a:pt x="4949021" y="40940"/>
                  <a:pt x="4950832" y="41721"/>
                  <a:pt x="4952469" y="42714"/>
                </a:cubicBezTo>
                <a:lnTo>
                  <a:pt x="4950385" y="47104"/>
                </a:lnTo>
                <a:cubicBezTo>
                  <a:pt x="4947161" y="45368"/>
                  <a:pt x="4944060" y="44499"/>
                  <a:pt x="4941083" y="44499"/>
                </a:cubicBezTo>
                <a:cubicBezTo>
                  <a:pt x="4937462" y="44499"/>
                  <a:pt x="4934634" y="45839"/>
                  <a:pt x="4932600" y="48518"/>
                </a:cubicBezTo>
                <a:cubicBezTo>
                  <a:pt x="4930567" y="51197"/>
                  <a:pt x="4929549" y="54942"/>
                  <a:pt x="4929549" y="59754"/>
                </a:cubicBezTo>
                <a:cubicBezTo>
                  <a:pt x="4929549" y="65112"/>
                  <a:pt x="4930604" y="69168"/>
                  <a:pt x="4932712" y="71921"/>
                </a:cubicBezTo>
                <a:cubicBezTo>
                  <a:pt x="4934820" y="74674"/>
                  <a:pt x="4937934" y="76051"/>
                  <a:pt x="4942051" y="76051"/>
                </a:cubicBezTo>
                <a:cubicBezTo>
                  <a:pt x="4945127" y="76051"/>
                  <a:pt x="4948078" y="75208"/>
                  <a:pt x="4950906" y="73521"/>
                </a:cubicBezTo>
                <a:lnTo>
                  <a:pt x="4952915" y="77837"/>
                </a:lnTo>
                <a:cubicBezTo>
                  <a:pt x="4951526" y="78879"/>
                  <a:pt x="4949840" y="79685"/>
                  <a:pt x="4947855" y="80255"/>
                </a:cubicBezTo>
                <a:cubicBezTo>
                  <a:pt x="4945871" y="80826"/>
                  <a:pt x="4943787" y="81111"/>
                  <a:pt x="4941605" y="81111"/>
                </a:cubicBezTo>
                <a:cubicBezTo>
                  <a:pt x="4936048" y="81111"/>
                  <a:pt x="4931721" y="79276"/>
                  <a:pt x="4928619" y="75605"/>
                </a:cubicBezTo>
                <a:cubicBezTo>
                  <a:pt x="4925518" y="71933"/>
                  <a:pt x="4923968" y="66799"/>
                  <a:pt x="4923968" y="60201"/>
                </a:cubicBezTo>
                <a:cubicBezTo>
                  <a:pt x="4923968" y="56083"/>
                  <a:pt x="4924688" y="52462"/>
                  <a:pt x="4926126" y="49336"/>
                </a:cubicBezTo>
                <a:cubicBezTo>
                  <a:pt x="4927564" y="46211"/>
                  <a:pt x="4929586" y="43793"/>
                  <a:pt x="4932191" y="42081"/>
                </a:cubicBezTo>
                <a:cubicBezTo>
                  <a:pt x="4934795" y="40370"/>
                  <a:pt x="4937810" y="39514"/>
                  <a:pt x="4941232" y="39514"/>
                </a:cubicBezTo>
                <a:close/>
                <a:moveTo>
                  <a:pt x="4753709" y="39514"/>
                </a:moveTo>
                <a:cubicBezTo>
                  <a:pt x="4757578" y="39514"/>
                  <a:pt x="4760605" y="40630"/>
                  <a:pt x="4762787" y="42862"/>
                </a:cubicBezTo>
                <a:cubicBezTo>
                  <a:pt x="4764970" y="45095"/>
                  <a:pt x="4766062" y="48171"/>
                  <a:pt x="4766062" y="52090"/>
                </a:cubicBezTo>
                <a:lnTo>
                  <a:pt x="4766062" y="80218"/>
                </a:lnTo>
                <a:lnTo>
                  <a:pt x="4760704" y="80218"/>
                </a:lnTo>
                <a:lnTo>
                  <a:pt x="4760704" y="52462"/>
                </a:lnTo>
                <a:cubicBezTo>
                  <a:pt x="4760704" y="49932"/>
                  <a:pt x="4759984" y="48009"/>
                  <a:pt x="4758546" y="46695"/>
                </a:cubicBezTo>
                <a:cubicBezTo>
                  <a:pt x="4757107" y="45380"/>
                  <a:pt x="4755024" y="44723"/>
                  <a:pt x="4752295" y="44723"/>
                </a:cubicBezTo>
                <a:cubicBezTo>
                  <a:pt x="4750310" y="44723"/>
                  <a:pt x="4748475" y="45033"/>
                  <a:pt x="4746788" y="45653"/>
                </a:cubicBezTo>
                <a:cubicBezTo>
                  <a:pt x="4745101" y="46273"/>
                  <a:pt x="4743465" y="47278"/>
                  <a:pt x="4741877" y="48667"/>
                </a:cubicBezTo>
                <a:lnTo>
                  <a:pt x="4741877" y="80218"/>
                </a:lnTo>
                <a:lnTo>
                  <a:pt x="4736519" y="80218"/>
                </a:lnTo>
                <a:lnTo>
                  <a:pt x="4736519" y="40481"/>
                </a:lnTo>
                <a:lnTo>
                  <a:pt x="4741505" y="40481"/>
                </a:lnTo>
                <a:lnTo>
                  <a:pt x="4741505" y="44723"/>
                </a:lnTo>
                <a:cubicBezTo>
                  <a:pt x="4744829" y="41250"/>
                  <a:pt x="4748897" y="39514"/>
                  <a:pt x="4753709" y="39514"/>
                </a:cubicBezTo>
                <a:close/>
                <a:moveTo>
                  <a:pt x="4712111" y="39514"/>
                </a:moveTo>
                <a:cubicBezTo>
                  <a:pt x="4717370" y="39514"/>
                  <a:pt x="4721414" y="41287"/>
                  <a:pt x="4724241" y="44834"/>
                </a:cubicBezTo>
                <a:cubicBezTo>
                  <a:pt x="4727069" y="48381"/>
                  <a:pt x="4728482" y="53553"/>
                  <a:pt x="4728482" y="60350"/>
                </a:cubicBezTo>
                <a:cubicBezTo>
                  <a:pt x="4728482" y="67146"/>
                  <a:pt x="4727069" y="72318"/>
                  <a:pt x="4724241" y="75865"/>
                </a:cubicBezTo>
                <a:cubicBezTo>
                  <a:pt x="4721414" y="79412"/>
                  <a:pt x="4717345" y="81186"/>
                  <a:pt x="4712037" y="81186"/>
                </a:cubicBezTo>
                <a:cubicBezTo>
                  <a:pt x="4706778" y="81186"/>
                  <a:pt x="4702735" y="79412"/>
                  <a:pt x="4699908" y="75865"/>
                </a:cubicBezTo>
                <a:cubicBezTo>
                  <a:pt x="4697080" y="72318"/>
                  <a:pt x="4695666" y="67146"/>
                  <a:pt x="4695666" y="60350"/>
                </a:cubicBezTo>
                <a:cubicBezTo>
                  <a:pt x="4695666" y="53553"/>
                  <a:pt x="4697080" y="48381"/>
                  <a:pt x="4699908" y="44834"/>
                </a:cubicBezTo>
                <a:cubicBezTo>
                  <a:pt x="4702735" y="41287"/>
                  <a:pt x="4706804" y="39514"/>
                  <a:pt x="4712111" y="39514"/>
                </a:cubicBezTo>
                <a:close/>
                <a:moveTo>
                  <a:pt x="4624303" y="39514"/>
                </a:moveTo>
                <a:cubicBezTo>
                  <a:pt x="4628569" y="39514"/>
                  <a:pt x="4632005" y="40580"/>
                  <a:pt x="4634609" y="42714"/>
                </a:cubicBezTo>
                <a:cubicBezTo>
                  <a:pt x="4637214" y="44847"/>
                  <a:pt x="4638516" y="47972"/>
                  <a:pt x="4638516" y="52090"/>
                </a:cubicBezTo>
                <a:lnTo>
                  <a:pt x="4638516" y="80218"/>
                </a:lnTo>
                <a:lnTo>
                  <a:pt x="4633530" y="80218"/>
                </a:lnTo>
                <a:lnTo>
                  <a:pt x="4633530" y="75381"/>
                </a:lnTo>
                <a:cubicBezTo>
                  <a:pt x="4630950" y="79152"/>
                  <a:pt x="4626957" y="81037"/>
                  <a:pt x="4621549" y="81037"/>
                </a:cubicBezTo>
                <a:cubicBezTo>
                  <a:pt x="4617630" y="81037"/>
                  <a:pt x="4614567" y="79995"/>
                  <a:pt x="4612359" y="77911"/>
                </a:cubicBezTo>
                <a:cubicBezTo>
                  <a:pt x="4610152" y="75828"/>
                  <a:pt x="4609048" y="72926"/>
                  <a:pt x="4609048" y="69205"/>
                </a:cubicBezTo>
                <a:cubicBezTo>
                  <a:pt x="4609048" y="64492"/>
                  <a:pt x="4611007" y="61007"/>
                  <a:pt x="4614927" y="58750"/>
                </a:cubicBezTo>
                <a:cubicBezTo>
                  <a:pt x="4618846" y="56493"/>
                  <a:pt x="4624923" y="55339"/>
                  <a:pt x="4633159" y="55290"/>
                </a:cubicBezTo>
                <a:lnTo>
                  <a:pt x="4633159" y="52536"/>
                </a:lnTo>
                <a:cubicBezTo>
                  <a:pt x="4633159" y="49957"/>
                  <a:pt x="4632352" y="47985"/>
                  <a:pt x="4630740" y="46620"/>
                </a:cubicBezTo>
                <a:cubicBezTo>
                  <a:pt x="4629127" y="45256"/>
                  <a:pt x="4626783" y="44574"/>
                  <a:pt x="4623707" y="44574"/>
                </a:cubicBezTo>
                <a:cubicBezTo>
                  <a:pt x="4620483" y="44574"/>
                  <a:pt x="4617358" y="45293"/>
                  <a:pt x="4614331" y="46732"/>
                </a:cubicBezTo>
                <a:lnTo>
                  <a:pt x="4612917" y="42193"/>
                </a:lnTo>
                <a:cubicBezTo>
                  <a:pt x="4616440" y="40407"/>
                  <a:pt x="4620235" y="39514"/>
                  <a:pt x="4624303" y="39514"/>
                </a:cubicBezTo>
                <a:close/>
                <a:moveTo>
                  <a:pt x="4562911" y="39514"/>
                </a:moveTo>
                <a:cubicBezTo>
                  <a:pt x="4565441" y="39514"/>
                  <a:pt x="4567624" y="40047"/>
                  <a:pt x="4569460" y="41114"/>
                </a:cubicBezTo>
                <a:cubicBezTo>
                  <a:pt x="4571295" y="42180"/>
                  <a:pt x="4572659" y="43681"/>
                  <a:pt x="4573552" y="45616"/>
                </a:cubicBezTo>
                <a:cubicBezTo>
                  <a:pt x="4577075" y="41548"/>
                  <a:pt x="4581316" y="39514"/>
                  <a:pt x="4586277" y="39514"/>
                </a:cubicBezTo>
                <a:cubicBezTo>
                  <a:pt x="4589998" y="39514"/>
                  <a:pt x="4592900" y="40618"/>
                  <a:pt x="4594984" y="42825"/>
                </a:cubicBezTo>
                <a:cubicBezTo>
                  <a:pt x="4597067" y="45033"/>
                  <a:pt x="4598109" y="48121"/>
                  <a:pt x="4598109" y="52090"/>
                </a:cubicBezTo>
                <a:lnTo>
                  <a:pt x="4598109" y="80218"/>
                </a:lnTo>
                <a:lnTo>
                  <a:pt x="4592751" y="80218"/>
                </a:lnTo>
                <a:lnTo>
                  <a:pt x="4592751" y="52462"/>
                </a:lnTo>
                <a:cubicBezTo>
                  <a:pt x="4592751" y="49932"/>
                  <a:pt x="4592081" y="48009"/>
                  <a:pt x="4590742" y="46695"/>
                </a:cubicBezTo>
                <a:cubicBezTo>
                  <a:pt x="4589403" y="45380"/>
                  <a:pt x="4587444" y="44723"/>
                  <a:pt x="4584863" y="44723"/>
                </a:cubicBezTo>
                <a:cubicBezTo>
                  <a:pt x="4581242" y="44723"/>
                  <a:pt x="4577794" y="46112"/>
                  <a:pt x="4574520" y="48890"/>
                </a:cubicBezTo>
                <a:cubicBezTo>
                  <a:pt x="4574718" y="49733"/>
                  <a:pt x="4574817" y="50800"/>
                  <a:pt x="4574817" y="52090"/>
                </a:cubicBezTo>
                <a:lnTo>
                  <a:pt x="4574817" y="80218"/>
                </a:lnTo>
                <a:lnTo>
                  <a:pt x="4569460" y="80218"/>
                </a:lnTo>
                <a:lnTo>
                  <a:pt x="4569460" y="52462"/>
                </a:lnTo>
                <a:cubicBezTo>
                  <a:pt x="4569460" y="49932"/>
                  <a:pt x="4568777" y="48009"/>
                  <a:pt x="4567413" y="46695"/>
                </a:cubicBezTo>
                <a:cubicBezTo>
                  <a:pt x="4566049" y="45380"/>
                  <a:pt x="4564077" y="44723"/>
                  <a:pt x="4561497" y="44723"/>
                </a:cubicBezTo>
                <a:cubicBezTo>
                  <a:pt x="4559612" y="44723"/>
                  <a:pt x="4557851" y="45045"/>
                  <a:pt x="4556214" y="45690"/>
                </a:cubicBezTo>
                <a:cubicBezTo>
                  <a:pt x="4554577" y="46335"/>
                  <a:pt x="4552965" y="47327"/>
                  <a:pt x="4551377" y="48667"/>
                </a:cubicBezTo>
                <a:lnTo>
                  <a:pt x="4551377" y="80218"/>
                </a:lnTo>
                <a:lnTo>
                  <a:pt x="4546019" y="80218"/>
                </a:lnTo>
                <a:lnTo>
                  <a:pt x="4546019" y="40481"/>
                </a:lnTo>
                <a:lnTo>
                  <a:pt x="4551005" y="40481"/>
                </a:lnTo>
                <a:lnTo>
                  <a:pt x="4551005" y="44723"/>
                </a:lnTo>
                <a:cubicBezTo>
                  <a:pt x="4554329" y="41250"/>
                  <a:pt x="4558297" y="39514"/>
                  <a:pt x="4562911" y="39514"/>
                </a:cubicBezTo>
                <a:close/>
                <a:moveTo>
                  <a:pt x="4493036" y="39514"/>
                </a:moveTo>
                <a:cubicBezTo>
                  <a:pt x="4498295" y="39514"/>
                  <a:pt x="4502338" y="41287"/>
                  <a:pt x="4505166" y="44834"/>
                </a:cubicBezTo>
                <a:cubicBezTo>
                  <a:pt x="4507994" y="48381"/>
                  <a:pt x="4509408" y="53553"/>
                  <a:pt x="4509408" y="60350"/>
                </a:cubicBezTo>
                <a:cubicBezTo>
                  <a:pt x="4509408" y="67146"/>
                  <a:pt x="4507994" y="72318"/>
                  <a:pt x="4505166" y="75865"/>
                </a:cubicBezTo>
                <a:cubicBezTo>
                  <a:pt x="4502338" y="79412"/>
                  <a:pt x="4498270" y="81186"/>
                  <a:pt x="4492962" y="81186"/>
                </a:cubicBezTo>
                <a:cubicBezTo>
                  <a:pt x="4487704" y="81186"/>
                  <a:pt x="4483660" y="79412"/>
                  <a:pt x="4480832" y="75865"/>
                </a:cubicBezTo>
                <a:cubicBezTo>
                  <a:pt x="4478005" y="72318"/>
                  <a:pt x="4476591" y="67146"/>
                  <a:pt x="4476591" y="60350"/>
                </a:cubicBezTo>
                <a:cubicBezTo>
                  <a:pt x="4476591" y="53553"/>
                  <a:pt x="4478005" y="48381"/>
                  <a:pt x="4480832" y="44834"/>
                </a:cubicBezTo>
                <a:cubicBezTo>
                  <a:pt x="4483660" y="41287"/>
                  <a:pt x="4487728" y="39514"/>
                  <a:pt x="4493036" y="39514"/>
                </a:cubicBezTo>
                <a:close/>
                <a:moveTo>
                  <a:pt x="4420334" y="39514"/>
                </a:moveTo>
                <a:cubicBezTo>
                  <a:pt x="4424204" y="39514"/>
                  <a:pt x="4427230" y="40630"/>
                  <a:pt x="4429412" y="42862"/>
                </a:cubicBezTo>
                <a:cubicBezTo>
                  <a:pt x="4431595" y="45095"/>
                  <a:pt x="4432687" y="48171"/>
                  <a:pt x="4432687" y="52090"/>
                </a:cubicBezTo>
                <a:lnTo>
                  <a:pt x="4432687" y="80218"/>
                </a:lnTo>
                <a:lnTo>
                  <a:pt x="4427329" y="80218"/>
                </a:lnTo>
                <a:lnTo>
                  <a:pt x="4427329" y="52462"/>
                </a:lnTo>
                <a:cubicBezTo>
                  <a:pt x="4427329" y="49932"/>
                  <a:pt x="4426609" y="48009"/>
                  <a:pt x="4425171" y="46695"/>
                </a:cubicBezTo>
                <a:cubicBezTo>
                  <a:pt x="4423732" y="45380"/>
                  <a:pt x="4421649" y="44723"/>
                  <a:pt x="4418920" y="44723"/>
                </a:cubicBezTo>
                <a:cubicBezTo>
                  <a:pt x="4416935" y="44723"/>
                  <a:pt x="4415100" y="45033"/>
                  <a:pt x="4413413" y="45653"/>
                </a:cubicBezTo>
                <a:cubicBezTo>
                  <a:pt x="4411726" y="46273"/>
                  <a:pt x="4410089" y="47278"/>
                  <a:pt x="4408502" y="48667"/>
                </a:cubicBezTo>
                <a:lnTo>
                  <a:pt x="4408502" y="80218"/>
                </a:lnTo>
                <a:lnTo>
                  <a:pt x="4403144" y="80218"/>
                </a:lnTo>
                <a:lnTo>
                  <a:pt x="4403144" y="40481"/>
                </a:lnTo>
                <a:lnTo>
                  <a:pt x="4408130" y="40481"/>
                </a:lnTo>
                <a:lnTo>
                  <a:pt x="4408130" y="44723"/>
                </a:lnTo>
                <a:cubicBezTo>
                  <a:pt x="4411454" y="41250"/>
                  <a:pt x="4415522" y="39514"/>
                  <a:pt x="4420334" y="39514"/>
                </a:cubicBezTo>
                <a:close/>
                <a:moveTo>
                  <a:pt x="4319503" y="39514"/>
                </a:moveTo>
                <a:cubicBezTo>
                  <a:pt x="4323770" y="39514"/>
                  <a:pt x="4327205" y="40580"/>
                  <a:pt x="4329809" y="42714"/>
                </a:cubicBezTo>
                <a:cubicBezTo>
                  <a:pt x="4332414" y="44847"/>
                  <a:pt x="4333716" y="47972"/>
                  <a:pt x="4333716" y="52090"/>
                </a:cubicBezTo>
                <a:lnTo>
                  <a:pt x="4333716" y="80218"/>
                </a:lnTo>
                <a:lnTo>
                  <a:pt x="4328730" y="80218"/>
                </a:lnTo>
                <a:lnTo>
                  <a:pt x="4328730" y="75381"/>
                </a:lnTo>
                <a:cubicBezTo>
                  <a:pt x="4326150" y="79152"/>
                  <a:pt x="4322157" y="81037"/>
                  <a:pt x="4316750" y="81037"/>
                </a:cubicBezTo>
                <a:cubicBezTo>
                  <a:pt x="4312830" y="81037"/>
                  <a:pt x="4309768" y="79995"/>
                  <a:pt x="4307559" y="77911"/>
                </a:cubicBezTo>
                <a:cubicBezTo>
                  <a:pt x="4305352" y="75828"/>
                  <a:pt x="4304248" y="72926"/>
                  <a:pt x="4304248" y="69205"/>
                </a:cubicBezTo>
                <a:cubicBezTo>
                  <a:pt x="4304248" y="64492"/>
                  <a:pt x="4306207" y="61007"/>
                  <a:pt x="4310127" y="58750"/>
                </a:cubicBezTo>
                <a:cubicBezTo>
                  <a:pt x="4314046" y="56493"/>
                  <a:pt x="4320123" y="55339"/>
                  <a:pt x="4328358" y="55290"/>
                </a:cubicBezTo>
                <a:lnTo>
                  <a:pt x="4328358" y="52536"/>
                </a:lnTo>
                <a:cubicBezTo>
                  <a:pt x="4328358" y="49957"/>
                  <a:pt x="4327552" y="47985"/>
                  <a:pt x="4325940" y="46620"/>
                </a:cubicBezTo>
                <a:cubicBezTo>
                  <a:pt x="4324327" y="45256"/>
                  <a:pt x="4321983" y="44574"/>
                  <a:pt x="4318908" y="44574"/>
                </a:cubicBezTo>
                <a:cubicBezTo>
                  <a:pt x="4315683" y="44574"/>
                  <a:pt x="4312558" y="45293"/>
                  <a:pt x="4309531" y="46732"/>
                </a:cubicBezTo>
                <a:lnTo>
                  <a:pt x="4308117" y="42193"/>
                </a:lnTo>
                <a:cubicBezTo>
                  <a:pt x="4311640" y="40407"/>
                  <a:pt x="4315435" y="39514"/>
                  <a:pt x="4319503" y="39514"/>
                </a:cubicBezTo>
                <a:close/>
                <a:moveTo>
                  <a:pt x="4229834" y="39514"/>
                </a:moveTo>
                <a:cubicBezTo>
                  <a:pt x="4233704" y="39514"/>
                  <a:pt x="4236730" y="40630"/>
                  <a:pt x="4238912" y="42862"/>
                </a:cubicBezTo>
                <a:cubicBezTo>
                  <a:pt x="4241095" y="45095"/>
                  <a:pt x="4242187" y="48171"/>
                  <a:pt x="4242187" y="52090"/>
                </a:cubicBezTo>
                <a:lnTo>
                  <a:pt x="4242187" y="80218"/>
                </a:lnTo>
                <a:lnTo>
                  <a:pt x="4236829" y="80218"/>
                </a:lnTo>
                <a:lnTo>
                  <a:pt x="4236829" y="52462"/>
                </a:lnTo>
                <a:cubicBezTo>
                  <a:pt x="4236829" y="49932"/>
                  <a:pt x="4236109" y="48009"/>
                  <a:pt x="4234671" y="46695"/>
                </a:cubicBezTo>
                <a:cubicBezTo>
                  <a:pt x="4233232" y="45380"/>
                  <a:pt x="4231149" y="44723"/>
                  <a:pt x="4228420" y="44723"/>
                </a:cubicBezTo>
                <a:cubicBezTo>
                  <a:pt x="4226435" y="44723"/>
                  <a:pt x="4224600" y="45033"/>
                  <a:pt x="4222913" y="45653"/>
                </a:cubicBezTo>
                <a:cubicBezTo>
                  <a:pt x="4221226" y="46273"/>
                  <a:pt x="4219589" y="47278"/>
                  <a:pt x="4218002" y="48667"/>
                </a:cubicBezTo>
                <a:lnTo>
                  <a:pt x="4218002" y="80218"/>
                </a:lnTo>
                <a:lnTo>
                  <a:pt x="4212644" y="80218"/>
                </a:lnTo>
                <a:lnTo>
                  <a:pt x="4212644" y="40481"/>
                </a:lnTo>
                <a:lnTo>
                  <a:pt x="4217630" y="40481"/>
                </a:lnTo>
                <a:lnTo>
                  <a:pt x="4217630" y="44723"/>
                </a:lnTo>
                <a:cubicBezTo>
                  <a:pt x="4220954" y="41250"/>
                  <a:pt x="4225022" y="39514"/>
                  <a:pt x="4229834" y="39514"/>
                </a:cubicBezTo>
                <a:close/>
                <a:moveTo>
                  <a:pt x="4187939" y="39514"/>
                </a:moveTo>
                <a:cubicBezTo>
                  <a:pt x="4192949" y="39514"/>
                  <a:pt x="4196844" y="41200"/>
                  <a:pt x="4199622" y="44574"/>
                </a:cubicBezTo>
                <a:cubicBezTo>
                  <a:pt x="4202400" y="47947"/>
                  <a:pt x="4203789" y="52635"/>
                  <a:pt x="4203789" y="58638"/>
                </a:cubicBezTo>
                <a:cubicBezTo>
                  <a:pt x="4203789" y="59829"/>
                  <a:pt x="4203714" y="60871"/>
                  <a:pt x="4203566" y="61764"/>
                </a:cubicBezTo>
                <a:lnTo>
                  <a:pt x="4177074" y="61764"/>
                </a:lnTo>
                <a:cubicBezTo>
                  <a:pt x="4177273" y="66476"/>
                  <a:pt x="4178426" y="70036"/>
                  <a:pt x="4180534" y="72442"/>
                </a:cubicBezTo>
                <a:cubicBezTo>
                  <a:pt x="4182643" y="74848"/>
                  <a:pt x="4185656" y="76051"/>
                  <a:pt x="4189576" y="76051"/>
                </a:cubicBezTo>
                <a:cubicBezTo>
                  <a:pt x="4193297" y="76051"/>
                  <a:pt x="4196720" y="75009"/>
                  <a:pt x="4199845" y="72926"/>
                </a:cubicBezTo>
                <a:lnTo>
                  <a:pt x="4201929" y="77242"/>
                </a:lnTo>
                <a:cubicBezTo>
                  <a:pt x="4200391" y="78482"/>
                  <a:pt x="4198518" y="79437"/>
                  <a:pt x="4196310" y="80107"/>
                </a:cubicBezTo>
                <a:cubicBezTo>
                  <a:pt x="4194103" y="80776"/>
                  <a:pt x="4191759" y="81111"/>
                  <a:pt x="4189278" y="81111"/>
                </a:cubicBezTo>
                <a:cubicBezTo>
                  <a:pt x="4183722" y="81111"/>
                  <a:pt x="4179394" y="79276"/>
                  <a:pt x="4176293" y="75605"/>
                </a:cubicBezTo>
                <a:cubicBezTo>
                  <a:pt x="4173192" y="71933"/>
                  <a:pt x="4171642" y="66849"/>
                  <a:pt x="4171642" y="60350"/>
                </a:cubicBezTo>
                <a:cubicBezTo>
                  <a:pt x="4171642" y="53801"/>
                  <a:pt x="4173080" y="48691"/>
                  <a:pt x="4175958" y="45020"/>
                </a:cubicBezTo>
                <a:cubicBezTo>
                  <a:pt x="4178835" y="41349"/>
                  <a:pt x="4182829" y="39514"/>
                  <a:pt x="4187939" y="39514"/>
                </a:cubicBezTo>
                <a:close/>
                <a:moveTo>
                  <a:pt x="4058384" y="39514"/>
                </a:moveTo>
                <a:cubicBezTo>
                  <a:pt x="4062253" y="39514"/>
                  <a:pt x="4065279" y="40630"/>
                  <a:pt x="4067462" y="42862"/>
                </a:cubicBezTo>
                <a:cubicBezTo>
                  <a:pt x="4069645" y="45095"/>
                  <a:pt x="4070736" y="48171"/>
                  <a:pt x="4070736" y="52090"/>
                </a:cubicBezTo>
                <a:lnTo>
                  <a:pt x="4070736" y="80218"/>
                </a:lnTo>
                <a:lnTo>
                  <a:pt x="4065379" y="80218"/>
                </a:lnTo>
                <a:lnTo>
                  <a:pt x="4065379" y="52462"/>
                </a:lnTo>
                <a:cubicBezTo>
                  <a:pt x="4065379" y="49932"/>
                  <a:pt x="4064659" y="48009"/>
                  <a:pt x="4063221" y="46695"/>
                </a:cubicBezTo>
                <a:cubicBezTo>
                  <a:pt x="4061783" y="45380"/>
                  <a:pt x="4059699" y="44723"/>
                  <a:pt x="4056970" y="44723"/>
                </a:cubicBezTo>
                <a:cubicBezTo>
                  <a:pt x="4054985" y="44723"/>
                  <a:pt x="4053150" y="45033"/>
                  <a:pt x="4051463" y="45653"/>
                </a:cubicBezTo>
                <a:cubicBezTo>
                  <a:pt x="4049776" y="46273"/>
                  <a:pt x="4048140" y="47278"/>
                  <a:pt x="4046552" y="48667"/>
                </a:cubicBezTo>
                <a:lnTo>
                  <a:pt x="4046552" y="80218"/>
                </a:lnTo>
                <a:lnTo>
                  <a:pt x="4041194" y="80218"/>
                </a:lnTo>
                <a:lnTo>
                  <a:pt x="4041194" y="40481"/>
                </a:lnTo>
                <a:lnTo>
                  <a:pt x="4046180" y="40481"/>
                </a:lnTo>
                <a:lnTo>
                  <a:pt x="4046180" y="44723"/>
                </a:lnTo>
                <a:cubicBezTo>
                  <a:pt x="4049504" y="41250"/>
                  <a:pt x="4053571" y="39514"/>
                  <a:pt x="4058384" y="39514"/>
                </a:cubicBezTo>
                <a:close/>
                <a:moveTo>
                  <a:pt x="4016786" y="39514"/>
                </a:moveTo>
                <a:cubicBezTo>
                  <a:pt x="4022045" y="39514"/>
                  <a:pt x="4026088" y="41287"/>
                  <a:pt x="4028916" y="44834"/>
                </a:cubicBezTo>
                <a:cubicBezTo>
                  <a:pt x="4031743" y="48381"/>
                  <a:pt x="4033157" y="53553"/>
                  <a:pt x="4033157" y="60350"/>
                </a:cubicBezTo>
                <a:cubicBezTo>
                  <a:pt x="4033157" y="67146"/>
                  <a:pt x="4031743" y="72318"/>
                  <a:pt x="4028916" y="75865"/>
                </a:cubicBezTo>
                <a:cubicBezTo>
                  <a:pt x="4026088" y="79412"/>
                  <a:pt x="4022021" y="81186"/>
                  <a:pt x="4016712" y="81186"/>
                </a:cubicBezTo>
                <a:cubicBezTo>
                  <a:pt x="4011453" y="81186"/>
                  <a:pt x="4007410" y="79412"/>
                  <a:pt x="4004583" y="75865"/>
                </a:cubicBezTo>
                <a:cubicBezTo>
                  <a:pt x="4001755" y="72318"/>
                  <a:pt x="4000341" y="67146"/>
                  <a:pt x="4000341" y="60350"/>
                </a:cubicBezTo>
                <a:cubicBezTo>
                  <a:pt x="4000341" y="53553"/>
                  <a:pt x="4001755" y="48381"/>
                  <a:pt x="4004583" y="44834"/>
                </a:cubicBezTo>
                <a:cubicBezTo>
                  <a:pt x="4007410" y="41287"/>
                  <a:pt x="4011479" y="39514"/>
                  <a:pt x="4016786" y="39514"/>
                </a:cubicBezTo>
                <a:close/>
                <a:moveTo>
                  <a:pt x="3979207" y="39514"/>
                </a:moveTo>
                <a:cubicBezTo>
                  <a:pt x="3981092" y="39514"/>
                  <a:pt x="3983027" y="39799"/>
                  <a:pt x="3985011" y="40370"/>
                </a:cubicBezTo>
                <a:cubicBezTo>
                  <a:pt x="3986996" y="40940"/>
                  <a:pt x="3988807" y="41721"/>
                  <a:pt x="3990444" y="42714"/>
                </a:cubicBezTo>
                <a:lnTo>
                  <a:pt x="3988360" y="47104"/>
                </a:lnTo>
                <a:cubicBezTo>
                  <a:pt x="3985136" y="45368"/>
                  <a:pt x="3982035" y="44499"/>
                  <a:pt x="3979058" y="44499"/>
                </a:cubicBezTo>
                <a:cubicBezTo>
                  <a:pt x="3975437" y="44499"/>
                  <a:pt x="3972609" y="45839"/>
                  <a:pt x="3970575" y="48518"/>
                </a:cubicBezTo>
                <a:cubicBezTo>
                  <a:pt x="3968541" y="51197"/>
                  <a:pt x="3967525" y="54942"/>
                  <a:pt x="3967525" y="59754"/>
                </a:cubicBezTo>
                <a:cubicBezTo>
                  <a:pt x="3967525" y="65112"/>
                  <a:pt x="3968578" y="69168"/>
                  <a:pt x="3970687" y="71921"/>
                </a:cubicBezTo>
                <a:cubicBezTo>
                  <a:pt x="3972796" y="74674"/>
                  <a:pt x="3975909" y="76051"/>
                  <a:pt x="3980026" y="76051"/>
                </a:cubicBezTo>
                <a:cubicBezTo>
                  <a:pt x="3983101" y="76051"/>
                  <a:pt x="3986054" y="75208"/>
                  <a:pt x="3988881" y="73521"/>
                </a:cubicBezTo>
                <a:lnTo>
                  <a:pt x="3990890" y="77837"/>
                </a:lnTo>
                <a:cubicBezTo>
                  <a:pt x="3989502" y="78879"/>
                  <a:pt x="3987815" y="79685"/>
                  <a:pt x="3985830" y="80255"/>
                </a:cubicBezTo>
                <a:cubicBezTo>
                  <a:pt x="3983846" y="80826"/>
                  <a:pt x="3981762" y="81111"/>
                  <a:pt x="3979579" y="81111"/>
                </a:cubicBezTo>
                <a:cubicBezTo>
                  <a:pt x="3974023" y="81111"/>
                  <a:pt x="3969695" y="79276"/>
                  <a:pt x="3966594" y="75605"/>
                </a:cubicBezTo>
                <a:cubicBezTo>
                  <a:pt x="3963493" y="71933"/>
                  <a:pt x="3961943" y="66799"/>
                  <a:pt x="3961943" y="60201"/>
                </a:cubicBezTo>
                <a:cubicBezTo>
                  <a:pt x="3961943" y="56083"/>
                  <a:pt x="3962663" y="52462"/>
                  <a:pt x="3964101" y="49336"/>
                </a:cubicBezTo>
                <a:cubicBezTo>
                  <a:pt x="3965540" y="46211"/>
                  <a:pt x="3967561" y="43793"/>
                  <a:pt x="3970166" y="42081"/>
                </a:cubicBezTo>
                <a:cubicBezTo>
                  <a:pt x="3972770" y="40370"/>
                  <a:pt x="3975784" y="39514"/>
                  <a:pt x="3979207" y="39514"/>
                </a:cubicBezTo>
                <a:close/>
                <a:moveTo>
                  <a:pt x="3877409" y="39514"/>
                </a:moveTo>
                <a:cubicBezTo>
                  <a:pt x="3881278" y="39514"/>
                  <a:pt x="3884304" y="40630"/>
                  <a:pt x="3886487" y="42862"/>
                </a:cubicBezTo>
                <a:cubicBezTo>
                  <a:pt x="3888671" y="45095"/>
                  <a:pt x="3889762" y="48171"/>
                  <a:pt x="3889762" y="52090"/>
                </a:cubicBezTo>
                <a:lnTo>
                  <a:pt x="3889762" y="80218"/>
                </a:lnTo>
                <a:lnTo>
                  <a:pt x="3884404" y="80218"/>
                </a:lnTo>
                <a:lnTo>
                  <a:pt x="3884404" y="52462"/>
                </a:lnTo>
                <a:cubicBezTo>
                  <a:pt x="3884404" y="49932"/>
                  <a:pt x="3883684" y="48009"/>
                  <a:pt x="3882246" y="46695"/>
                </a:cubicBezTo>
                <a:cubicBezTo>
                  <a:pt x="3880807" y="45380"/>
                  <a:pt x="3878723" y="44723"/>
                  <a:pt x="3875995" y="44723"/>
                </a:cubicBezTo>
                <a:cubicBezTo>
                  <a:pt x="3874010" y="44723"/>
                  <a:pt x="3872175" y="45033"/>
                  <a:pt x="3870488" y="45653"/>
                </a:cubicBezTo>
                <a:cubicBezTo>
                  <a:pt x="3868801" y="46273"/>
                  <a:pt x="3867165" y="47278"/>
                  <a:pt x="3865577" y="48667"/>
                </a:cubicBezTo>
                <a:lnTo>
                  <a:pt x="3865577" y="80218"/>
                </a:lnTo>
                <a:lnTo>
                  <a:pt x="3860219" y="80218"/>
                </a:lnTo>
                <a:lnTo>
                  <a:pt x="3860219" y="40481"/>
                </a:lnTo>
                <a:lnTo>
                  <a:pt x="3865206" y="40481"/>
                </a:lnTo>
                <a:lnTo>
                  <a:pt x="3865206" y="44723"/>
                </a:lnTo>
                <a:cubicBezTo>
                  <a:pt x="3868529" y="41250"/>
                  <a:pt x="3872596" y="39514"/>
                  <a:pt x="3877409" y="39514"/>
                </a:cubicBezTo>
                <a:close/>
                <a:moveTo>
                  <a:pt x="3833728" y="39514"/>
                </a:moveTo>
                <a:cubicBezTo>
                  <a:pt x="3837994" y="39514"/>
                  <a:pt x="3841429" y="40580"/>
                  <a:pt x="3844035" y="42714"/>
                </a:cubicBezTo>
                <a:cubicBezTo>
                  <a:pt x="3846638" y="44847"/>
                  <a:pt x="3847941" y="47972"/>
                  <a:pt x="3847941" y="52090"/>
                </a:cubicBezTo>
                <a:lnTo>
                  <a:pt x="3847941" y="80218"/>
                </a:lnTo>
                <a:lnTo>
                  <a:pt x="3842956" y="80218"/>
                </a:lnTo>
                <a:lnTo>
                  <a:pt x="3842956" y="75381"/>
                </a:lnTo>
                <a:cubicBezTo>
                  <a:pt x="3840375" y="79152"/>
                  <a:pt x="3836383" y="81037"/>
                  <a:pt x="3830974" y="81037"/>
                </a:cubicBezTo>
                <a:cubicBezTo>
                  <a:pt x="3827055" y="81037"/>
                  <a:pt x="3823992" y="79995"/>
                  <a:pt x="3821785" y="77911"/>
                </a:cubicBezTo>
                <a:cubicBezTo>
                  <a:pt x="3819576" y="75828"/>
                  <a:pt x="3818473" y="72926"/>
                  <a:pt x="3818473" y="69205"/>
                </a:cubicBezTo>
                <a:cubicBezTo>
                  <a:pt x="3818473" y="64492"/>
                  <a:pt x="3820432" y="61007"/>
                  <a:pt x="3824351" y="58750"/>
                </a:cubicBezTo>
                <a:cubicBezTo>
                  <a:pt x="3828271" y="56493"/>
                  <a:pt x="3834348" y="55339"/>
                  <a:pt x="3842583" y="55290"/>
                </a:cubicBezTo>
                <a:lnTo>
                  <a:pt x="3842583" y="52536"/>
                </a:lnTo>
                <a:cubicBezTo>
                  <a:pt x="3842583" y="49957"/>
                  <a:pt x="3841777" y="47985"/>
                  <a:pt x="3840164" y="46620"/>
                </a:cubicBezTo>
                <a:cubicBezTo>
                  <a:pt x="3838552" y="45256"/>
                  <a:pt x="3836208" y="44574"/>
                  <a:pt x="3833132" y="44574"/>
                </a:cubicBezTo>
                <a:cubicBezTo>
                  <a:pt x="3829908" y="44574"/>
                  <a:pt x="3826782" y="45293"/>
                  <a:pt x="3823756" y="46732"/>
                </a:cubicBezTo>
                <a:lnTo>
                  <a:pt x="3822342" y="42193"/>
                </a:lnTo>
                <a:cubicBezTo>
                  <a:pt x="3825864" y="40407"/>
                  <a:pt x="3829660" y="39514"/>
                  <a:pt x="3833728" y="39514"/>
                </a:cubicBezTo>
                <a:close/>
                <a:moveTo>
                  <a:pt x="3711689" y="39514"/>
                </a:moveTo>
                <a:cubicBezTo>
                  <a:pt x="3716700" y="39514"/>
                  <a:pt x="3720594" y="41200"/>
                  <a:pt x="3723372" y="44574"/>
                </a:cubicBezTo>
                <a:cubicBezTo>
                  <a:pt x="3726151" y="47947"/>
                  <a:pt x="3727539" y="52635"/>
                  <a:pt x="3727539" y="58638"/>
                </a:cubicBezTo>
                <a:cubicBezTo>
                  <a:pt x="3727539" y="59829"/>
                  <a:pt x="3727465" y="60871"/>
                  <a:pt x="3727316" y="61764"/>
                </a:cubicBezTo>
                <a:lnTo>
                  <a:pt x="3700825" y="61764"/>
                </a:lnTo>
                <a:cubicBezTo>
                  <a:pt x="3701023" y="66476"/>
                  <a:pt x="3702177" y="70036"/>
                  <a:pt x="3704285" y="72442"/>
                </a:cubicBezTo>
                <a:cubicBezTo>
                  <a:pt x="3706393" y="74848"/>
                  <a:pt x="3709407" y="76051"/>
                  <a:pt x="3713327" y="76051"/>
                </a:cubicBezTo>
                <a:cubicBezTo>
                  <a:pt x="3717047" y="76051"/>
                  <a:pt x="3720470" y="75009"/>
                  <a:pt x="3723596" y="72926"/>
                </a:cubicBezTo>
                <a:lnTo>
                  <a:pt x="3725679" y="77242"/>
                </a:lnTo>
                <a:cubicBezTo>
                  <a:pt x="3724141" y="78482"/>
                  <a:pt x="3722268" y="79437"/>
                  <a:pt x="3720061" y="80107"/>
                </a:cubicBezTo>
                <a:cubicBezTo>
                  <a:pt x="3717853" y="80776"/>
                  <a:pt x="3715509" y="81111"/>
                  <a:pt x="3713029" y="81111"/>
                </a:cubicBezTo>
                <a:cubicBezTo>
                  <a:pt x="3707472" y="81111"/>
                  <a:pt x="3703144" y="79276"/>
                  <a:pt x="3700044" y="75605"/>
                </a:cubicBezTo>
                <a:cubicBezTo>
                  <a:pt x="3696943" y="71933"/>
                  <a:pt x="3695393" y="66849"/>
                  <a:pt x="3695393" y="60350"/>
                </a:cubicBezTo>
                <a:cubicBezTo>
                  <a:pt x="3695393" y="53801"/>
                  <a:pt x="3696831" y="48691"/>
                  <a:pt x="3699709" y="45020"/>
                </a:cubicBezTo>
                <a:cubicBezTo>
                  <a:pt x="3702586" y="41349"/>
                  <a:pt x="3706579" y="39514"/>
                  <a:pt x="3711689" y="39514"/>
                </a:cubicBezTo>
                <a:close/>
                <a:moveTo>
                  <a:pt x="3645833" y="39514"/>
                </a:moveTo>
                <a:cubicBezTo>
                  <a:pt x="3647718" y="39514"/>
                  <a:pt x="3649653" y="39799"/>
                  <a:pt x="3651637" y="40370"/>
                </a:cubicBezTo>
                <a:cubicBezTo>
                  <a:pt x="3653621" y="40940"/>
                  <a:pt x="3655432" y="41721"/>
                  <a:pt x="3657069" y="42714"/>
                </a:cubicBezTo>
                <a:lnTo>
                  <a:pt x="3654985" y="47104"/>
                </a:lnTo>
                <a:cubicBezTo>
                  <a:pt x="3651761" y="45368"/>
                  <a:pt x="3648660" y="44499"/>
                  <a:pt x="3645684" y="44499"/>
                </a:cubicBezTo>
                <a:cubicBezTo>
                  <a:pt x="3642062" y="44499"/>
                  <a:pt x="3639235" y="45839"/>
                  <a:pt x="3637200" y="48518"/>
                </a:cubicBezTo>
                <a:cubicBezTo>
                  <a:pt x="3635167" y="51197"/>
                  <a:pt x="3634150" y="54942"/>
                  <a:pt x="3634150" y="59754"/>
                </a:cubicBezTo>
                <a:cubicBezTo>
                  <a:pt x="3634150" y="65112"/>
                  <a:pt x="3635204" y="69168"/>
                  <a:pt x="3637312" y="71921"/>
                </a:cubicBezTo>
                <a:cubicBezTo>
                  <a:pt x="3639421" y="74674"/>
                  <a:pt x="3642534" y="76051"/>
                  <a:pt x="3646651" y="76051"/>
                </a:cubicBezTo>
                <a:cubicBezTo>
                  <a:pt x="3649727" y="76051"/>
                  <a:pt x="3652679" y="75208"/>
                  <a:pt x="3655507" y="73521"/>
                </a:cubicBezTo>
                <a:lnTo>
                  <a:pt x="3657516" y="77837"/>
                </a:lnTo>
                <a:cubicBezTo>
                  <a:pt x="3656127" y="78879"/>
                  <a:pt x="3654440" y="79685"/>
                  <a:pt x="3652456" y="80255"/>
                </a:cubicBezTo>
                <a:cubicBezTo>
                  <a:pt x="3650472" y="80826"/>
                  <a:pt x="3648388" y="81111"/>
                  <a:pt x="3646205" y="81111"/>
                </a:cubicBezTo>
                <a:cubicBezTo>
                  <a:pt x="3640649" y="81111"/>
                  <a:pt x="3636320" y="79276"/>
                  <a:pt x="3633220" y="75605"/>
                </a:cubicBezTo>
                <a:cubicBezTo>
                  <a:pt x="3630120" y="71933"/>
                  <a:pt x="3628569" y="66799"/>
                  <a:pt x="3628569" y="60201"/>
                </a:cubicBezTo>
                <a:cubicBezTo>
                  <a:pt x="3628569" y="56083"/>
                  <a:pt x="3629288" y="52462"/>
                  <a:pt x="3630727" y="49336"/>
                </a:cubicBezTo>
                <a:cubicBezTo>
                  <a:pt x="3632166" y="46211"/>
                  <a:pt x="3634187" y="43793"/>
                  <a:pt x="3636792" y="42081"/>
                </a:cubicBezTo>
                <a:cubicBezTo>
                  <a:pt x="3639396" y="40370"/>
                  <a:pt x="3642410" y="39514"/>
                  <a:pt x="3645833" y="39514"/>
                </a:cubicBezTo>
                <a:close/>
                <a:moveTo>
                  <a:pt x="3606914" y="39514"/>
                </a:moveTo>
                <a:cubicBezTo>
                  <a:pt x="3611925" y="39514"/>
                  <a:pt x="3615819" y="41200"/>
                  <a:pt x="3618597" y="44574"/>
                </a:cubicBezTo>
                <a:cubicBezTo>
                  <a:pt x="3621375" y="47947"/>
                  <a:pt x="3622765" y="52635"/>
                  <a:pt x="3622765" y="58638"/>
                </a:cubicBezTo>
                <a:cubicBezTo>
                  <a:pt x="3622765" y="59829"/>
                  <a:pt x="3622690" y="60871"/>
                  <a:pt x="3622541" y="61764"/>
                </a:cubicBezTo>
                <a:lnTo>
                  <a:pt x="3596050" y="61764"/>
                </a:lnTo>
                <a:cubicBezTo>
                  <a:pt x="3596248" y="66476"/>
                  <a:pt x="3597402" y="70036"/>
                  <a:pt x="3599510" y="72442"/>
                </a:cubicBezTo>
                <a:cubicBezTo>
                  <a:pt x="3601619" y="74848"/>
                  <a:pt x="3604632" y="76051"/>
                  <a:pt x="3608551" y="76051"/>
                </a:cubicBezTo>
                <a:cubicBezTo>
                  <a:pt x="3612272" y="76051"/>
                  <a:pt x="3615695" y="75009"/>
                  <a:pt x="3618821" y="72926"/>
                </a:cubicBezTo>
                <a:lnTo>
                  <a:pt x="3620904" y="77242"/>
                </a:lnTo>
                <a:cubicBezTo>
                  <a:pt x="3619367" y="78482"/>
                  <a:pt x="3617494" y="79437"/>
                  <a:pt x="3615286" y="80107"/>
                </a:cubicBezTo>
                <a:cubicBezTo>
                  <a:pt x="3613079" y="80776"/>
                  <a:pt x="3610735" y="81111"/>
                  <a:pt x="3608254" y="81111"/>
                </a:cubicBezTo>
                <a:cubicBezTo>
                  <a:pt x="3602698" y="81111"/>
                  <a:pt x="3598369" y="79276"/>
                  <a:pt x="3595268" y="75605"/>
                </a:cubicBezTo>
                <a:cubicBezTo>
                  <a:pt x="3592168" y="71933"/>
                  <a:pt x="3590617" y="66849"/>
                  <a:pt x="3590617" y="60350"/>
                </a:cubicBezTo>
                <a:cubicBezTo>
                  <a:pt x="3590617" y="53801"/>
                  <a:pt x="3592057" y="48691"/>
                  <a:pt x="3594934" y="45020"/>
                </a:cubicBezTo>
                <a:cubicBezTo>
                  <a:pt x="3597811" y="41349"/>
                  <a:pt x="3601804" y="39514"/>
                  <a:pt x="3606914" y="39514"/>
                </a:cubicBezTo>
                <a:close/>
                <a:moveTo>
                  <a:pt x="3511664" y="39514"/>
                </a:moveTo>
                <a:cubicBezTo>
                  <a:pt x="3516675" y="39514"/>
                  <a:pt x="3520569" y="41200"/>
                  <a:pt x="3523348" y="44574"/>
                </a:cubicBezTo>
                <a:cubicBezTo>
                  <a:pt x="3526126" y="47947"/>
                  <a:pt x="3527515" y="52635"/>
                  <a:pt x="3527515" y="58638"/>
                </a:cubicBezTo>
                <a:cubicBezTo>
                  <a:pt x="3527515" y="59829"/>
                  <a:pt x="3527440" y="60871"/>
                  <a:pt x="3527291" y="61764"/>
                </a:cubicBezTo>
                <a:lnTo>
                  <a:pt x="3500800" y="61764"/>
                </a:lnTo>
                <a:cubicBezTo>
                  <a:pt x="3500998" y="66476"/>
                  <a:pt x="3502151" y="70036"/>
                  <a:pt x="3504260" y="72442"/>
                </a:cubicBezTo>
                <a:cubicBezTo>
                  <a:pt x="3506369" y="74848"/>
                  <a:pt x="3509382" y="76051"/>
                  <a:pt x="3513301" y="76051"/>
                </a:cubicBezTo>
                <a:cubicBezTo>
                  <a:pt x="3517022" y="76051"/>
                  <a:pt x="3520445" y="75009"/>
                  <a:pt x="3523571" y="72926"/>
                </a:cubicBezTo>
                <a:lnTo>
                  <a:pt x="3525654" y="77242"/>
                </a:lnTo>
                <a:cubicBezTo>
                  <a:pt x="3524116" y="78482"/>
                  <a:pt x="3522243" y="79437"/>
                  <a:pt x="3520036" y="80107"/>
                </a:cubicBezTo>
                <a:cubicBezTo>
                  <a:pt x="3517828" y="80776"/>
                  <a:pt x="3515484" y="81111"/>
                  <a:pt x="3513004" y="81111"/>
                </a:cubicBezTo>
                <a:cubicBezTo>
                  <a:pt x="3507448" y="81111"/>
                  <a:pt x="3503119" y="79276"/>
                  <a:pt x="3500019" y="75605"/>
                </a:cubicBezTo>
                <a:cubicBezTo>
                  <a:pt x="3496918" y="71933"/>
                  <a:pt x="3495368" y="66849"/>
                  <a:pt x="3495368" y="60350"/>
                </a:cubicBezTo>
                <a:cubicBezTo>
                  <a:pt x="3495368" y="53801"/>
                  <a:pt x="3496807" y="48691"/>
                  <a:pt x="3499684" y="45020"/>
                </a:cubicBezTo>
                <a:cubicBezTo>
                  <a:pt x="3502561" y="41349"/>
                  <a:pt x="3506555" y="39514"/>
                  <a:pt x="3511664" y="39514"/>
                </a:cubicBezTo>
                <a:close/>
                <a:moveTo>
                  <a:pt x="3433679" y="39514"/>
                </a:moveTo>
                <a:cubicBezTo>
                  <a:pt x="3437945" y="39514"/>
                  <a:pt x="3441380" y="40580"/>
                  <a:pt x="3443985" y="42714"/>
                </a:cubicBezTo>
                <a:cubicBezTo>
                  <a:pt x="3446589" y="44847"/>
                  <a:pt x="3447891" y="47972"/>
                  <a:pt x="3447891" y="52090"/>
                </a:cubicBezTo>
                <a:lnTo>
                  <a:pt x="3447891" y="80218"/>
                </a:lnTo>
                <a:lnTo>
                  <a:pt x="3442905" y="80218"/>
                </a:lnTo>
                <a:lnTo>
                  <a:pt x="3442905" y="75381"/>
                </a:lnTo>
                <a:cubicBezTo>
                  <a:pt x="3440326" y="79152"/>
                  <a:pt x="3436333" y="81037"/>
                  <a:pt x="3430925" y="81037"/>
                </a:cubicBezTo>
                <a:cubicBezTo>
                  <a:pt x="3427006" y="81037"/>
                  <a:pt x="3423942" y="79995"/>
                  <a:pt x="3421735" y="77911"/>
                </a:cubicBezTo>
                <a:cubicBezTo>
                  <a:pt x="3419528" y="75828"/>
                  <a:pt x="3418424" y="72926"/>
                  <a:pt x="3418424" y="69205"/>
                </a:cubicBezTo>
                <a:cubicBezTo>
                  <a:pt x="3418424" y="64492"/>
                  <a:pt x="3420383" y="61007"/>
                  <a:pt x="3424302" y="58750"/>
                </a:cubicBezTo>
                <a:cubicBezTo>
                  <a:pt x="3428221" y="56493"/>
                  <a:pt x="3434299" y="55339"/>
                  <a:pt x="3442533" y="55290"/>
                </a:cubicBezTo>
                <a:lnTo>
                  <a:pt x="3442533" y="52536"/>
                </a:lnTo>
                <a:cubicBezTo>
                  <a:pt x="3442533" y="49957"/>
                  <a:pt x="3441727" y="47985"/>
                  <a:pt x="3440115" y="46620"/>
                </a:cubicBezTo>
                <a:cubicBezTo>
                  <a:pt x="3438503" y="45256"/>
                  <a:pt x="3436159" y="44574"/>
                  <a:pt x="3433083" y="44574"/>
                </a:cubicBezTo>
                <a:cubicBezTo>
                  <a:pt x="3429858" y="44574"/>
                  <a:pt x="3426733" y="45293"/>
                  <a:pt x="3423707" y="46732"/>
                </a:cubicBezTo>
                <a:lnTo>
                  <a:pt x="3422293" y="42193"/>
                </a:lnTo>
                <a:cubicBezTo>
                  <a:pt x="3425816" y="40407"/>
                  <a:pt x="3429611" y="39514"/>
                  <a:pt x="3433679" y="39514"/>
                </a:cubicBezTo>
                <a:close/>
                <a:moveTo>
                  <a:pt x="3277334" y="39514"/>
                </a:moveTo>
                <a:cubicBezTo>
                  <a:pt x="3281204" y="39514"/>
                  <a:pt x="3284230" y="40630"/>
                  <a:pt x="3286413" y="42862"/>
                </a:cubicBezTo>
                <a:cubicBezTo>
                  <a:pt x="3288596" y="45095"/>
                  <a:pt x="3289687" y="48171"/>
                  <a:pt x="3289687" y="52090"/>
                </a:cubicBezTo>
                <a:lnTo>
                  <a:pt x="3289687" y="80218"/>
                </a:lnTo>
                <a:lnTo>
                  <a:pt x="3284330" y="80218"/>
                </a:lnTo>
                <a:lnTo>
                  <a:pt x="3284330" y="52462"/>
                </a:lnTo>
                <a:cubicBezTo>
                  <a:pt x="3284330" y="49932"/>
                  <a:pt x="3283610" y="48009"/>
                  <a:pt x="3282171" y="46695"/>
                </a:cubicBezTo>
                <a:cubicBezTo>
                  <a:pt x="3280732" y="45380"/>
                  <a:pt x="3278649" y="44723"/>
                  <a:pt x="3275921" y="44723"/>
                </a:cubicBezTo>
                <a:cubicBezTo>
                  <a:pt x="3273937" y="44723"/>
                  <a:pt x="3272101" y="45033"/>
                  <a:pt x="3270414" y="45653"/>
                </a:cubicBezTo>
                <a:cubicBezTo>
                  <a:pt x="3268727" y="46273"/>
                  <a:pt x="3267091" y="47278"/>
                  <a:pt x="3265503" y="48667"/>
                </a:cubicBezTo>
                <a:lnTo>
                  <a:pt x="3265503" y="80218"/>
                </a:lnTo>
                <a:lnTo>
                  <a:pt x="3260145" y="80218"/>
                </a:lnTo>
                <a:lnTo>
                  <a:pt x="3260145" y="40481"/>
                </a:lnTo>
                <a:lnTo>
                  <a:pt x="3265130" y="40481"/>
                </a:lnTo>
                <a:lnTo>
                  <a:pt x="3265130" y="44723"/>
                </a:lnTo>
                <a:cubicBezTo>
                  <a:pt x="3268454" y="41250"/>
                  <a:pt x="3272523" y="39514"/>
                  <a:pt x="3277334" y="39514"/>
                </a:cubicBezTo>
                <a:close/>
                <a:moveTo>
                  <a:pt x="3214603" y="39514"/>
                </a:moveTo>
                <a:cubicBezTo>
                  <a:pt x="3218870" y="39514"/>
                  <a:pt x="3222305" y="40580"/>
                  <a:pt x="3224909" y="42714"/>
                </a:cubicBezTo>
                <a:cubicBezTo>
                  <a:pt x="3227514" y="44847"/>
                  <a:pt x="3228816" y="47972"/>
                  <a:pt x="3228816" y="52090"/>
                </a:cubicBezTo>
                <a:lnTo>
                  <a:pt x="3228816" y="80218"/>
                </a:lnTo>
                <a:lnTo>
                  <a:pt x="3223831" y="80218"/>
                </a:lnTo>
                <a:lnTo>
                  <a:pt x="3223831" y="75381"/>
                </a:lnTo>
                <a:cubicBezTo>
                  <a:pt x="3221251" y="79152"/>
                  <a:pt x="3217257" y="81037"/>
                  <a:pt x="3211850" y="81037"/>
                </a:cubicBezTo>
                <a:cubicBezTo>
                  <a:pt x="3207931" y="81037"/>
                  <a:pt x="3204867" y="79995"/>
                  <a:pt x="3202660" y="77911"/>
                </a:cubicBezTo>
                <a:cubicBezTo>
                  <a:pt x="3200453" y="75828"/>
                  <a:pt x="3199349" y="72926"/>
                  <a:pt x="3199349" y="69205"/>
                </a:cubicBezTo>
                <a:cubicBezTo>
                  <a:pt x="3199349" y="64492"/>
                  <a:pt x="3201309" y="61007"/>
                  <a:pt x="3205227" y="58750"/>
                </a:cubicBezTo>
                <a:cubicBezTo>
                  <a:pt x="3209146" y="56493"/>
                  <a:pt x="3215224" y="55339"/>
                  <a:pt x="3223459" y="55290"/>
                </a:cubicBezTo>
                <a:lnTo>
                  <a:pt x="3223459" y="52536"/>
                </a:lnTo>
                <a:cubicBezTo>
                  <a:pt x="3223459" y="49957"/>
                  <a:pt x="3222652" y="47985"/>
                  <a:pt x="3221040" y="46620"/>
                </a:cubicBezTo>
                <a:cubicBezTo>
                  <a:pt x="3219428" y="45256"/>
                  <a:pt x="3217084" y="44574"/>
                  <a:pt x="3214008" y="44574"/>
                </a:cubicBezTo>
                <a:cubicBezTo>
                  <a:pt x="3210784" y="44574"/>
                  <a:pt x="3207658" y="45293"/>
                  <a:pt x="3204632" y="46732"/>
                </a:cubicBezTo>
                <a:lnTo>
                  <a:pt x="3203218" y="42193"/>
                </a:lnTo>
                <a:cubicBezTo>
                  <a:pt x="3206740" y="40407"/>
                  <a:pt x="3210536" y="39514"/>
                  <a:pt x="3214603" y="39514"/>
                </a:cubicBezTo>
                <a:close/>
                <a:moveTo>
                  <a:pt x="3143984" y="39514"/>
                </a:moveTo>
                <a:cubicBezTo>
                  <a:pt x="3147854" y="39514"/>
                  <a:pt x="3150880" y="40630"/>
                  <a:pt x="3153062" y="42862"/>
                </a:cubicBezTo>
                <a:cubicBezTo>
                  <a:pt x="3155246" y="45095"/>
                  <a:pt x="3156337" y="48171"/>
                  <a:pt x="3156337" y="52090"/>
                </a:cubicBezTo>
                <a:lnTo>
                  <a:pt x="3156337" y="80218"/>
                </a:lnTo>
                <a:lnTo>
                  <a:pt x="3150979" y="80218"/>
                </a:lnTo>
                <a:lnTo>
                  <a:pt x="3150979" y="52462"/>
                </a:lnTo>
                <a:cubicBezTo>
                  <a:pt x="3150979" y="49932"/>
                  <a:pt x="3150260" y="48009"/>
                  <a:pt x="3148821" y="46695"/>
                </a:cubicBezTo>
                <a:cubicBezTo>
                  <a:pt x="3147382" y="45380"/>
                  <a:pt x="3145299" y="44723"/>
                  <a:pt x="3142571" y="44723"/>
                </a:cubicBezTo>
                <a:cubicBezTo>
                  <a:pt x="3140586" y="44723"/>
                  <a:pt x="3138751" y="45033"/>
                  <a:pt x="3137064" y="45653"/>
                </a:cubicBezTo>
                <a:cubicBezTo>
                  <a:pt x="3135378" y="46273"/>
                  <a:pt x="3133740" y="47278"/>
                  <a:pt x="3132153" y="48667"/>
                </a:cubicBezTo>
                <a:lnTo>
                  <a:pt x="3132153" y="80218"/>
                </a:lnTo>
                <a:lnTo>
                  <a:pt x="3126795" y="80218"/>
                </a:lnTo>
                <a:lnTo>
                  <a:pt x="3126795" y="40481"/>
                </a:lnTo>
                <a:lnTo>
                  <a:pt x="3131781" y="40481"/>
                </a:lnTo>
                <a:lnTo>
                  <a:pt x="3131781" y="44723"/>
                </a:lnTo>
                <a:cubicBezTo>
                  <a:pt x="3135104" y="41250"/>
                  <a:pt x="3139173" y="39514"/>
                  <a:pt x="3143984" y="39514"/>
                </a:cubicBezTo>
                <a:close/>
                <a:moveTo>
                  <a:pt x="3102387" y="39514"/>
                </a:moveTo>
                <a:cubicBezTo>
                  <a:pt x="3107646" y="39514"/>
                  <a:pt x="3111688" y="41287"/>
                  <a:pt x="3114516" y="44834"/>
                </a:cubicBezTo>
                <a:cubicBezTo>
                  <a:pt x="3117344" y="48381"/>
                  <a:pt x="3118758" y="53553"/>
                  <a:pt x="3118758" y="60350"/>
                </a:cubicBezTo>
                <a:cubicBezTo>
                  <a:pt x="3118758" y="67146"/>
                  <a:pt x="3117344" y="72318"/>
                  <a:pt x="3114516" y="75865"/>
                </a:cubicBezTo>
                <a:cubicBezTo>
                  <a:pt x="3111688" y="79412"/>
                  <a:pt x="3107621" y="81186"/>
                  <a:pt x="3102313" y="81186"/>
                </a:cubicBezTo>
                <a:cubicBezTo>
                  <a:pt x="3097054" y="81186"/>
                  <a:pt x="3093010" y="79412"/>
                  <a:pt x="3090183" y="75865"/>
                </a:cubicBezTo>
                <a:cubicBezTo>
                  <a:pt x="3087356" y="72318"/>
                  <a:pt x="3085941" y="67146"/>
                  <a:pt x="3085941" y="60350"/>
                </a:cubicBezTo>
                <a:cubicBezTo>
                  <a:pt x="3085941" y="53553"/>
                  <a:pt x="3087356" y="48381"/>
                  <a:pt x="3090183" y="44834"/>
                </a:cubicBezTo>
                <a:cubicBezTo>
                  <a:pt x="3093010" y="41287"/>
                  <a:pt x="3097079" y="39514"/>
                  <a:pt x="3102387" y="39514"/>
                </a:cubicBezTo>
                <a:close/>
                <a:moveTo>
                  <a:pt x="3064808" y="39514"/>
                </a:moveTo>
                <a:cubicBezTo>
                  <a:pt x="3066693" y="39514"/>
                  <a:pt x="3068628" y="39799"/>
                  <a:pt x="3070612" y="40370"/>
                </a:cubicBezTo>
                <a:cubicBezTo>
                  <a:pt x="3072596" y="40940"/>
                  <a:pt x="3074407" y="41721"/>
                  <a:pt x="3076044" y="42714"/>
                </a:cubicBezTo>
                <a:lnTo>
                  <a:pt x="3073961" y="47104"/>
                </a:lnTo>
                <a:cubicBezTo>
                  <a:pt x="3070736" y="45368"/>
                  <a:pt x="3067635" y="44499"/>
                  <a:pt x="3064659" y="44499"/>
                </a:cubicBezTo>
                <a:cubicBezTo>
                  <a:pt x="3061038" y="44499"/>
                  <a:pt x="3058210" y="45839"/>
                  <a:pt x="3056176" y="48518"/>
                </a:cubicBezTo>
                <a:cubicBezTo>
                  <a:pt x="3054142" y="51197"/>
                  <a:pt x="3053125" y="54942"/>
                  <a:pt x="3053125" y="59754"/>
                </a:cubicBezTo>
                <a:cubicBezTo>
                  <a:pt x="3053125" y="65112"/>
                  <a:pt x="3054179" y="69168"/>
                  <a:pt x="3056287" y="71921"/>
                </a:cubicBezTo>
                <a:cubicBezTo>
                  <a:pt x="3058396" y="74674"/>
                  <a:pt x="3061509" y="76051"/>
                  <a:pt x="3065626" y="76051"/>
                </a:cubicBezTo>
                <a:cubicBezTo>
                  <a:pt x="3068702" y="76051"/>
                  <a:pt x="3071654" y="75208"/>
                  <a:pt x="3074482" y="73521"/>
                </a:cubicBezTo>
                <a:lnTo>
                  <a:pt x="3076491" y="77837"/>
                </a:lnTo>
                <a:cubicBezTo>
                  <a:pt x="3075102" y="78879"/>
                  <a:pt x="3073415" y="79685"/>
                  <a:pt x="3071431" y="80255"/>
                </a:cubicBezTo>
                <a:cubicBezTo>
                  <a:pt x="3069447" y="80826"/>
                  <a:pt x="3067363" y="81111"/>
                  <a:pt x="3065180" y="81111"/>
                </a:cubicBezTo>
                <a:cubicBezTo>
                  <a:pt x="3059624" y="81111"/>
                  <a:pt x="3055295" y="79276"/>
                  <a:pt x="3052195" y="75605"/>
                </a:cubicBezTo>
                <a:cubicBezTo>
                  <a:pt x="3049095" y="71933"/>
                  <a:pt x="3047544" y="66799"/>
                  <a:pt x="3047544" y="60201"/>
                </a:cubicBezTo>
                <a:cubicBezTo>
                  <a:pt x="3047544" y="56083"/>
                  <a:pt x="3048264" y="52462"/>
                  <a:pt x="3049702" y="49336"/>
                </a:cubicBezTo>
                <a:cubicBezTo>
                  <a:pt x="3051141" y="46211"/>
                  <a:pt x="3053162" y="43793"/>
                  <a:pt x="3055767" y="42081"/>
                </a:cubicBezTo>
                <a:cubicBezTo>
                  <a:pt x="3058371" y="40370"/>
                  <a:pt x="3061385" y="39514"/>
                  <a:pt x="3064808" y="39514"/>
                </a:cubicBezTo>
                <a:close/>
                <a:moveTo>
                  <a:pt x="2883833" y="39514"/>
                </a:moveTo>
                <a:cubicBezTo>
                  <a:pt x="2885718" y="39514"/>
                  <a:pt x="2887653" y="39799"/>
                  <a:pt x="2889637" y="40370"/>
                </a:cubicBezTo>
                <a:cubicBezTo>
                  <a:pt x="2891621" y="40940"/>
                  <a:pt x="2893432" y="41721"/>
                  <a:pt x="2895069" y="42714"/>
                </a:cubicBezTo>
                <a:lnTo>
                  <a:pt x="2892986" y="47104"/>
                </a:lnTo>
                <a:cubicBezTo>
                  <a:pt x="2889761" y="45368"/>
                  <a:pt x="2886661" y="44499"/>
                  <a:pt x="2883684" y="44499"/>
                </a:cubicBezTo>
                <a:cubicBezTo>
                  <a:pt x="2880063" y="44499"/>
                  <a:pt x="2877235" y="45839"/>
                  <a:pt x="2875201" y="48518"/>
                </a:cubicBezTo>
                <a:cubicBezTo>
                  <a:pt x="2873167" y="51197"/>
                  <a:pt x="2872150" y="54942"/>
                  <a:pt x="2872150" y="59754"/>
                </a:cubicBezTo>
                <a:cubicBezTo>
                  <a:pt x="2872150" y="65112"/>
                  <a:pt x="2873204" y="69168"/>
                  <a:pt x="2875312" y="71921"/>
                </a:cubicBezTo>
                <a:cubicBezTo>
                  <a:pt x="2877421" y="74674"/>
                  <a:pt x="2880534" y="76051"/>
                  <a:pt x="2884651" y="76051"/>
                </a:cubicBezTo>
                <a:cubicBezTo>
                  <a:pt x="2887728" y="76051"/>
                  <a:pt x="2890679" y="75208"/>
                  <a:pt x="2893507" y="73521"/>
                </a:cubicBezTo>
                <a:lnTo>
                  <a:pt x="2895516" y="77837"/>
                </a:lnTo>
                <a:cubicBezTo>
                  <a:pt x="2894127" y="78879"/>
                  <a:pt x="2892440" y="79685"/>
                  <a:pt x="2890456" y="80255"/>
                </a:cubicBezTo>
                <a:cubicBezTo>
                  <a:pt x="2888471" y="80826"/>
                  <a:pt x="2886388" y="81111"/>
                  <a:pt x="2884205" y="81111"/>
                </a:cubicBezTo>
                <a:cubicBezTo>
                  <a:pt x="2878649" y="81111"/>
                  <a:pt x="2874320" y="79276"/>
                  <a:pt x="2871220" y="75605"/>
                </a:cubicBezTo>
                <a:cubicBezTo>
                  <a:pt x="2868119" y="71933"/>
                  <a:pt x="2866569" y="66799"/>
                  <a:pt x="2866569" y="60201"/>
                </a:cubicBezTo>
                <a:cubicBezTo>
                  <a:pt x="2866569" y="56083"/>
                  <a:pt x="2867288" y="52462"/>
                  <a:pt x="2868727" y="49336"/>
                </a:cubicBezTo>
                <a:cubicBezTo>
                  <a:pt x="2870166" y="46211"/>
                  <a:pt x="2872187" y="43793"/>
                  <a:pt x="2874792" y="42081"/>
                </a:cubicBezTo>
                <a:cubicBezTo>
                  <a:pt x="2877396" y="40370"/>
                  <a:pt x="2880410" y="39514"/>
                  <a:pt x="2883833" y="39514"/>
                </a:cubicBezTo>
                <a:close/>
                <a:moveTo>
                  <a:pt x="2820134" y="39514"/>
                </a:moveTo>
                <a:cubicBezTo>
                  <a:pt x="2824004" y="39514"/>
                  <a:pt x="2827030" y="40630"/>
                  <a:pt x="2829213" y="42862"/>
                </a:cubicBezTo>
                <a:cubicBezTo>
                  <a:pt x="2831396" y="45095"/>
                  <a:pt x="2832487" y="48171"/>
                  <a:pt x="2832487" y="52090"/>
                </a:cubicBezTo>
                <a:lnTo>
                  <a:pt x="2832487" y="80218"/>
                </a:lnTo>
                <a:lnTo>
                  <a:pt x="2827129" y="80218"/>
                </a:lnTo>
                <a:lnTo>
                  <a:pt x="2827129" y="52462"/>
                </a:lnTo>
                <a:cubicBezTo>
                  <a:pt x="2827129" y="49932"/>
                  <a:pt x="2826410" y="48009"/>
                  <a:pt x="2824971" y="46695"/>
                </a:cubicBezTo>
                <a:cubicBezTo>
                  <a:pt x="2823532" y="45380"/>
                  <a:pt x="2821449" y="44723"/>
                  <a:pt x="2818721" y="44723"/>
                </a:cubicBezTo>
                <a:cubicBezTo>
                  <a:pt x="2816736" y="44723"/>
                  <a:pt x="2814900" y="45033"/>
                  <a:pt x="2813214" y="45653"/>
                </a:cubicBezTo>
                <a:cubicBezTo>
                  <a:pt x="2811528" y="46273"/>
                  <a:pt x="2809891" y="47278"/>
                  <a:pt x="2808303" y="48667"/>
                </a:cubicBezTo>
                <a:lnTo>
                  <a:pt x="2808303" y="80218"/>
                </a:lnTo>
                <a:lnTo>
                  <a:pt x="2802945" y="80218"/>
                </a:lnTo>
                <a:lnTo>
                  <a:pt x="2802945" y="40481"/>
                </a:lnTo>
                <a:lnTo>
                  <a:pt x="2807931" y="40481"/>
                </a:lnTo>
                <a:lnTo>
                  <a:pt x="2807931" y="44723"/>
                </a:lnTo>
                <a:cubicBezTo>
                  <a:pt x="2811254" y="41250"/>
                  <a:pt x="2815323" y="39514"/>
                  <a:pt x="2820134" y="39514"/>
                </a:cubicBezTo>
                <a:close/>
                <a:moveTo>
                  <a:pt x="2778537" y="39514"/>
                </a:moveTo>
                <a:cubicBezTo>
                  <a:pt x="2783796" y="39514"/>
                  <a:pt x="2787838" y="41287"/>
                  <a:pt x="2790667" y="44834"/>
                </a:cubicBezTo>
                <a:cubicBezTo>
                  <a:pt x="2793494" y="48381"/>
                  <a:pt x="2794908" y="53553"/>
                  <a:pt x="2794908" y="60350"/>
                </a:cubicBezTo>
                <a:cubicBezTo>
                  <a:pt x="2794908" y="67146"/>
                  <a:pt x="2793494" y="72318"/>
                  <a:pt x="2790667" y="75865"/>
                </a:cubicBezTo>
                <a:cubicBezTo>
                  <a:pt x="2787838" y="79412"/>
                  <a:pt x="2783771" y="81186"/>
                  <a:pt x="2778463" y="81186"/>
                </a:cubicBezTo>
                <a:cubicBezTo>
                  <a:pt x="2773204" y="81186"/>
                  <a:pt x="2769161" y="79412"/>
                  <a:pt x="2766333" y="75865"/>
                </a:cubicBezTo>
                <a:cubicBezTo>
                  <a:pt x="2763505" y="72318"/>
                  <a:pt x="2762091" y="67146"/>
                  <a:pt x="2762091" y="60350"/>
                </a:cubicBezTo>
                <a:cubicBezTo>
                  <a:pt x="2762091" y="53553"/>
                  <a:pt x="2763505" y="48381"/>
                  <a:pt x="2766333" y="44834"/>
                </a:cubicBezTo>
                <a:cubicBezTo>
                  <a:pt x="2769161" y="41287"/>
                  <a:pt x="2773229" y="39514"/>
                  <a:pt x="2778537" y="39514"/>
                </a:cubicBezTo>
                <a:close/>
                <a:moveTo>
                  <a:pt x="2683808" y="39514"/>
                </a:moveTo>
                <a:cubicBezTo>
                  <a:pt x="2685693" y="39514"/>
                  <a:pt x="2687628" y="39799"/>
                  <a:pt x="2689612" y="40370"/>
                </a:cubicBezTo>
                <a:cubicBezTo>
                  <a:pt x="2691596" y="40940"/>
                  <a:pt x="2693407" y="41721"/>
                  <a:pt x="2695045" y="42714"/>
                </a:cubicBezTo>
                <a:lnTo>
                  <a:pt x="2692961" y="47104"/>
                </a:lnTo>
                <a:cubicBezTo>
                  <a:pt x="2689736" y="45368"/>
                  <a:pt x="2686636" y="44499"/>
                  <a:pt x="2683659" y="44499"/>
                </a:cubicBezTo>
                <a:cubicBezTo>
                  <a:pt x="2680038" y="44499"/>
                  <a:pt x="2677210" y="45839"/>
                  <a:pt x="2675176" y="48518"/>
                </a:cubicBezTo>
                <a:cubicBezTo>
                  <a:pt x="2673142" y="51197"/>
                  <a:pt x="2672125" y="54942"/>
                  <a:pt x="2672125" y="59754"/>
                </a:cubicBezTo>
                <a:cubicBezTo>
                  <a:pt x="2672125" y="65112"/>
                  <a:pt x="2673179" y="69168"/>
                  <a:pt x="2675287" y="71921"/>
                </a:cubicBezTo>
                <a:cubicBezTo>
                  <a:pt x="2677396" y="74674"/>
                  <a:pt x="2680508" y="76051"/>
                  <a:pt x="2684627" y="76051"/>
                </a:cubicBezTo>
                <a:cubicBezTo>
                  <a:pt x="2687703" y="76051"/>
                  <a:pt x="2690654" y="75208"/>
                  <a:pt x="2693481" y="73521"/>
                </a:cubicBezTo>
                <a:lnTo>
                  <a:pt x="2695491" y="77837"/>
                </a:lnTo>
                <a:cubicBezTo>
                  <a:pt x="2694102" y="78879"/>
                  <a:pt x="2692415" y="79685"/>
                  <a:pt x="2690430" y="80255"/>
                </a:cubicBezTo>
                <a:cubicBezTo>
                  <a:pt x="2688447" y="80826"/>
                  <a:pt x="2686363" y="81111"/>
                  <a:pt x="2684180" y="81111"/>
                </a:cubicBezTo>
                <a:cubicBezTo>
                  <a:pt x="2678624" y="81111"/>
                  <a:pt x="2674295" y="79276"/>
                  <a:pt x="2671195" y="75605"/>
                </a:cubicBezTo>
                <a:cubicBezTo>
                  <a:pt x="2668095" y="71933"/>
                  <a:pt x="2666544" y="66799"/>
                  <a:pt x="2666544" y="60201"/>
                </a:cubicBezTo>
                <a:cubicBezTo>
                  <a:pt x="2666544" y="56083"/>
                  <a:pt x="2667263" y="52462"/>
                  <a:pt x="2668702" y="49336"/>
                </a:cubicBezTo>
                <a:cubicBezTo>
                  <a:pt x="2670140" y="46211"/>
                  <a:pt x="2672162" y="43793"/>
                  <a:pt x="2674767" y="42081"/>
                </a:cubicBezTo>
                <a:cubicBezTo>
                  <a:pt x="2677371" y="40370"/>
                  <a:pt x="2680385" y="39514"/>
                  <a:pt x="2683808" y="39514"/>
                </a:cubicBezTo>
                <a:close/>
                <a:moveTo>
                  <a:pt x="2644889" y="39514"/>
                </a:moveTo>
                <a:cubicBezTo>
                  <a:pt x="2649900" y="39514"/>
                  <a:pt x="2653794" y="41200"/>
                  <a:pt x="2656573" y="44574"/>
                </a:cubicBezTo>
                <a:cubicBezTo>
                  <a:pt x="2659351" y="47947"/>
                  <a:pt x="2660739" y="52635"/>
                  <a:pt x="2660739" y="58638"/>
                </a:cubicBezTo>
                <a:cubicBezTo>
                  <a:pt x="2660739" y="59829"/>
                  <a:pt x="2660665" y="60871"/>
                  <a:pt x="2660516" y="61764"/>
                </a:cubicBezTo>
                <a:lnTo>
                  <a:pt x="2634025" y="61764"/>
                </a:lnTo>
                <a:cubicBezTo>
                  <a:pt x="2634223" y="66476"/>
                  <a:pt x="2635377" y="70036"/>
                  <a:pt x="2637485" y="72442"/>
                </a:cubicBezTo>
                <a:cubicBezTo>
                  <a:pt x="2639594" y="74848"/>
                  <a:pt x="2642608" y="76051"/>
                  <a:pt x="2646526" y="76051"/>
                </a:cubicBezTo>
                <a:cubicBezTo>
                  <a:pt x="2650247" y="76051"/>
                  <a:pt x="2653670" y="75009"/>
                  <a:pt x="2656795" y="72926"/>
                </a:cubicBezTo>
                <a:lnTo>
                  <a:pt x="2658879" y="77242"/>
                </a:lnTo>
                <a:cubicBezTo>
                  <a:pt x="2657341" y="78482"/>
                  <a:pt x="2655468" y="79437"/>
                  <a:pt x="2653261" y="80107"/>
                </a:cubicBezTo>
                <a:cubicBezTo>
                  <a:pt x="2651053" y="80776"/>
                  <a:pt x="2648709" y="81111"/>
                  <a:pt x="2646229" y="81111"/>
                </a:cubicBezTo>
                <a:cubicBezTo>
                  <a:pt x="2640672" y="81111"/>
                  <a:pt x="2636344" y="79276"/>
                  <a:pt x="2633244" y="75605"/>
                </a:cubicBezTo>
                <a:cubicBezTo>
                  <a:pt x="2630143" y="71933"/>
                  <a:pt x="2628593" y="66849"/>
                  <a:pt x="2628593" y="60350"/>
                </a:cubicBezTo>
                <a:cubicBezTo>
                  <a:pt x="2628593" y="53801"/>
                  <a:pt x="2630032" y="48691"/>
                  <a:pt x="2632908" y="45020"/>
                </a:cubicBezTo>
                <a:cubicBezTo>
                  <a:pt x="2635786" y="41349"/>
                  <a:pt x="2639780" y="39514"/>
                  <a:pt x="2644889" y="39514"/>
                </a:cubicBezTo>
                <a:close/>
                <a:moveTo>
                  <a:pt x="2520916" y="39514"/>
                </a:moveTo>
                <a:cubicBezTo>
                  <a:pt x="2523098" y="39514"/>
                  <a:pt x="2525108" y="39960"/>
                  <a:pt x="2526943" y="40853"/>
                </a:cubicBezTo>
                <a:cubicBezTo>
                  <a:pt x="2528778" y="41746"/>
                  <a:pt x="2530342" y="43011"/>
                  <a:pt x="2531631" y="44648"/>
                </a:cubicBezTo>
                <a:lnTo>
                  <a:pt x="2531631" y="40481"/>
                </a:lnTo>
                <a:lnTo>
                  <a:pt x="2536617" y="40481"/>
                </a:lnTo>
                <a:lnTo>
                  <a:pt x="2536617" y="80516"/>
                </a:lnTo>
                <a:cubicBezTo>
                  <a:pt x="2536617" y="85576"/>
                  <a:pt x="2535104" y="89520"/>
                  <a:pt x="2532078" y="92348"/>
                </a:cubicBezTo>
                <a:cubicBezTo>
                  <a:pt x="2529051" y="95175"/>
                  <a:pt x="2524834" y="96589"/>
                  <a:pt x="2519427" y="96589"/>
                </a:cubicBezTo>
                <a:cubicBezTo>
                  <a:pt x="2517443" y="96589"/>
                  <a:pt x="2515495" y="96391"/>
                  <a:pt x="2513585" y="95994"/>
                </a:cubicBezTo>
                <a:cubicBezTo>
                  <a:pt x="2511676" y="95597"/>
                  <a:pt x="2510051" y="95051"/>
                  <a:pt x="2508712" y="94357"/>
                </a:cubicBezTo>
                <a:lnTo>
                  <a:pt x="2510348" y="89520"/>
                </a:lnTo>
                <a:cubicBezTo>
                  <a:pt x="2513127" y="90909"/>
                  <a:pt x="2516153" y="91604"/>
                  <a:pt x="2519427" y="91604"/>
                </a:cubicBezTo>
                <a:cubicBezTo>
                  <a:pt x="2523297" y="91604"/>
                  <a:pt x="2526236" y="90661"/>
                  <a:pt x="2528246" y="88776"/>
                </a:cubicBezTo>
                <a:cubicBezTo>
                  <a:pt x="2530254" y="86891"/>
                  <a:pt x="2531259" y="84137"/>
                  <a:pt x="2531259" y="80516"/>
                </a:cubicBezTo>
                <a:lnTo>
                  <a:pt x="2531259" y="73447"/>
                </a:lnTo>
                <a:cubicBezTo>
                  <a:pt x="2528580" y="77118"/>
                  <a:pt x="2524834" y="78953"/>
                  <a:pt x="2520022" y="78953"/>
                </a:cubicBezTo>
                <a:cubicBezTo>
                  <a:pt x="2515309" y="78953"/>
                  <a:pt x="2511614" y="77192"/>
                  <a:pt x="2508935" y="73670"/>
                </a:cubicBezTo>
                <a:cubicBezTo>
                  <a:pt x="2506256" y="70148"/>
                  <a:pt x="2504916" y="65236"/>
                  <a:pt x="2504916" y="58936"/>
                </a:cubicBezTo>
                <a:cubicBezTo>
                  <a:pt x="2504916" y="52834"/>
                  <a:pt x="2506330" y="48071"/>
                  <a:pt x="2509158" y="44648"/>
                </a:cubicBezTo>
                <a:cubicBezTo>
                  <a:pt x="2511986" y="41225"/>
                  <a:pt x="2515905" y="39514"/>
                  <a:pt x="2520916" y="39514"/>
                </a:cubicBezTo>
                <a:close/>
                <a:moveTo>
                  <a:pt x="2477234" y="39514"/>
                </a:moveTo>
                <a:cubicBezTo>
                  <a:pt x="2481104" y="39514"/>
                  <a:pt x="2484130" y="40630"/>
                  <a:pt x="2486313" y="42862"/>
                </a:cubicBezTo>
                <a:cubicBezTo>
                  <a:pt x="2488496" y="45095"/>
                  <a:pt x="2489587" y="48171"/>
                  <a:pt x="2489587" y="52090"/>
                </a:cubicBezTo>
                <a:lnTo>
                  <a:pt x="2489587" y="80218"/>
                </a:lnTo>
                <a:lnTo>
                  <a:pt x="2484229" y="80218"/>
                </a:lnTo>
                <a:lnTo>
                  <a:pt x="2484229" y="52462"/>
                </a:lnTo>
                <a:cubicBezTo>
                  <a:pt x="2484229" y="49932"/>
                  <a:pt x="2483510" y="48009"/>
                  <a:pt x="2482071" y="46695"/>
                </a:cubicBezTo>
                <a:cubicBezTo>
                  <a:pt x="2480632" y="45380"/>
                  <a:pt x="2478549" y="44723"/>
                  <a:pt x="2475820" y="44723"/>
                </a:cubicBezTo>
                <a:cubicBezTo>
                  <a:pt x="2473836" y="44723"/>
                  <a:pt x="2472001" y="45033"/>
                  <a:pt x="2470314" y="45653"/>
                </a:cubicBezTo>
                <a:cubicBezTo>
                  <a:pt x="2468627" y="46273"/>
                  <a:pt x="2466990" y="47278"/>
                  <a:pt x="2465402" y="48667"/>
                </a:cubicBezTo>
                <a:lnTo>
                  <a:pt x="2465402" y="80218"/>
                </a:lnTo>
                <a:lnTo>
                  <a:pt x="2460044" y="80218"/>
                </a:lnTo>
                <a:lnTo>
                  <a:pt x="2460044" y="40481"/>
                </a:lnTo>
                <a:lnTo>
                  <a:pt x="2465031" y="40481"/>
                </a:lnTo>
                <a:lnTo>
                  <a:pt x="2465031" y="44723"/>
                </a:lnTo>
                <a:cubicBezTo>
                  <a:pt x="2468354" y="41250"/>
                  <a:pt x="2472423" y="39514"/>
                  <a:pt x="2477234" y="39514"/>
                </a:cubicBezTo>
                <a:close/>
                <a:moveTo>
                  <a:pt x="2334062" y="39514"/>
                </a:moveTo>
                <a:cubicBezTo>
                  <a:pt x="2336592" y="39514"/>
                  <a:pt x="2338775" y="40047"/>
                  <a:pt x="2340610" y="41114"/>
                </a:cubicBezTo>
                <a:cubicBezTo>
                  <a:pt x="2342446" y="42180"/>
                  <a:pt x="2343810" y="43681"/>
                  <a:pt x="2344703" y="45616"/>
                </a:cubicBezTo>
                <a:cubicBezTo>
                  <a:pt x="2348226" y="41548"/>
                  <a:pt x="2352467" y="39514"/>
                  <a:pt x="2357428" y="39514"/>
                </a:cubicBezTo>
                <a:cubicBezTo>
                  <a:pt x="2361149" y="39514"/>
                  <a:pt x="2364051" y="40618"/>
                  <a:pt x="2366134" y="42825"/>
                </a:cubicBezTo>
                <a:cubicBezTo>
                  <a:pt x="2368218" y="45033"/>
                  <a:pt x="2369260" y="48121"/>
                  <a:pt x="2369260" y="52090"/>
                </a:cubicBezTo>
                <a:lnTo>
                  <a:pt x="2369260" y="80218"/>
                </a:lnTo>
                <a:lnTo>
                  <a:pt x="2363902" y="80218"/>
                </a:lnTo>
                <a:lnTo>
                  <a:pt x="2363902" y="52462"/>
                </a:lnTo>
                <a:cubicBezTo>
                  <a:pt x="2363902" y="49932"/>
                  <a:pt x="2363232" y="48009"/>
                  <a:pt x="2361892" y="46695"/>
                </a:cubicBezTo>
                <a:cubicBezTo>
                  <a:pt x="2360553" y="45380"/>
                  <a:pt x="2358594" y="44723"/>
                  <a:pt x="2356014" y="44723"/>
                </a:cubicBezTo>
                <a:cubicBezTo>
                  <a:pt x="2352393" y="44723"/>
                  <a:pt x="2348944" y="46112"/>
                  <a:pt x="2345671" y="48890"/>
                </a:cubicBezTo>
                <a:cubicBezTo>
                  <a:pt x="2345869" y="49733"/>
                  <a:pt x="2345968" y="50800"/>
                  <a:pt x="2345968" y="52090"/>
                </a:cubicBezTo>
                <a:lnTo>
                  <a:pt x="2345968" y="80218"/>
                </a:lnTo>
                <a:lnTo>
                  <a:pt x="2340610" y="80218"/>
                </a:lnTo>
                <a:lnTo>
                  <a:pt x="2340610" y="52462"/>
                </a:lnTo>
                <a:cubicBezTo>
                  <a:pt x="2340610" y="49932"/>
                  <a:pt x="2339928" y="48009"/>
                  <a:pt x="2338564" y="46695"/>
                </a:cubicBezTo>
                <a:cubicBezTo>
                  <a:pt x="2337200" y="45380"/>
                  <a:pt x="2335228" y="44723"/>
                  <a:pt x="2332648" y="44723"/>
                </a:cubicBezTo>
                <a:cubicBezTo>
                  <a:pt x="2330763" y="44723"/>
                  <a:pt x="2329002" y="45045"/>
                  <a:pt x="2327365" y="45690"/>
                </a:cubicBezTo>
                <a:cubicBezTo>
                  <a:pt x="2325727" y="46335"/>
                  <a:pt x="2324115" y="47327"/>
                  <a:pt x="2322528" y="48667"/>
                </a:cubicBezTo>
                <a:lnTo>
                  <a:pt x="2322528" y="80218"/>
                </a:lnTo>
                <a:lnTo>
                  <a:pt x="2317170" y="80218"/>
                </a:lnTo>
                <a:lnTo>
                  <a:pt x="2317170" y="40481"/>
                </a:lnTo>
                <a:lnTo>
                  <a:pt x="2322156" y="40481"/>
                </a:lnTo>
                <a:lnTo>
                  <a:pt x="2322156" y="44723"/>
                </a:lnTo>
                <a:cubicBezTo>
                  <a:pt x="2325479" y="41250"/>
                  <a:pt x="2329448" y="39514"/>
                  <a:pt x="2334062" y="39514"/>
                </a:cubicBezTo>
                <a:close/>
                <a:moveTo>
                  <a:pt x="2290679" y="39514"/>
                </a:moveTo>
                <a:cubicBezTo>
                  <a:pt x="2294945" y="39514"/>
                  <a:pt x="2298380" y="40580"/>
                  <a:pt x="2300984" y="42714"/>
                </a:cubicBezTo>
                <a:cubicBezTo>
                  <a:pt x="2303589" y="44847"/>
                  <a:pt x="2304891" y="47972"/>
                  <a:pt x="2304891" y="52090"/>
                </a:cubicBezTo>
                <a:lnTo>
                  <a:pt x="2304891" y="80218"/>
                </a:lnTo>
                <a:lnTo>
                  <a:pt x="2299905" y="80218"/>
                </a:lnTo>
                <a:lnTo>
                  <a:pt x="2299905" y="75381"/>
                </a:lnTo>
                <a:cubicBezTo>
                  <a:pt x="2297326" y="79152"/>
                  <a:pt x="2293332" y="81037"/>
                  <a:pt x="2287925" y="81037"/>
                </a:cubicBezTo>
                <a:cubicBezTo>
                  <a:pt x="2284006" y="81037"/>
                  <a:pt x="2280943" y="79995"/>
                  <a:pt x="2278735" y="77911"/>
                </a:cubicBezTo>
                <a:cubicBezTo>
                  <a:pt x="2276527" y="75828"/>
                  <a:pt x="2275423" y="72926"/>
                  <a:pt x="2275423" y="69205"/>
                </a:cubicBezTo>
                <a:cubicBezTo>
                  <a:pt x="2275423" y="64492"/>
                  <a:pt x="2277383" y="61007"/>
                  <a:pt x="2281302" y="58750"/>
                </a:cubicBezTo>
                <a:cubicBezTo>
                  <a:pt x="2285221" y="56493"/>
                  <a:pt x="2291298" y="55339"/>
                  <a:pt x="2299534" y="55290"/>
                </a:cubicBezTo>
                <a:lnTo>
                  <a:pt x="2299534" y="52536"/>
                </a:lnTo>
                <a:cubicBezTo>
                  <a:pt x="2299534" y="49957"/>
                  <a:pt x="2298728" y="47985"/>
                  <a:pt x="2297115" y="46620"/>
                </a:cubicBezTo>
                <a:cubicBezTo>
                  <a:pt x="2295503" y="45256"/>
                  <a:pt x="2293159" y="44574"/>
                  <a:pt x="2290083" y="44574"/>
                </a:cubicBezTo>
                <a:cubicBezTo>
                  <a:pt x="2286858" y="44574"/>
                  <a:pt x="2283733" y="45293"/>
                  <a:pt x="2280707" y="46732"/>
                </a:cubicBezTo>
                <a:lnTo>
                  <a:pt x="2279293" y="42193"/>
                </a:lnTo>
                <a:cubicBezTo>
                  <a:pt x="2282815" y="40407"/>
                  <a:pt x="2286610" y="39514"/>
                  <a:pt x="2290679" y="39514"/>
                </a:cubicBezTo>
                <a:close/>
                <a:moveTo>
                  <a:pt x="2197512" y="39514"/>
                </a:moveTo>
                <a:cubicBezTo>
                  <a:pt x="2202771" y="39514"/>
                  <a:pt x="2206813" y="41287"/>
                  <a:pt x="2209642" y="44834"/>
                </a:cubicBezTo>
                <a:cubicBezTo>
                  <a:pt x="2212469" y="48381"/>
                  <a:pt x="2213883" y="53553"/>
                  <a:pt x="2213883" y="60350"/>
                </a:cubicBezTo>
                <a:cubicBezTo>
                  <a:pt x="2213883" y="67146"/>
                  <a:pt x="2212469" y="72318"/>
                  <a:pt x="2209642" y="75865"/>
                </a:cubicBezTo>
                <a:cubicBezTo>
                  <a:pt x="2206813" y="79412"/>
                  <a:pt x="2202746" y="81186"/>
                  <a:pt x="2197438" y="81186"/>
                </a:cubicBezTo>
                <a:cubicBezTo>
                  <a:pt x="2192179" y="81186"/>
                  <a:pt x="2188136" y="79412"/>
                  <a:pt x="2185308" y="75865"/>
                </a:cubicBezTo>
                <a:cubicBezTo>
                  <a:pt x="2182480" y="72318"/>
                  <a:pt x="2181066" y="67146"/>
                  <a:pt x="2181066" y="60350"/>
                </a:cubicBezTo>
                <a:cubicBezTo>
                  <a:pt x="2181066" y="53553"/>
                  <a:pt x="2182480" y="48381"/>
                  <a:pt x="2185308" y="44834"/>
                </a:cubicBezTo>
                <a:cubicBezTo>
                  <a:pt x="2188136" y="41287"/>
                  <a:pt x="2192204" y="39514"/>
                  <a:pt x="2197512" y="39514"/>
                </a:cubicBezTo>
                <a:close/>
                <a:moveTo>
                  <a:pt x="2043029" y="39514"/>
                </a:moveTo>
                <a:cubicBezTo>
                  <a:pt x="2047295" y="39514"/>
                  <a:pt x="2050730" y="40580"/>
                  <a:pt x="2053335" y="42714"/>
                </a:cubicBezTo>
                <a:cubicBezTo>
                  <a:pt x="2055939" y="44847"/>
                  <a:pt x="2057242" y="47972"/>
                  <a:pt x="2057242" y="52090"/>
                </a:cubicBezTo>
                <a:lnTo>
                  <a:pt x="2057242" y="80218"/>
                </a:lnTo>
                <a:lnTo>
                  <a:pt x="2052255" y="80218"/>
                </a:lnTo>
                <a:lnTo>
                  <a:pt x="2052255" y="75381"/>
                </a:lnTo>
                <a:cubicBezTo>
                  <a:pt x="2049676" y="79152"/>
                  <a:pt x="2045683" y="81037"/>
                  <a:pt x="2040275" y="81037"/>
                </a:cubicBezTo>
                <a:cubicBezTo>
                  <a:pt x="2036356" y="81037"/>
                  <a:pt x="2033293" y="79995"/>
                  <a:pt x="2031085" y="77911"/>
                </a:cubicBezTo>
                <a:cubicBezTo>
                  <a:pt x="2028877" y="75828"/>
                  <a:pt x="2027773" y="72926"/>
                  <a:pt x="2027773" y="69205"/>
                </a:cubicBezTo>
                <a:cubicBezTo>
                  <a:pt x="2027773" y="64492"/>
                  <a:pt x="2029733" y="61007"/>
                  <a:pt x="2033652" y="58750"/>
                </a:cubicBezTo>
                <a:cubicBezTo>
                  <a:pt x="2037571" y="56493"/>
                  <a:pt x="2043649" y="55339"/>
                  <a:pt x="2051884" y="55290"/>
                </a:cubicBezTo>
                <a:lnTo>
                  <a:pt x="2051884" y="52536"/>
                </a:lnTo>
                <a:cubicBezTo>
                  <a:pt x="2051884" y="49957"/>
                  <a:pt x="2051078" y="47985"/>
                  <a:pt x="2049466" y="46620"/>
                </a:cubicBezTo>
                <a:cubicBezTo>
                  <a:pt x="2047853" y="45256"/>
                  <a:pt x="2045509" y="44574"/>
                  <a:pt x="2042433" y="44574"/>
                </a:cubicBezTo>
                <a:cubicBezTo>
                  <a:pt x="2039209" y="44574"/>
                  <a:pt x="2036083" y="45293"/>
                  <a:pt x="2033057" y="46732"/>
                </a:cubicBezTo>
                <a:lnTo>
                  <a:pt x="2031643" y="42193"/>
                </a:lnTo>
                <a:cubicBezTo>
                  <a:pt x="2035165" y="40407"/>
                  <a:pt x="2038960" y="39514"/>
                  <a:pt x="2043029" y="39514"/>
                </a:cubicBezTo>
                <a:close/>
                <a:moveTo>
                  <a:pt x="1978140" y="39514"/>
                </a:moveTo>
                <a:cubicBezTo>
                  <a:pt x="1983150" y="39514"/>
                  <a:pt x="1987044" y="41200"/>
                  <a:pt x="1989822" y="44574"/>
                </a:cubicBezTo>
                <a:cubicBezTo>
                  <a:pt x="1992600" y="47947"/>
                  <a:pt x="1993990" y="52635"/>
                  <a:pt x="1993990" y="58638"/>
                </a:cubicBezTo>
                <a:cubicBezTo>
                  <a:pt x="1993990" y="59829"/>
                  <a:pt x="1993915" y="60871"/>
                  <a:pt x="1993766" y="61764"/>
                </a:cubicBezTo>
                <a:lnTo>
                  <a:pt x="1967275" y="61764"/>
                </a:lnTo>
                <a:cubicBezTo>
                  <a:pt x="1967473" y="66476"/>
                  <a:pt x="1968626" y="70036"/>
                  <a:pt x="1970735" y="72442"/>
                </a:cubicBezTo>
                <a:cubicBezTo>
                  <a:pt x="1972844" y="74848"/>
                  <a:pt x="1975857" y="76051"/>
                  <a:pt x="1979776" y="76051"/>
                </a:cubicBezTo>
                <a:cubicBezTo>
                  <a:pt x="1983497" y="76051"/>
                  <a:pt x="1986920" y="75009"/>
                  <a:pt x="1990045" y="72926"/>
                </a:cubicBezTo>
                <a:lnTo>
                  <a:pt x="1992129" y="77242"/>
                </a:lnTo>
                <a:cubicBezTo>
                  <a:pt x="1990591" y="78482"/>
                  <a:pt x="1988719" y="79437"/>
                  <a:pt x="1986511" y="80107"/>
                </a:cubicBezTo>
                <a:cubicBezTo>
                  <a:pt x="1984303" y="80776"/>
                  <a:pt x="1981959" y="81111"/>
                  <a:pt x="1979479" y="81111"/>
                </a:cubicBezTo>
                <a:cubicBezTo>
                  <a:pt x="1973922" y="81111"/>
                  <a:pt x="1969594" y="79276"/>
                  <a:pt x="1966493" y="75605"/>
                </a:cubicBezTo>
                <a:cubicBezTo>
                  <a:pt x="1963393" y="71933"/>
                  <a:pt x="1961843" y="66849"/>
                  <a:pt x="1961843" y="60350"/>
                </a:cubicBezTo>
                <a:cubicBezTo>
                  <a:pt x="1961843" y="53801"/>
                  <a:pt x="1963281" y="48691"/>
                  <a:pt x="1966159" y="45020"/>
                </a:cubicBezTo>
                <a:cubicBezTo>
                  <a:pt x="1969036" y="41349"/>
                  <a:pt x="1973030" y="39514"/>
                  <a:pt x="1978140" y="39514"/>
                </a:cubicBezTo>
                <a:close/>
                <a:moveTo>
                  <a:pt x="1895540" y="39514"/>
                </a:moveTo>
                <a:cubicBezTo>
                  <a:pt x="1900253" y="39514"/>
                  <a:pt x="1903924" y="41374"/>
                  <a:pt x="1906553" y="45095"/>
                </a:cubicBezTo>
                <a:cubicBezTo>
                  <a:pt x="1909182" y="48816"/>
                  <a:pt x="1910497" y="54000"/>
                  <a:pt x="1910497" y="60647"/>
                </a:cubicBezTo>
                <a:cubicBezTo>
                  <a:pt x="1910497" y="67097"/>
                  <a:pt x="1909096" y="72132"/>
                  <a:pt x="1906292" y="75753"/>
                </a:cubicBezTo>
                <a:cubicBezTo>
                  <a:pt x="1903490" y="79375"/>
                  <a:pt x="1899608" y="81186"/>
                  <a:pt x="1894647" y="81186"/>
                </a:cubicBezTo>
                <a:cubicBezTo>
                  <a:pt x="1892613" y="81186"/>
                  <a:pt x="1890715" y="80789"/>
                  <a:pt x="1888954" y="79995"/>
                </a:cubicBezTo>
                <a:cubicBezTo>
                  <a:pt x="1887193" y="79201"/>
                  <a:pt x="1885668" y="78085"/>
                  <a:pt x="1884377" y="76646"/>
                </a:cubicBezTo>
                <a:lnTo>
                  <a:pt x="1884377" y="95622"/>
                </a:lnTo>
                <a:lnTo>
                  <a:pt x="1879020" y="95622"/>
                </a:lnTo>
                <a:lnTo>
                  <a:pt x="1879020" y="40481"/>
                </a:lnTo>
                <a:lnTo>
                  <a:pt x="1884005" y="40481"/>
                </a:lnTo>
                <a:lnTo>
                  <a:pt x="1884005" y="45541"/>
                </a:lnTo>
                <a:cubicBezTo>
                  <a:pt x="1885345" y="43557"/>
                  <a:pt x="1886995" y="42056"/>
                  <a:pt x="1888954" y="41039"/>
                </a:cubicBezTo>
                <a:cubicBezTo>
                  <a:pt x="1890914" y="40022"/>
                  <a:pt x="1893109" y="39514"/>
                  <a:pt x="1895540" y="39514"/>
                </a:cubicBezTo>
                <a:close/>
                <a:moveTo>
                  <a:pt x="1854612" y="39514"/>
                </a:moveTo>
                <a:cubicBezTo>
                  <a:pt x="1859870" y="39514"/>
                  <a:pt x="1863914" y="41287"/>
                  <a:pt x="1866741" y="44834"/>
                </a:cubicBezTo>
                <a:cubicBezTo>
                  <a:pt x="1869569" y="48381"/>
                  <a:pt x="1870983" y="53553"/>
                  <a:pt x="1870983" y="60350"/>
                </a:cubicBezTo>
                <a:cubicBezTo>
                  <a:pt x="1870983" y="67146"/>
                  <a:pt x="1869569" y="72318"/>
                  <a:pt x="1866741" y="75865"/>
                </a:cubicBezTo>
                <a:cubicBezTo>
                  <a:pt x="1863914" y="79412"/>
                  <a:pt x="1859846" y="81186"/>
                  <a:pt x="1854538" y="81186"/>
                </a:cubicBezTo>
                <a:cubicBezTo>
                  <a:pt x="1849279" y="81186"/>
                  <a:pt x="1845236" y="79412"/>
                  <a:pt x="1842408" y="75865"/>
                </a:cubicBezTo>
                <a:cubicBezTo>
                  <a:pt x="1839580" y="72318"/>
                  <a:pt x="1838167" y="67146"/>
                  <a:pt x="1838167" y="60350"/>
                </a:cubicBezTo>
                <a:cubicBezTo>
                  <a:pt x="1838167" y="53553"/>
                  <a:pt x="1839580" y="48381"/>
                  <a:pt x="1842408" y="44834"/>
                </a:cubicBezTo>
                <a:cubicBezTo>
                  <a:pt x="1845236" y="41287"/>
                  <a:pt x="1849304" y="39514"/>
                  <a:pt x="1854612" y="39514"/>
                </a:cubicBezTo>
                <a:close/>
                <a:moveTo>
                  <a:pt x="1790765" y="39514"/>
                </a:moveTo>
                <a:cubicBezTo>
                  <a:pt x="1795477" y="39514"/>
                  <a:pt x="1799149" y="41374"/>
                  <a:pt x="1801778" y="45095"/>
                </a:cubicBezTo>
                <a:cubicBezTo>
                  <a:pt x="1804408" y="48816"/>
                  <a:pt x="1805722" y="54000"/>
                  <a:pt x="1805722" y="60647"/>
                </a:cubicBezTo>
                <a:cubicBezTo>
                  <a:pt x="1805722" y="67097"/>
                  <a:pt x="1804321" y="72132"/>
                  <a:pt x="1801517" y="75753"/>
                </a:cubicBezTo>
                <a:cubicBezTo>
                  <a:pt x="1798715" y="79375"/>
                  <a:pt x="1794832" y="81186"/>
                  <a:pt x="1789871" y="81186"/>
                </a:cubicBezTo>
                <a:cubicBezTo>
                  <a:pt x="1787838" y="81186"/>
                  <a:pt x="1785940" y="80789"/>
                  <a:pt x="1784179" y="79995"/>
                </a:cubicBezTo>
                <a:cubicBezTo>
                  <a:pt x="1782418" y="79201"/>
                  <a:pt x="1780892" y="78085"/>
                  <a:pt x="1779602" y="76646"/>
                </a:cubicBezTo>
                <a:lnTo>
                  <a:pt x="1779602" y="95622"/>
                </a:lnTo>
                <a:lnTo>
                  <a:pt x="1774244" y="95622"/>
                </a:lnTo>
                <a:lnTo>
                  <a:pt x="1774244" y="40481"/>
                </a:lnTo>
                <a:lnTo>
                  <a:pt x="1779230" y="40481"/>
                </a:lnTo>
                <a:lnTo>
                  <a:pt x="1779230" y="45541"/>
                </a:lnTo>
                <a:cubicBezTo>
                  <a:pt x="1780570" y="43557"/>
                  <a:pt x="1782219" y="42056"/>
                  <a:pt x="1784179" y="41039"/>
                </a:cubicBezTo>
                <a:cubicBezTo>
                  <a:pt x="1786139" y="40022"/>
                  <a:pt x="1788334" y="39514"/>
                  <a:pt x="1790765" y="39514"/>
                </a:cubicBezTo>
                <a:close/>
                <a:moveTo>
                  <a:pt x="1633453" y="39514"/>
                </a:moveTo>
                <a:cubicBezTo>
                  <a:pt x="1637720" y="39514"/>
                  <a:pt x="1641155" y="40580"/>
                  <a:pt x="1643760" y="42714"/>
                </a:cubicBezTo>
                <a:cubicBezTo>
                  <a:pt x="1646364" y="44847"/>
                  <a:pt x="1647667" y="47972"/>
                  <a:pt x="1647667" y="52090"/>
                </a:cubicBezTo>
                <a:lnTo>
                  <a:pt x="1647667" y="80218"/>
                </a:lnTo>
                <a:lnTo>
                  <a:pt x="1642681" y="80218"/>
                </a:lnTo>
                <a:lnTo>
                  <a:pt x="1642681" y="75381"/>
                </a:lnTo>
                <a:cubicBezTo>
                  <a:pt x="1640101" y="79152"/>
                  <a:pt x="1636108" y="81037"/>
                  <a:pt x="1630700" y="81037"/>
                </a:cubicBezTo>
                <a:cubicBezTo>
                  <a:pt x="1626781" y="81037"/>
                  <a:pt x="1623718" y="79995"/>
                  <a:pt x="1621510" y="77911"/>
                </a:cubicBezTo>
                <a:cubicBezTo>
                  <a:pt x="1619302" y="75828"/>
                  <a:pt x="1618199" y="72926"/>
                  <a:pt x="1618199" y="69205"/>
                </a:cubicBezTo>
                <a:cubicBezTo>
                  <a:pt x="1618199" y="64492"/>
                  <a:pt x="1620158" y="61007"/>
                  <a:pt x="1624077" y="58750"/>
                </a:cubicBezTo>
                <a:cubicBezTo>
                  <a:pt x="1627997" y="56493"/>
                  <a:pt x="1634074" y="55339"/>
                  <a:pt x="1642308" y="55290"/>
                </a:cubicBezTo>
                <a:lnTo>
                  <a:pt x="1642308" y="52536"/>
                </a:lnTo>
                <a:cubicBezTo>
                  <a:pt x="1642308" y="49957"/>
                  <a:pt x="1641503" y="47985"/>
                  <a:pt x="1639890" y="46620"/>
                </a:cubicBezTo>
                <a:cubicBezTo>
                  <a:pt x="1638278" y="45256"/>
                  <a:pt x="1635934" y="44574"/>
                  <a:pt x="1632858" y="44574"/>
                </a:cubicBezTo>
                <a:cubicBezTo>
                  <a:pt x="1629634" y="44574"/>
                  <a:pt x="1626508" y="45293"/>
                  <a:pt x="1623482" y="46732"/>
                </a:cubicBezTo>
                <a:lnTo>
                  <a:pt x="1622068" y="42193"/>
                </a:lnTo>
                <a:cubicBezTo>
                  <a:pt x="1625590" y="40407"/>
                  <a:pt x="1629385" y="39514"/>
                  <a:pt x="1633453" y="39514"/>
                </a:cubicBezTo>
                <a:close/>
                <a:moveTo>
                  <a:pt x="1549514" y="39514"/>
                </a:moveTo>
                <a:cubicBezTo>
                  <a:pt x="1554525" y="39514"/>
                  <a:pt x="1558419" y="41200"/>
                  <a:pt x="1561197" y="44574"/>
                </a:cubicBezTo>
                <a:cubicBezTo>
                  <a:pt x="1563976" y="47947"/>
                  <a:pt x="1565364" y="52635"/>
                  <a:pt x="1565364" y="58638"/>
                </a:cubicBezTo>
                <a:cubicBezTo>
                  <a:pt x="1565364" y="59829"/>
                  <a:pt x="1565290" y="60871"/>
                  <a:pt x="1565141" y="61764"/>
                </a:cubicBezTo>
                <a:lnTo>
                  <a:pt x="1538650" y="61764"/>
                </a:lnTo>
                <a:cubicBezTo>
                  <a:pt x="1538848" y="66476"/>
                  <a:pt x="1540002" y="70036"/>
                  <a:pt x="1542110" y="72442"/>
                </a:cubicBezTo>
                <a:cubicBezTo>
                  <a:pt x="1544219" y="74848"/>
                  <a:pt x="1547233" y="76051"/>
                  <a:pt x="1551152" y="76051"/>
                </a:cubicBezTo>
                <a:cubicBezTo>
                  <a:pt x="1554872" y="76051"/>
                  <a:pt x="1558295" y="75009"/>
                  <a:pt x="1561420" y="72926"/>
                </a:cubicBezTo>
                <a:lnTo>
                  <a:pt x="1563504" y="77242"/>
                </a:lnTo>
                <a:cubicBezTo>
                  <a:pt x="1561966" y="78482"/>
                  <a:pt x="1560094" y="79437"/>
                  <a:pt x="1557886" y="80107"/>
                </a:cubicBezTo>
                <a:cubicBezTo>
                  <a:pt x="1555678" y="80776"/>
                  <a:pt x="1553334" y="81111"/>
                  <a:pt x="1550854" y="81111"/>
                </a:cubicBezTo>
                <a:cubicBezTo>
                  <a:pt x="1545298" y="81111"/>
                  <a:pt x="1540969" y="79276"/>
                  <a:pt x="1537869" y="75605"/>
                </a:cubicBezTo>
                <a:cubicBezTo>
                  <a:pt x="1534768" y="71933"/>
                  <a:pt x="1533217" y="66849"/>
                  <a:pt x="1533217" y="60350"/>
                </a:cubicBezTo>
                <a:cubicBezTo>
                  <a:pt x="1533217" y="53801"/>
                  <a:pt x="1534657" y="48691"/>
                  <a:pt x="1537534" y="45020"/>
                </a:cubicBezTo>
                <a:cubicBezTo>
                  <a:pt x="1540411" y="41349"/>
                  <a:pt x="1544405" y="39514"/>
                  <a:pt x="1549514" y="39514"/>
                </a:cubicBezTo>
                <a:close/>
                <a:moveTo>
                  <a:pt x="1481053" y="39514"/>
                </a:moveTo>
                <a:cubicBezTo>
                  <a:pt x="1485320" y="39514"/>
                  <a:pt x="1488755" y="40580"/>
                  <a:pt x="1491360" y="42714"/>
                </a:cubicBezTo>
                <a:cubicBezTo>
                  <a:pt x="1493965" y="44847"/>
                  <a:pt x="1495266" y="47972"/>
                  <a:pt x="1495266" y="52090"/>
                </a:cubicBezTo>
                <a:lnTo>
                  <a:pt x="1495266" y="80218"/>
                </a:lnTo>
                <a:lnTo>
                  <a:pt x="1490281" y="80218"/>
                </a:lnTo>
                <a:lnTo>
                  <a:pt x="1490281" y="75381"/>
                </a:lnTo>
                <a:cubicBezTo>
                  <a:pt x="1487701" y="79152"/>
                  <a:pt x="1483708" y="81037"/>
                  <a:pt x="1478300" y="81037"/>
                </a:cubicBezTo>
                <a:cubicBezTo>
                  <a:pt x="1474381" y="81037"/>
                  <a:pt x="1471318" y="79995"/>
                  <a:pt x="1469110" y="77911"/>
                </a:cubicBezTo>
                <a:cubicBezTo>
                  <a:pt x="1466902" y="75828"/>
                  <a:pt x="1465799" y="72926"/>
                  <a:pt x="1465799" y="69205"/>
                </a:cubicBezTo>
                <a:cubicBezTo>
                  <a:pt x="1465799" y="64492"/>
                  <a:pt x="1467758" y="61007"/>
                  <a:pt x="1471677" y="58750"/>
                </a:cubicBezTo>
                <a:cubicBezTo>
                  <a:pt x="1475596" y="56493"/>
                  <a:pt x="1481673" y="55339"/>
                  <a:pt x="1489909" y="55290"/>
                </a:cubicBezTo>
                <a:lnTo>
                  <a:pt x="1489909" y="52536"/>
                </a:lnTo>
                <a:cubicBezTo>
                  <a:pt x="1489909" y="49957"/>
                  <a:pt x="1489103" y="47985"/>
                  <a:pt x="1487490" y="46620"/>
                </a:cubicBezTo>
                <a:cubicBezTo>
                  <a:pt x="1485878" y="45256"/>
                  <a:pt x="1483534" y="44574"/>
                  <a:pt x="1480458" y="44574"/>
                </a:cubicBezTo>
                <a:cubicBezTo>
                  <a:pt x="1477234" y="44574"/>
                  <a:pt x="1474108" y="45293"/>
                  <a:pt x="1471082" y="46732"/>
                </a:cubicBezTo>
                <a:lnTo>
                  <a:pt x="1469668" y="42193"/>
                </a:lnTo>
                <a:cubicBezTo>
                  <a:pt x="1473190" y="40407"/>
                  <a:pt x="1476986" y="39514"/>
                  <a:pt x="1481053" y="39514"/>
                </a:cubicBezTo>
                <a:close/>
                <a:moveTo>
                  <a:pt x="1419662" y="39514"/>
                </a:moveTo>
                <a:cubicBezTo>
                  <a:pt x="1422192" y="39514"/>
                  <a:pt x="1424375" y="40047"/>
                  <a:pt x="1426210" y="41114"/>
                </a:cubicBezTo>
                <a:cubicBezTo>
                  <a:pt x="1428046" y="42180"/>
                  <a:pt x="1429410" y="43681"/>
                  <a:pt x="1430303" y="45616"/>
                </a:cubicBezTo>
                <a:cubicBezTo>
                  <a:pt x="1433826" y="41548"/>
                  <a:pt x="1438067" y="39514"/>
                  <a:pt x="1443028" y="39514"/>
                </a:cubicBezTo>
                <a:cubicBezTo>
                  <a:pt x="1446749" y="39514"/>
                  <a:pt x="1449651" y="40618"/>
                  <a:pt x="1451734" y="42825"/>
                </a:cubicBezTo>
                <a:cubicBezTo>
                  <a:pt x="1453818" y="45033"/>
                  <a:pt x="1454860" y="48121"/>
                  <a:pt x="1454860" y="52090"/>
                </a:cubicBezTo>
                <a:lnTo>
                  <a:pt x="1454860" y="80218"/>
                </a:lnTo>
                <a:lnTo>
                  <a:pt x="1449502" y="80218"/>
                </a:lnTo>
                <a:lnTo>
                  <a:pt x="1449502" y="52462"/>
                </a:lnTo>
                <a:cubicBezTo>
                  <a:pt x="1449502" y="49932"/>
                  <a:pt x="1448832" y="48009"/>
                  <a:pt x="1447493" y="46695"/>
                </a:cubicBezTo>
                <a:cubicBezTo>
                  <a:pt x="1446153" y="45380"/>
                  <a:pt x="1444194" y="44723"/>
                  <a:pt x="1441614" y="44723"/>
                </a:cubicBezTo>
                <a:cubicBezTo>
                  <a:pt x="1437992" y="44723"/>
                  <a:pt x="1434545" y="46112"/>
                  <a:pt x="1431271" y="48890"/>
                </a:cubicBezTo>
                <a:cubicBezTo>
                  <a:pt x="1431469" y="49733"/>
                  <a:pt x="1431568" y="50800"/>
                  <a:pt x="1431568" y="52090"/>
                </a:cubicBezTo>
                <a:lnTo>
                  <a:pt x="1431568" y="80218"/>
                </a:lnTo>
                <a:lnTo>
                  <a:pt x="1426210" y="80218"/>
                </a:lnTo>
                <a:lnTo>
                  <a:pt x="1426210" y="52462"/>
                </a:lnTo>
                <a:cubicBezTo>
                  <a:pt x="1426210" y="49932"/>
                  <a:pt x="1425528" y="48009"/>
                  <a:pt x="1424164" y="46695"/>
                </a:cubicBezTo>
                <a:cubicBezTo>
                  <a:pt x="1422800" y="45380"/>
                  <a:pt x="1420828" y="44723"/>
                  <a:pt x="1418248" y="44723"/>
                </a:cubicBezTo>
                <a:cubicBezTo>
                  <a:pt x="1416363" y="44723"/>
                  <a:pt x="1414602" y="45045"/>
                  <a:pt x="1412965" y="45690"/>
                </a:cubicBezTo>
                <a:cubicBezTo>
                  <a:pt x="1411327" y="46335"/>
                  <a:pt x="1409715" y="47327"/>
                  <a:pt x="1408128" y="48667"/>
                </a:cubicBezTo>
                <a:lnTo>
                  <a:pt x="1408128" y="80218"/>
                </a:lnTo>
                <a:lnTo>
                  <a:pt x="1402770" y="80218"/>
                </a:lnTo>
                <a:lnTo>
                  <a:pt x="1402770" y="40481"/>
                </a:lnTo>
                <a:lnTo>
                  <a:pt x="1407755" y="40481"/>
                </a:lnTo>
                <a:lnTo>
                  <a:pt x="1407755" y="44723"/>
                </a:lnTo>
                <a:cubicBezTo>
                  <a:pt x="1411080" y="41250"/>
                  <a:pt x="1415048" y="39514"/>
                  <a:pt x="1419662" y="39514"/>
                </a:cubicBezTo>
                <a:close/>
                <a:moveTo>
                  <a:pt x="261760" y="34175"/>
                </a:moveTo>
                <a:cubicBezTo>
                  <a:pt x="254325" y="34175"/>
                  <a:pt x="250608" y="40109"/>
                  <a:pt x="250608" y="51978"/>
                </a:cubicBezTo>
                <a:cubicBezTo>
                  <a:pt x="250608" y="64120"/>
                  <a:pt x="254496" y="70191"/>
                  <a:pt x="262272" y="70191"/>
                </a:cubicBezTo>
                <a:cubicBezTo>
                  <a:pt x="264318" y="70191"/>
                  <a:pt x="266177" y="69782"/>
                  <a:pt x="267848" y="68963"/>
                </a:cubicBezTo>
                <a:cubicBezTo>
                  <a:pt x="269519" y="68145"/>
                  <a:pt x="271208" y="66814"/>
                  <a:pt x="272913" y="64973"/>
                </a:cubicBezTo>
                <a:lnTo>
                  <a:pt x="272913" y="39291"/>
                </a:lnTo>
                <a:cubicBezTo>
                  <a:pt x="271481" y="37653"/>
                  <a:pt x="269792" y="36391"/>
                  <a:pt x="267848" y="35505"/>
                </a:cubicBezTo>
                <a:cubicBezTo>
                  <a:pt x="265904" y="34618"/>
                  <a:pt x="263875" y="34175"/>
                  <a:pt x="261760" y="34175"/>
                </a:cubicBezTo>
                <a:close/>
                <a:moveTo>
                  <a:pt x="81502" y="34175"/>
                </a:moveTo>
                <a:cubicBezTo>
                  <a:pt x="73589" y="34175"/>
                  <a:pt x="69632" y="40280"/>
                  <a:pt x="69632" y="52490"/>
                </a:cubicBezTo>
                <a:cubicBezTo>
                  <a:pt x="69632" y="58561"/>
                  <a:pt x="70622" y="63131"/>
                  <a:pt x="72600" y="66200"/>
                </a:cubicBezTo>
                <a:cubicBezTo>
                  <a:pt x="74578" y="69270"/>
                  <a:pt x="77511" y="70805"/>
                  <a:pt x="81399" y="70805"/>
                </a:cubicBezTo>
                <a:cubicBezTo>
                  <a:pt x="85356" y="70805"/>
                  <a:pt x="88323" y="69270"/>
                  <a:pt x="90301" y="66200"/>
                </a:cubicBezTo>
                <a:cubicBezTo>
                  <a:pt x="92279" y="63131"/>
                  <a:pt x="93268" y="58561"/>
                  <a:pt x="93268" y="52490"/>
                </a:cubicBezTo>
                <a:cubicBezTo>
                  <a:pt x="93268" y="40280"/>
                  <a:pt x="89346" y="34175"/>
                  <a:pt x="81502" y="34175"/>
                </a:cubicBezTo>
                <a:close/>
                <a:moveTo>
                  <a:pt x="1128638" y="33970"/>
                </a:moveTo>
                <a:cubicBezTo>
                  <a:pt x="1121885" y="33970"/>
                  <a:pt x="1118031" y="38540"/>
                  <a:pt x="1117076" y="47681"/>
                </a:cubicBezTo>
                <a:lnTo>
                  <a:pt x="1140200" y="47681"/>
                </a:lnTo>
                <a:cubicBezTo>
                  <a:pt x="1140063" y="43315"/>
                  <a:pt x="1138989" y="39939"/>
                  <a:pt x="1136977" y="37551"/>
                </a:cubicBezTo>
                <a:cubicBezTo>
                  <a:pt x="1134965" y="35164"/>
                  <a:pt x="1132185" y="33970"/>
                  <a:pt x="1128638" y="33970"/>
                </a:cubicBezTo>
                <a:close/>
                <a:moveTo>
                  <a:pt x="319013" y="33970"/>
                </a:moveTo>
                <a:cubicBezTo>
                  <a:pt x="312260" y="33970"/>
                  <a:pt x="308406" y="38540"/>
                  <a:pt x="307451" y="47681"/>
                </a:cubicBezTo>
                <a:lnTo>
                  <a:pt x="330575" y="47681"/>
                </a:lnTo>
                <a:cubicBezTo>
                  <a:pt x="330438" y="43315"/>
                  <a:pt x="329364" y="39939"/>
                  <a:pt x="327352" y="37551"/>
                </a:cubicBezTo>
                <a:cubicBezTo>
                  <a:pt x="325339" y="35164"/>
                  <a:pt x="322560" y="33970"/>
                  <a:pt x="319013" y="33970"/>
                </a:cubicBezTo>
                <a:close/>
                <a:moveTo>
                  <a:pt x="11005457" y="28575"/>
                </a:moveTo>
                <a:lnTo>
                  <a:pt x="11010815" y="28575"/>
                </a:lnTo>
                <a:lnTo>
                  <a:pt x="11010815" y="40481"/>
                </a:lnTo>
                <a:lnTo>
                  <a:pt x="11022796" y="40481"/>
                </a:lnTo>
                <a:lnTo>
                  <a:pt x="11022796" y="45020"/>
                </a:lnTo>
                <a:lnTo>
                  <a:pt x="11010815" y="45020"/>
                </a:lnTo>
                <a:lnTo>
                  <a:pt x="11010815" y="66824"/>
                </a:lnTo>
                <a:cubicBezTo>
                  <a:pt x="11010815" y="69949"/>
                  <a:pt x="11011423" y="72244"/>
                  <a:pt x="11012638" y="73707"/>
                </a:cubicBezTo>
                <a:cubicBezTo>
                  <a:pt x="11013853" y="75170"/>
                  <a:pt x="11015751" y="75902"/>
                  <a:pt x="11018331" y="75902"/>
                </a:cubicBezTo>
                <a:cubicBezTo>
                  <a:pt x="11019670" y="75902"/>
                  <a:pt x="11021034" y="75679"/>
                  <a:pt x="11022424" y="75233"/>
                </a:cubicBezTo>
                <a:lnTo>
                  <a:pt x="11023317" y="79846"/>
                </a:lnTo>
                <a:cubicBezTo>
                  <a:pt x="11021629" y="80441"/>
                  <a:pt x="11019695" y="80739"/>
                  <a:pt x="11017512" y="80739"/>
                </a:cubicBezTo>
                <a:cubicBezTo>
                  <a:pt x="11013544" y="80739"/>
                  <a:pt x="11010542" y="79635"/>
                  <a:pt x="11008508" y="77428"/>
                </a:cubicBezTo>
                <a:cubicBezTo>
                  <a:pt x="11006475" y="75220"/>
                  <a:pt x="11005457" y="71933"/>
                  <a:pt x="11005457" y="67568"/>
                </a:cubicBezTo>
                <a:lnTo>
                  <a:pt x="11005457" y="45020"/>
                </a:lnTo>
                <a:lnTo>
                  <a:pt x="10998537" y="45020"/>
                </a:lnTo>
                <a:lnTo>
                  <a:pt x="10998537" y="40481"/>
                </a:lnTo>
                <a:lnTo>
                  <a:pt x="11005457" y="40481"/>
                </a:lnTo>
                <a:close/>
                <a:moveTo>
                  <a:pt x="10405382" y="28575"/>
                </a:moveTo>
                <a:lnTo>
                  <a:pt x="10410740" y="28575"/>
                </a:lnTo>
                <a:lnTo>
                  <a:pt x="10410740" y="40481"/>
                </a:lnTo>
                <a:lnTo>
                  <a:pt x="10422721" y="40481"/>
                </a:lnTo>
                <a:lnTo>
                  <a:pt x="10422721" y="45020"/>
                </a:lnTo>
                <a:lnTo>
                  <a:pt x="10410740" y="45020"/>
                </a:lnTo>
                <a:lnTo>
                  <a:pt x="10410740" y="66824"/>
                </a:lnTo>
                <a:cubicBezTo>
                  <a:pt x="10410740" y="69949"/>
                  <a:pt x="10411348" y="72244"/>
                  <a:pt x="10412563" y="73707"/>
                </a:cubicBezTo>
                <a:cubicBezTo>
                  <a:pt x="10413778" y="75170"/>
                  <a:pt x="10415676" y="75902"/>
                  <a:pt x="10418256" y="75902"/>
                </a:cubicBezTo>
                <a:cubicBezTo>
                  <a:pt x="10419595" y="75902"/>
                  <a:pt x="10420959" y="75679"/>
                  <a:pt x="10422349" y="75233"/>
                </a:cubicBezTo>
                <a:lnTo>
                  <a:pt x="10423242" y="79846"/>
                </a:lnTo>
                <a:cubicBezTo>
                  <a:pt x="10421554" y="80441"/>
                  <a:pt x="10419620" y="80739"/>
                  <a:pt x="10417437" y="80739"/>
                </a:cubicBezTo>
                <a:cubicBezTo>
                  <a:pt x="10413469" y="80739"/>
                  <a:pt x="10410467" y="79635"/>
                  <a:pt x="10408433" y="77428"/>
                </a:cubicBezTo>
                <a:cubicBezTo>
                  <a:pt x="10406400" y="75220"/>
                  <a:pt x="10405382" y="71933"/>
                  <a:pt x="10405382" y="67568"/>
                </a:cubicBezTo>
                <a:lnTo>
                  <a:pt x="10405382" y="45020"/>
                </a:lnTo>
                <a:lnTo>
                  <a:pt x="10398462" y="45020"/>
                </a:lnTo>
                <a:lnTo>
                  <a:pt x="10398462" y="40481"/>
                </a:lnTo>
                <a:lnTo>
                  <a:pt x="10405382" y="40481"/>
                </a:lnTo>
                <a:close/>
                <a:moveTo>
                  <a:pt x="9748157" y="28575"/>
                </a:moveTo>
                <a:lnTo>
                  <a:pt x="9753515" y="28575"/>
                </a:lnTo>
                <a:lnTo>
                  <a:pt x="9753515" y="40481"/>
                </a:lnTo>
                <a:lnTo>
                  <a:pt x="9765496" y="40481"/>
                </a:lnTo>
                <a:lnTo>
                  <a:pt x="9765496" y="45020"/>
                </a:lnTo>
                <a:lnTo>
                  <a:pt x="9753515" y="45020"/>
                </a:lnTo>
                <a:lnTo>
                  <a:pt x="9753515" y="66824"/>
                </a:lnTo>
                <a:cubicBezTo>
                  <a:pt x="9753515" y="69949"/>
                  <a:pt x="9754123" y="72244"/>
                  <a:pt x="9755338" y="73707"/>
                </a:cubicBezTo>
                <a:cubicBezTo>
                  <a:pt x="9756553" y="75170"/>
                  <a:pt x="9758451" y="75902"/>
                  <a:pt x="9761031" y="75902"/>
                </a:cubicBezTo>
                <a:cubicBezTo>
                  <a:pt x="9762370" y="75902"/>
                  <a:pt x="9763734" y="75679"/>
                  <a:pt x="9765124" y="75233"/>
                </a:cubicBezTo>
                <a:lnTo>
                  <a:pt x="9766017" y="79846"/>
                </a:lnTo>
                <a:cubicBezTo>
                  <a:pt x="9764329" y="80441"/>
                  <a:pt x="9762395" y="80739"/>
                  <a:pt x="9760212" y="80739"/>
                </a:cubicBezTo>
                <a:cubicBezTo>
                  <a:pt x="9756244" y="80739"/>
                  <a:pt x="9753242" y="79635"/>
                  <a:pt x="9751208" y="77428"/>
                </a:cubicBezTo>
                <a:cubicBezTo>
                  <a:pt x="9749174" y="75220"/>
                  <a:pt x="9748157" y="71933"/>
                  <a:pt x="9748157" y="67568"/>
                </a:cubicBezTo>
                <a:lnTo>
                  <a:pt x="9748157" y="45020"/>
                </a:lnTo>
                <a:lnTo>
                  <a:pt x="9741237" y="45020"/>
                </a:lnTo>
                <a:lnTo>
                  <a:pt x="9741237" y="40481"/>
                </a:lnTo>
                <a:lnTo>
                  <a:pt x="9748157" y="40481"/>
                </a:lnTo>
                <a:close/>
                <a:moveTo>
                  <a:pt x="9700532" y="28575"/>
                </a:moveTo>
                <a:lnTo>
                  <a:pt x="9705890" y="28575"/>
                </a:lnTo>
                <a:lnTo>
                  <a:pt x="9705890" y="40481"/>
                </a:lnTo>
                <a:lnTo>
                  <a:pt x="9717871" y="40481"/>
                </a:lnTo>
                <a:lnTo>
                  <a:pt x="9717871" y="45020"/>
                </a:lnTo>
                <a:lnTo>
                  <a:pt x="9705890" y="45020"/>
                </a:lnTo>
                <a:lnTo>
                  <a:pt x="9705890" y="66824"/>
                </a:lnTo>
                <a:cubicBezTo>
                  <a:pt x="9705890" y="69949"/>
                  <a:pt x="9706498" y="72244"/>
                  <a:pt x="9707713" y="73707"/>
                </a:cubicBezTo>
                <a:cubicBezTo>
                  <a:pt x="9708929" y="75170"/>
                  <a:pt x="9710826" y="75902"/>
                  <a:pt x="9713406" y="75902"/>
                </a:cubicBezTo>
                <a:cubicBezTo>
                  <a:pt x="9714745" y="75902"/>
                  <a:pt x="9716110" y="75679"/>
                  <a:pt x="9717499" y="75233"/>
                </a:cubicBezTo>
                <a:lnTo>
                  <a:pt x="9718392" y="79846"/>
                </a:lnTo>
                <a:cubicBezTo>
                  <a:pt x="9716705" y="80441"/>
                  <a:pt x="9714770" y="80739"/>
                  <a:pt x="9712587" y="80739"/>
                </a:cubicBezTo>
                <a:cubicBezTo>
                  <a:pt x="9708618" y="80739"/>
                  <a:pt x="9705617" y="79635"/>
                  <a:pt x="9703583" y="77428"/>
                </a:cubicBezTo>
                <a:cubicBezTo>
                  <a:pt x="9701549" y="75220"/>
                  <a:pt x="9700532" y="71933"/>
                  <a:pt x="9700532" y="67568"/>
                </a:cubicBezTo>
                <a:lnTo>
                  <a:pt x="9700532" y="45020"/>
                </a:lnTo>
                <a:lnTo>
                  <a:pt x="9693612" y="45020"/>
                </a:lnTo>
                <a:lnTo>
                  <a:pt x="9693612" y="40481"/>
                </a:lnTo>
                <a:lnTo>
                  <a:pt x="9700532" y="40481"/>
                </a:lnTo>
                <a:close/>
                <a:moveTo>
                  <a:pt x="9548132" y="28575"/>
                </a:moveTo>
                <a:lnTo>
                  <a:pt x="9553490" y="28575"/>
                </a:lnTo>
                <a:lnTo>
                  <a:pt x="9553490" y="40481"/>
                </a:lnTo>
                <a:lnTo>
                  <a:pt x="9565471" y="40481"/>
                </a:lnTo>
                <a:lnTo>
                  <a:pt x="9565471" y="45020"/>
                </a:lnTo>
                <a:lnTo>
                  <a:pt x="9553490" y="45020"/>
                </a:lnTo>
                <a:lnTo>
                  <a:pt x="9553490" y="66824"/>
                </a:lnTo>
                <a:cubicBezTo>
                  <a:pt x="9553490" y="69949"/>
                  <a:pt x="9554098" y="72244"/>
                  <a:pt x="9555313" y="73707"/>
                </a:cubicBezTo>
                <a:cubicBezTo>
                  <a:pt x="9556529" y="75170"/>
                  <a:pt x="9558426" y="75902"/>
                  <a:pt x="9561006" y="75902"/>
                </a:cubicBezTo>
                <a:cubicBezTo>
                  <a:pt x="9562345" y="75902"/>
                  <a:pt x="9563710" y="75679"/>
                  <a:pt x="9565099" y="75233"/>
                </a:cubicBezTo>
                <a:lnTo>
                  <a:pt x="9565992" y="79846"/>
                </a:lnTo>
                <a:cubicBezTo>
                  <a:pt x="9564305" y="80441"/>
                  <a:pt x="9562370" y="80739"/>
                  <a:pt x="9560187" y="80739"/>
                </a:cubicBezTo>
                <a:cubicBezTo>
                  <a:pt x="9556218" y="80739"/>
                  <a:pt x="9553217" y="79635"/>
                  <a:pt x="9551183" y="77428"/>
                </a:cubicBezTo>
                <a:cubicBezTo>
                  <a:pt x="9549149" y="75220"/>
                  <a:pt x="9548132" y="71933"/>
                  <a:pt x="9548132" y="67568"/>
                </a:cubicBezTo>
                <a:lnTo>
                  <a:pt x="9548132" y="45020"/>
                </a:lnTo>
                <a:lnTo>
                  <a:pt x="9541212" y="45020"/>
                </a:lnTo>
                <a:lnTo>
                  <a:pt x="9541212" y="40481"/>
                </a:lnTo>
                <a:lnTo>
                  <a:pt x="9548132" y="40481"/>
                </a:lnTo>
                <a:close/>
                <a:moveTo>
                  <a:pt x="9405257" y="28575"/>
                </a:moveTo>
                <a:lnTo>
                  <a:pt x="9410615" y="28575"/>
                </a:lnTo>
                <a:lnTo>
                  <a:pt x="9410615" y="40481"/>
                </a:lnTo>
                <a:lnTo>
                  <a:pt x="9422596" y="40481"/>
                </a:lnTo>
                <a:lnTo>
                  <a:pt x="9422596" y="45020"/>
                </a:lnTo>
                <a:lnTo>
                  <a:pt x="9410615" y="45020"/>
                </a:lnTo>
                <a:lnTo>
                  <a:pt x="9410615" y="66824"/>
                </a:lnTo>
                <a:cubicBezTo>
                  <a:pt x="9410615" y="69949"/>
                  <a:pt x="9411223" y="72244"/>
                  <a:pt x="9412438" y="73707"/>
                </a:cubicBezTo>
                <a:cubicBezTo>
                  <a:pt x="9413653" y="75170"/>
                  <a:pt x="9415551" y="75902"/>
                  <a:pt x="9418131" y="75902"/>
                </a:cubicBezTo>
                <a:cubicBezTo>
                  <a:pt x="9419470" y="75902"/>
                  <a:pt x="9420834" y="75679"/>
                  <a:pt x="9422224" y="75233"/>
                </a:cubicBezTo>
                <a:lnTo>
                  <a:pt x="9423117" y="79846"/>
                </a:lnTo>
                <a:cubicBezTo>
                  <a:pt x="9421429" y="80441"/>
                  <a:pt x="9419495" y="80739"/>
                  <a:pt x="9417312" y="80739"/>
                </a:cubicBezTo>
                <a:cubicBezTo>
                  <a:pt x="9413344" y="80739"/>
                  <a:pt x="9410342" y="79635"/>
                  <a:pt x="9408308" y="77428"/>
                </a:cubicBezTo>
                <a:cubicBezTo>
                  <a:pt x="9406275" y="75220"/>
                  <a:pt x="9405257" y="71933"/>
                  <a:pt x="9405257" y="67568"/>
                </a:cubicBezTo>
                <a:lnTo>
                  <a:pt x="9405257" y="45020"/>
                </a:lnTo>
                <a:lnTo>
                  <a:pt x="9398337" y="45020"/>
                </a:lnTo>
                <a:lnTo>
                  <a:pt x="9398337" y="40481"/>
                </a:lnTo>
                <a:lnTo>
                  <a:pt x="9405257" y="40481"/>
                </a:lnTo>
                <a:close/>
                <a:moveTo>
                  <a:pt x="8700407" y="28575"/>
                </a:moveTo>
                <a:lnTo>
                  <a:pt x="8705765" y="28575"/>
                </a:lnTo>
                <a:lnTo>
                  <a:pt x="8705765" y="40481"/>
                </a:lnTo>
                <a:lnTo>
                  <a:pt x="8717746" y="40481"/>
                </a:lnTo>
                <a:lnTo>
                  <a:pt x="8717746" y="45020"/>
                </a:lnTo>
                <a:lnTo>
                  <a:pt x="8705765" y="45020"/>
                </a:lnTo>
                <a:lnTo>
                  <a:pt x="8705765" y="66824"/>
                </a:lnTo>
                <a:cubicBezTo>
                  <a:pt x="8705765" y="69949"/>
                  <a:pt x="8706373" y="72244"/>
                  <a:pt x="8707588" y="73707"/>
                </a:cubicBezTo>
                <a:cubicBezTo>
                  <a:pt x="8708803" y="75170"/>
                  <a:pt x="8710701" y="75902"/>
                  <a:pt x="8713281" y="75902"/>
                </a:cubicBezTo>
                <a:cubicBezTo>
                  <a:pt x="8714620" y="75902"/>
                  <a:pt x="8715984" y="75679"/>
                  <a:pt x="8717374" y="75233"/>
                </a:cubicBezTo>
                <a:lnTo>
                  <a:pt x="8718267" y="79846"/>
                </a:lnTo>
                <a:cubicBezTo>
                  <a:pt x="8716579" y="80441"/>
                  <a:pt x="8714645" y="80739"/>
                  <a:pt x="8712462" y="80739"/>
                </a:cubicBezTo>
                <a:cubicBezTo>
                  <a:pt x="8708494" y="80739"/>
                  <a:pt x="8705492" y="79635"/>
                  <a:pt x="8703458" y="77428"/>
                </a:cubicBezTo>
                <a:cubicBezTo>
                  <a:pt x="8701425" y="75220"/>
                  <a:pt x="8700407" y="71933"/>
                  <a:pt x="8700407" y="67568"/>
                </a:cubicBezTo>
                <a:lnTo>
                  <a:pt x="8700407" y="45020"/>
                </a:lnTo>
                <a:lnTo>
                  <a:pt x="8693487" y="45020"/>
                </a:lnTo>
                <a:lnTo>
                  <a:pt x="8693487" y="40481"/>
                </a:lnTo>
                <a:lnTo>
                  <a:pt x="8700407" y="40481"/>
                </a:lnTo>
                <a:close/>
                <a:moveTo>
                  <a:pt x="8671832" y="28575"/>
                </a:moveTo>
                <a:lnTo>
                  <a:pt x="8677190" y="28575"/>
                </a:lnTo>
                <a:lnTo>
                  <a:pt x="8677190" y="40481"/>
                </a:lnTo>
                <a:lnTo>
                  <a:pt x="8689171" y="40481"/>
                </a:lnTo>
                <a:lnTo>
                  <a:pt x="8689171" y="45020"/>
                </a:lnTo>
                <a:lnTo>
                  <a:pt x="8677190" y="45020"/>
                </a:lnTo>
                <a:lnTo>
                  <a:pt x="8677190" y="66824"/>
                </a:lnTo>
                <a:cubicBezTo>
                  <a:pt x="8677190" y="69949"/>
                  <a:pt x="8677798" y="72244"/>
                  <a:pt x="8679013" y="73707"/>
                </a:cubicBezTo>
                <a:cubicBezTo>
                  <a:pt x="8680228" y="75170"/>
                  <a:pt x="8682126" y="75902"/>
                  <a:pt x="8684706" y="75902"/>
                </a:cubicBezTo>
                <a:cubicBezTo>
                  <a:pt x="8686045" y="75902"/>
                  <a:pt x="8687409" y="75679"/>
                  <a:pt x="8688799" y="75233"/>
                </a:cubicBezTo>
                <a:lnTo>
                  <a:pt x="8689692" y="79846"/>
                </a:lnTo>
                <a:cubicBezTo>
                  <a:pt x="8688004" y="80441"/>
                  <a:pt x="8686070" y="80739"/>
                  <a:pt x="8683887" y="80739"/>
                </a:cubicBezTo>
                <a:cubicBezTo>
                  <a:pt x="8679919" y="80739"/>
                  <a:pt x="8676917" y="79635"/>
                  <a:pt x="8674883" y="77428"/>
                </a:cubicBezTo>
                <a:cubicBezTo>
                  <a:pt x="8672850" y="75220"/>
                  <a:pt x="8671832" y="71933"/>
                  <a:pt x="8671832" y="67568"/>
                </a:cubicBezTo>
                <a:lnTo>
                  <a:pt x="8671832" y="45020"/>
                </a:lnTo>
                <a:lnTo>
                  <a:pt x="8664912" y="45020"/>
                </a:lnTo>
                <a:lnTo>
                  <a:pt x="8664912" y="40481"/>
                </a:lnTo>
                <a:lnTo>
                  <a:pt x="8671832" y="40481"/>
                </a:lnTo>
                <a:close/>
                <a:moveTo>
                  <a:pt x="8405132" y="28575"/>
                </a:moveTo>
                <a:lnTo>
                  <a:pt x="8410490" y="28575"/>
                </a:lnTo>
                <a:lnTo>
                  <a:pt x="8410490" y="40481"/>
                </a:lnTo>
                <a:lnTo>
                  <a:pt x="8422471" y="40481"/>
                </a:lnTo>
                <a:lnTo>
                  <a:pt x="8422471" y="45020"/>
                </a:lnTo>
                <a:lnTo>
                  <a:pt x="8410490" y="45020"/>
                </a:lnTo>
                <a:lnTo>
                  <a:pt x="8410490" y="66824"/>
                </a:lnTo>
                <a:cubicBezTo>
                  <a:pt x="8410490" y="69949"/>
                  <a:pt x="8411098" y="72244"/>
                  <a:pt x="8412313" y="73707"/>
                </a:cubicBezTo>
                <a:cubicBezTo>
                  <a:pt x="8413528" y="75170"/>
                  <a:pt x="8415426" y="75902"/>
                  <a:pt x="8418006" y="75902"/>
                </a:cubicBezTo>
                <a:cubicBezTo>
                  <a:pt x="8419345" y="75902"/>
                  <a:pt x="8420709" y="75679"/>
                  <a:pt x="8422099" y="75233"/>
                </a:cubicBezTo>
                <a:lnTo>
                  <a:pt x="8422992" y="79846"/>
                </a:lnTo>
                <a:cubicBezTo>
                  <a:pt x="8421304" y="80441"/>
                  <a:pt x="8419370" y="80739"/>
                  <a:pt x="8417187" y="80739"/>
                </a:cubicBezTo>
                <a:cubicBezTo>
                  <a:pt x="8413219" y="80739"/>
                  <a:pt x="8410217" y="79635"/>
                  <a:pt x="8408183" y="77428"/>
                </a:cubicBezTo>
                <a:cubicBezTo>
                  <a:pt x="8406150" y="75220"/>
                  <a:pt x="8405132" y="71933"/>
                  <a:pt x="8405132" y="67568"/>
                </a:cubicBezTo>
                <a:lnTo>
                  <a:pt x="8405132" y="45020"/>
                </a:lnTo>
                <a:lnTo>
                  <a:pt x="8398212" y="45020"/>
                </a:lnTo>
                <a:lnTo>
                  <a:pt x="8398212" y="40481"/>
                </a:lnTo>
                <a:lnTo>
                  <a:pt x="8405132" y="40481"/>
                </a:lnTo>
                <a:close/>
                <a:moveTo>
                  <a:pt x="7062107" y="28575"/>
                </a:moveTo>
                <a:lnTo>
                  <a:pt x="7067465" y="28575"/>
                </a:lnTo>
                <a:lnTo>
                  <a:pt x="7067465" y="40481"/>
                </a:lnTo>
                <a:lnTo>
                  <a:pt x="7079446" y="40481"/>
                </a:lnTo>
                <a:lnTo>
                  <a:pt x="7079446" y="45020"/>
                </a:lnTo>
                <a:lnTo>
                  <a:pt x="7067465" y="45020"/>
                </a:lnTo>
                <a:lnTo>
                  <a:pt x="7067465" y="66824"/>
                </a:lnTo>
                <a:cubicBezTo>
                  <a:pt x="7067465" y="69949"/>
                  <a:pt x="7068073" y="72244"/>
                  <a:pt x="7069288" y="73707"/>
                </a:cubicBezTo>
                <a:cubicBezTo>
                  <a:pt x="7070504" y="75170"/>
                  <a:pt x="7072402" y="75902"/>
                  <a:pt x="7074981" y="75902"/>
                </a:cubicBezTo>
                <a:cubicBezTo>
                  <a:pt x="7076321" y="75902"/>
                  <a:pt x="7077685" y="75679"/>
                  <a:pt x="7079074" y="75233"/>
                </a:cubicBezTo>
                <a:lnTo>
                  <a:pt x="7079967" y="79846"/>
                </a:lnTo>
                <a:cubicBezTo>
                  <a:pt x="7078280" y="80441"/>
                  <a:pt x="7076346" y="80739"/>
                  <a:pt x="7074163" y="80739"/>
                </a:cubicBezTo>
                <a:cubicBezTo>
                  <a:pt x="7070194" y="80739"/>
                  <a:pt x="7067193" y="79635"/>
                  <a:pt x="7065158" y="77428"/>
                </a:cubicBezTo>
                <a:cubicBezTo>
                  <a:pt x="7063124" y="75220"/>
                  <a:pt x="7062107" y="71933"/>
                  <a:pt x="7062107" y="67568"/>
                </a:cubicBezTo>
                <a:lnTo>
                  <a:pt x="7062107" y="45020"/>
                </a:lnTo>
                <a:lnTo>
                  <a:pt x="7055187" y="45020"/>
                </a:lnTo>
                <a:lnTo>
                  <a:pt x="7055187" y="40481"/>
                </a:lnTo>
                <a:lnTo>
                  <a:pt x="7062107" y="40481"/>
                </a:lnTo>
                <a:close/>
                <a:moveTo>
                  <a:pt x="6604907" y="28575"/>
                </a:moveTo>
                <a:lnTo>
                  <a:pt x="6610265" y="28575"/>
                </a:lnTo>
                <a:lnTo>
                  <a:pt x="6610265" y="40481"/>
                </a:lnTo>
                <a:lnTo>
                  <a:pt x="6622246" y="40481"/>
                </a:lnTo>
                <a:lnTo>
                  <a:pt x="6622246" y="45020"/>
                </a:lnTo>
                <a:lnTo>
                  <a:pt x="6610265" y="45020"/>
                </a:lnTo>
                <a:lnTo>
                  <a:pt x="6610265" y="66824"/>
                </a:lnTo>
                <a:cubicBezTo>
                  <a:pt x="6610265" y="69949"/>
                  <a:pt x="6610873" y="72244"/>
                  <a:pt x="6612088" y="73707"/>
                </a:cubicBezTo>
                <a:cubicBezTo>
                  <a:pt x="6613304" y="75170"/>
                  <a:pt x="6615202" y="75902"/>
                  <a:pt x="6617781" y="75902"/>
                </a:cubicBezTo>
                <a:cubicBezTo>
                  <a:pt x="6619121" y="75902"/>
                  <a:pt x="6620485" y="75679"/>
                  <a:pt x="6621874" y="75233"/>
                </a:cubicBezTo>
                <a:lnTo>
                  <a:pt x="6622767" y="79846"/>
                </a:lnTo>
                <a:cubicBezTo>
                  <a:pt x="6621080" y="80441"/>
                  <a:pt x="6619146" y="80739"/>
                  <a:pt x="6616963" y="80739"/>
                </a:cubicBezTo>
                <a:cubicBezTo>
                  <a:pt x="6612994" y="80739"/>
                  <a:pt x="6609993" y="79635"/>
                  <a:pt x="6607958" y="77428"/>
                </a:cubicBezTo>
                <a:cubicBezTo>
                  <a:pt x="6605925" y="75220"/>
                  <a:pt x="6604907" y="71933"/>
                  <a:pt x="6604907" y="67568"/>
                </a:cubicBezTo>
                <a:lnTo>
                  <a:pt x="6604907" y="45020"/>
                </a:lnTo>
                <a:lnTo>
                  <a:pt x="6597987" y="45020"/>
                </a:lnTo>
                <a:lnTo>
                  <a:pt x="6597987" y="40481"/>
                </a:lnTo>
                <a:lnTo>
                  <a:pt x="6604907" y="40481"/>
                </a:lnTo>
                <a:close/>
                <a:moveTo>
                  <a:pt x="6071507" y="28575"/>
                </a:moveTo>
                <a:lnTo>
                  <a:pt x="6076865" y="28575"/>
                </a:lnTo>
                <a:lnTo>
                  <a:pt x="6076865" y="40481"/>
                </a:lnTo>
                <a:lnTo>
                  <a:pt x="6088846" y="40481"/>
                </a:lnTo>
                <a:lnTo>
                  <a:pt x="6088846" y="45020"/>
                </a:lnTo>
                <a:lnTo>
                  <a:pt x="6076865" y="45020"/>
                </a:lnTo>
                <a:lnTo>
                  <a:pt x="6076865" y="66824"/>
                </a:lnTo>
                <a:cubicBezTo>
                  <a:pt x="6076865" y="69949"/>
                  <a:pt x="6077473" y="72244"/>
                  <a:pt x="6078688" y="73707"/>
                </a:cubicBezTo>
                <a:cubicBezTo>
                  <a:pt x="6079904" y="75170"/>
                  <a:pt x="6081802" y="75902"/>
                  <a:pt x="6084381" y="75902"/>
                </a:cubicBezTo>
                <a:cubicBezTo>
                  <a:pt x="6085721" y="75902"/>
                  <a:pt x="6087085" y="75679"/>
                  <a:pt x="6088474" y="75233"/>
                </a:cubicBezTo>
                <a:lnTo>
                  <a:pt x="6089367" y="79846"/>
                </a:lnTo>
                <a:cubicBezTo>
                  <a:pt x="6087680" y="80441"/>
                  <a:pt x="6085746" y="80739"/>
                  <a:pt x="6083563" y="80739"/>
                </a:cubicBezTo>
                <a:cubicBezTo>
                  <a:pt x="6079594" y="80739"/>
                  <a:pt x="6076593" y="79635"/>
                  <a:pt x="6074558" y="77428"/>
                </a:cubicBezTo>
                <a:cubicBezTo>
                  <a:pt x="6072525" y="75220"/>
                  <a:pt x="6071507" y="71933"/>
                  <a:pt x="6071507" y="67568"/>
                </a:cubicBezTo>
                <a:lnTo>
                  <a:pt x="6071507" y="45020"/>
                </a:lnTo>
                <a:lnTo>
                  <a:pt x="6064587" y="45020"/>
                </a:lnTo>
                <a:lnTo>
                  <a:pt x="6064587" y="40481"/>
                </a:lnTo>
                <a:lnTo>
                  <a:pt x="6071507" y="40481"/>
                </a:lnTo>
                <a:close/>
                <a:moveTo>
                  <a:pt x="5433332" y="28575"/>
                </a:moveTo>
                <a:lnTo>
                  <a:pt x="5438690" y="28575"/>
                </a:lnTo>
                <a:lnTo>
                  <a:pt x="5438690" y="40481"/>
                </a:lnTo>
                <a:lnTo>
                  <a:pt x="5450671" y="40481"/>
                </a:lnTo>
                <a:lnTo>
                  <a:pt x="5450671" y="45020"/>
                </a:lnTo>
                <a:lnTo>
                  <a:pt x="5438690" y="45020"/>
                </a:lnTo>
                <a:lnTo>
                  <a:pt x="5438690" y="66824"/>
                </a:lnTo>
                <a:cubicBezTo>
                  <a:pt x="5438690" y="69949"/>
                  <a:pt x="5439298" y="72244"/>
                  <a:pt x="5440513" y="73707"/>
                </a:cubicBezTo>
                <a:cubicBezTo>
                  <a:pt x="5441729" y="75170"/>
                  <a:pt x="5443627" y="75902"/>
                  <a:pt x="5446206" y="75902"/>
                </a:cubicBezTo>
                <a:cubicBezTo>
                  <a:pt x="5447546" y="75902"/>
                  <a:pt x="5448910" y="75679"/>
                  <a:pt x="5450299" y="75233"/>
                </a:cubicBezTo>
                <a:lnTo>
                  <a:pt x="5451192" y="79846"/>
                </a:lnTo>
                <a:cubicBezTo>
                  <a:pt x="5449505" y="80441"/>
                  <a:pt x="5447571" y="80739"/>
                  <a:pt x="5445388" y="80739"/>
                </a:cubicBezTo>
                <a:cubicBezTo>
                  <a:pt x="5441419" y="80739"/>
                  <a:pt x="5438418" y="79635"/>
                  <a:pt x="5436383" y="77428"/>
                </a:cubicBezTo>
                <a:cubicBezTo>
                  <a:pt x="5434349" y="75220"/>
                  <a:pt x="5433332" y="71933"/>
                  <a:pt x="5433332" y="67568"/>
                </a:cubicBezTo>
                <a:lnTo>
                  <a:pt x="5433332" y="45020"/>
                </a:lnTo>
                <a:lnTo>
                  <a:pt x="5426412" y="45020"/>
                </a:lnTo>
                <a:lnTo>
                  <a:pt x="5426412" y="40481"/>
                </a:lnTo>
                <a:lnTo>
                  <a:pt x="5433332" y="40481"/>
                </a:lnTo>
                <a:close/>
                <a:moveTo>
                  <a:pt x="5090432" y="28575"/>
                </a:moveTo>
                <a:lnTo>
                  <a:pt x="5095791" y="28575"/>
                </a:lnTo>
                <a:lnTo>
                  <a:pt x="5095791" y="40481"/>
                </a:lnTo>
                <a:lnTo>
                  <a:pt x="5107771" y="40481"/>
                </a:lnTo>
                <a:lnTo>
                  <a:pt x="5107771" y="45020"/>
                </a:lnTo>
                <a:lnTo>
                  <a:pt x="5095791" y="45020"/>
                </a:lnTo>
                <a:lnTo>
                  <a:pt x="5095791" y="66824"/>
                </a:lnTo>
                <a:cubicBezTo>
                  <a:pt x="5095791" y="69949"/>
                  <a:pt x="5096398" y="72244"/>
                  <a:pt x="5097614" y="73707"/>
                </a:cubicBezTo>
                <a:cubicBezTo>
                  <a:pt x="5098828" y="75170"/>
                  <a:pt x="5100727" y="75902"/>
                  <a:pt x="5103306" y="75902"/>
                </a:cubicBezTo>
                <a:cubicBezTo>
                  <a:pt x="5104646" y="75902"/>
                  <a:pt x="5106010" y="75679"/>
                  <a:pt x="5107399" y="75233"/>
                </a:cubicBezTo>
                <a:lnTo>
                  <a:pt x="5108292" y="79846"/>
                </a:lnTo>
                <a:cubicBezTo>
                  <a:pt x="5106605" y="80441"/>
                  <a:pt x="5104670" y="80739"/>
                  <a:pt x="5102488" y="80739"/>
                </a:cubicBezTo>
                <a:cubicBezTo>
                  <a:pt x="5098519" y="80739"/>
                  <a:pt x="5095518" y="79635"/>
                  <a:pt x="5093483" y="77428"/>
                </a:cubicBezTo>
                <a:cubicBezTo>
                  <a:pt x="5091450" y="75220"/>
                  <a:pt x="5090432" y="71933"/>
                  <a:pt x="5090432" y="67568"/>
                </a:cubicBezTo>
                <a:lnTo>
                  <a:pt x="5090432" y="45020"/>
                </a:lnTo>
                <a:lnTo>
                  <a:pt x="5083512" y="45020"/>
                </a:lnTo>
                <a:lnTo>
                  <a:pt x="5083512" y="40481"/>
                </a:lnTo>
                <a:lnTo>
                  <a:pt x="5090432" y="40481"/>
                </a:lnTo>
                <a:close/>
                <a:moveTo>
                  <a:pt x="4652282" y="28575"/>
                </a:moveTo>
                <a:lnTo>
                  <a:pt x="4657641" y="28575"/>
                </a:lnTo>
                <a:lnTo>
                  <a:pt x="4657641" y="40481"/>
                </a:lnTo>
                <a:lnTo>
                  <a:pt x="4669621" y="40481"/>
                </a:lnTo>
                <a:lnTo>
                  <a:pt x="4669621" y="45020"/>
                </a:lnTo>
                <a:lnTo>
                  <a:pt x="4657641" y="45020"/>
                </a:lnTo>
                <a:lnTo>
                  <a:pt x="4657641" y="66824"/>
                </a:lnTo>
                <a:cubicBezTo>
                  <a:pt x="4657641" y="69949"/>
                  <a:pt x="4658249" y="72244"/>
                  <a:pt x="4659463" y="73707"/>
                </a:cubicBezTo>
                <a:cubicBezTo>
                  <a:pt x="4660679" y="75170"/>
                  <a:pt x="4662577" y="75902"/>
                  <a:pt x="4665156" y="75902"/>
                </a:cubicBezTo>
                <a:cubicBezTo>
                  <a:pt x="4666496" y="75902"/>
                  <a:pt x="4667860" y="75679"/>
                  <a:pt x="4669249" y="75233"/>
                </a:cubicBezTo>
                <a:lnTo>
                  <a:pt x="4670142" y="79846"/>
                </a:lnTo>
                <a:cubicBezTo>
                  <a:pt x="4668456" y="80441"/>
                  <a:pt x="4666520" y="80739"/>
                  <a:pt x="4664338" y="80739"/>
                </a:cubicBezTo>
                <a:cubicBezTo>
                  <a:pt x="4660369" y="80739"/>
                  <a:pt x="4657367" y="79635"/>
                  <a:pt x="4655333" y="77428"/>
                </a:cubicBezTo>
                <a:cubicBezTo>
                  <a:pt x="4653300" y="75220"/>
                  <a:pt x="4652282" y="71933"/>
                  <a:pt x="4652282" y="67568"/>
                </a:cubicBezTo>
                <a:lnTo>
                  <a:pt x="4652282" y="45020"/>
                </a:lnTo>
                <a:lnTo>
                  <a:pt x="4645362" y="45020"/>
                </a:lnTo>
                <a:lnTo>
                  <a:pt x="4645362" y="40481"/>
                </a:lnTo>
                <a:lnTo>
                  <a:pt x="4652282" y="40481"/>
                </a:lnTo>
                <a:close/>
                <a:moveTo>
                  <a:pt x="4261757" y="28575"/>
                </a:moveTo>
                <a:lnTo>
                  <a:pt x="4267115" y="28575"/>
                </a:lnTo>
                <a:lnTo>
                  <a:pt x="4267115" y="40481"/>
                </a:lnTo>
                <a:lnTo>
                  <a:pt x="4279096" y="40481"/>
                </a:lnTo>
                <a:lnTo>
                  <a:pt x="4279096" y="45020"/>
                </a:lnTo>
                <a:lnTo>
                  <a:pt x="4267115" y="45020"/>
                </a:lnTo>
                <a:lnTo>
                  <a:pt x="4267115" y="66824"/>
                </a:lnTo>
                <a:cubicBezTo>
                  <a:pt x="4267115" y="69949"/>
                  <a:pt x="4267723" y="72244"/>
                  <a:pt x="4268938" y="73707"/>
                </a:cubicBezTo>
                <a:cubicBezTo>
                  <a:pt x="4270154" y="75170"/>
                  <a:pt x="4272051" y="75902"/>
                  <a:pt x="4274631" y="75902"/>
                </a:cubicBezTo>
                <a:cubicBezTo>
                  <a:pt x="4275971" y="75902"/>
                  <a:pt x="4277335" y="75679"/>
                  <a:pt x="4278724" y="75233"/>
                </a:cubicBezTo>
                <a:lnTo>
                  <a:pt x="4279617" y="79846"/>
                </a:lnTo>
                <a:cubicBezTo>
                  <a:pt x="4277930" y="80441"/>
                  <a:pt x="4275995" y="80739"/>
                  <a:pt x="4273813" y="80739"/>
                </a:cubicBezTo>
                <a:cubicBezTo>
                  <a:pt x="4269844" y="80739"/>
                  <a:pt x="4266842" y="79635"/>
                  <a:pt x="4264809" y="77428"/>
                </a:cubicBezTo>
                <a:cubicBezTo>
                  <a:pt x="4262775" y="75220"/>
                  <a:pt x="4261757" y="71933"/>
                  <a:pt x="4261757" y="67568"/>
                </a:cubicBezTo>
                <a:lnTo>
                  <a:pt x="4261757" y="45020"/>
                </a:lnTo>
                <a:lnTo>
                  <a:pt x="4254837" y="45020"/>
                </a:lnTo>
                <a:lnTo>
                  <a:pt x="4254837" y="40481"/>
                </a:lnTo>
                <a:lnTo>
                  <a:pt x="4261757" y="40481"/>
                </a:lnTo>
                <a:close/>
                <a:moveTo>
                  <a:pt x="3737883" y="28575"/>
                </a:moveTo>
                <a:lnTo>
                  <a:pt x="3743240" y="28575"/>
                </a:lnTo>
                <a:lnTo>
                  <a:pt x="3743240" y="40481"/>
                </a:lnTo>
                <a:lnTo>
                  <a:pt x="3755221" y="40481"/>
                </a:lnTo>
                <a:lnTo>
                  <a:pt x="3755221" y="45020"/>
                </a:lnTo>
                <a:lnTo>
                  <a:pt x="3743240" y="45020"/>
                </a:lnTo>
                <a:lnTo>
                  <a:pt x="3743240" y="66824"/>
                </a:lnTo>
                <a:cubicBezTo>
                  <a:pt x="3743240" y="69949"/>
                  <a:pt x="3743848" y="72244"/>
                  <a:pt x="3745064" y="73707"/>
                </a:cubicBezTo>
                <a:cubicBezTo>
                  <a:pt x="3746279" y="75170"/>
                  <a:pt x="3748177" y="75902"/>
                  <a:pt x="3750756" y="75902"/>
                </a:cubicBezTo>
                <a:cubicBezTo>
                  <a:pt x="3752095" y="75902"/>
                  <a:pt x="3753460" y="75679"/>
                  <a:pt x="3754849" y="75233"/>
                </a:cubicBezTo>
                <a:lnTo>
                  <a:pt x="3755742" y="79846"/>
                </a:lnTo>
                <a:cubicBezTo>
                  <a:pt x="3754055" y="80441"/>
                  <a:pt x="3752120" y="80739"/>
                  <a:pt x="3749937" y="80739"/>
                </a:cubicBezTo>
                <a:cubicBezTo>
                  <a:pt x="3745969" y="80739"/>
                  <a:pt x="3742968" y="79635"/>
                  <a:pt x="3740934" y="77428"/>
                </a:cubicBezTo>
                <a:cubicBezTo>
                  <a:pt x="3738900" y="75220"/>
                  <a:pt x="3737883" y="71933"/>
                  <a:pt x="3737883" y="67568"/>
                </a:cubicBezTo>
                <a:lnTo>
                  <a:pt x="3737883" y="45020"/>
                </a:lnTo>
                <a:lnTo>
                  <a:pt x="3730963" y="45020"/>
                </a:lnTo>
                <a:lnTo>
                  <a:pt x="3730963" y="40481"/>
                </a:lnTo>
                <a:lnTo>
                  <a:pt x="3737883" y="40481"/>
                </a:lnTo>
                <a:close/>
                <a:moveTo>
                  <a:pt x="3366408" y="28575"/>
                </a:moveTo>
                <a:lnTo>
                  <a:pt x="3371765" y="28575"/>
                </a:lnTo>
                <a:lnTo>
                  <a:pt x="3371765" y="40481"/>
                </a:lnTo>
                <a:lnTo>
                  <a:pt x="3383746" y="40481"/>
                </a:lnTo>
                <a:lnTo>
                  <a:pt x="3383746" y="45020"/>
                </a:lnTo>
                <a:lnTo>
                  <a:pt x="3371765" y="45020"/>
                </a:lnTo>
                <a:lnTo>
                  <a:pt x="3371765" y="66824"/>
                </a:lnTo>
                <a:cubicBezTo>
                  <a:pt x="3371765" y="69949"/>
                  <a:pt x="3372373" y="72244"/>
                  <a:pt x="3373589" y="73707"/>
                </a:cubicBezTo>
                <a:cubicBezTo>
                  <a:pt x="3374804" y="75170"/>
                  <a:pt x="3376702" y="75902"/>
                  <a:pt x="3379281" y="75902"/>
                </a:cubicBezTo>
                <a:cubicBezTo>
                  <a:pt x="3380621" y="75902"/>
                  <a:pt x="3381986" y="75679"/>
                  <a:pt x="3383375" y="75233"/>
                </a:cubicBezTo>
                <a:lnTo>
                  <a:pt x="3384268" y="79846"/>
                </a:lnTo>
                <a:cubicBezTo>
                  <a:pt x="3382581" y="80441"/>
                  <a:pt x="3380646" y="80739"/>
                  <a:pt x="3378463" y="80739"/>
                </a:cubicBezTo>
                <a:cubicBezTo>
                  <a:pt x="3374494" y="80739"/>
                  <a:pt x="3371493" y="79635"/>
                  <a:pt x="3369459" y="77428"/>
                </a:cubicBezTo>
                <a:cubicBezTo>
                  <a:pt x="3367425" y="75220"/>
                  <a:pt x="3366408" y="71933"/>
                  <a:pt x="3366408" y="67568"/>
                </a:cubicBezTo>
                <a:lnTo>
                  <a:pt x="3366408" y="45020"/>
                </a:lnTo>
                <a:lnTo>
                  <a:pt x="3359487" y="45020"/>
                </a:lnTo>
                <a:lnTo>
                  <a:pt x="3359487" y="40481"/>
                </a:lnTo>
                <a:lnTo>
                  <a:pt x="3366408" y="40481"/>
                </a:lnTo>
                <a:close/>
                <a:moveTo>
                  <a:pt x="3175908" y="28575"/>
                </a:moveTo>
                <a:lnTo>
                  <a:pt x="3181266" y="28575"/>
                </a:lnTo>
                <a:lnTo>
                  <a:pt x="3181266" y="40481"/>
                </a:lnTo>
                <a:lnTo>
                  <a:pt x="3193247" y="40481"/>
                </a:lnTo>
                <a:lnTo>
                  <a:pt x="3193247" y="45020"/>
                </a:lnTo>
                <a:lnTo>
                  <a:pt x="3181266" y="45020"/>
                </a:lnTo>
                <a:lnTo>
                  <a:pt x="3181266" y="66824"/>
                </a:lnTo>
                <a:cubicBezTo>
                  <a:pt x="3181266" y="69949"/>
                  <a:pt x="3181873" y="72244"/>
                  <a:pt x="3183089" y="73707"/>
                </a:cubicBezTo>
                <a:cubicBezTo>
                  <a:pt x="3184305" y="75170"/>
                  <a:pt x="3186202" y="75902"/>
                  <a:pt x="3188782" y="75902"/>
                </a:cubicBezTo>
                <a:cubicBezTo>
                  <a:pt x="3190121" y="75902"/>
                  <a:pt x="3191486" y="75679"/>
                  <a:pt x="3192875" y="75233"/>
                </a:cubicBezTo>
                <a:lnTo>
                  <a:pt x="3193767" y="79846"/>
                </a:lnTo>
                <a:cubicBezTo>
                  <a:pt x="3192081" y="80441"/>
                  <a:pt x="3190146" y="80739"/>
                  <a:pt x="3187963" y="80739"/>
                </a:cubicBezTo>
                <a:cubicBezTo>
                  <a:pt x="3183994" y="80739"/>
                  <a:pt x="3180993" y="79635"/>
                  <a:pt x="3178959" y="77428"/>
                </a:cubicBezTo>
                <a:cubicBezTo>
                  <a:pt x="3176925" y="75220"/>
                  <a:pt x="3175908" y="71933"/>
                  <a:pt x="3175908" y="67568"/>
                </a:cubicBezTo>
                <a:lnTo>
                  <a:pt x="3175908" y="45020"/>
                </a:lnTo>
                <a:lnTo>
                  <a:pt x="3168988" y="45020"/>
                </a:lnTo>
                <a:lnTo>
                  <a:pt x="3168988" y="40481"/>
                </a:lnTo>
                <a:lnTo>
                  <a:pt x="3175908" y="40481"/>
                </a:lnTo>
                <a:close/>
                <a:moveTo>
                  <a:pt x="3004458" y="28575"/>
                </a:moveTo>
                <a:lnTo>
                  <a:pt x="3009816" y="28575"/>
                </a:lnTo>
                <a:lnTo>
                  <a:pt x="3009816" y="40481"/>
                </a:lnTo>
                <a:lnTo>
                  <a:pt x="3021797" y="40481"/>
                </a:lnTo>
                <a:lnTo>
                  <a:pt x="3021797" y="45020"/>
                </a:lnTo>
                <a:lnTo>
                  <a:pt x="3009816" y="45020"/>
                </a:lnTo>
                <a:lnTo>
                  <a:pt x="3009816" y="66824"/>
                </a:lnTo>
                <a:cubicBezTo>
                  <a:pt x="3009816" y="69949"/>
                  <a:pt x="3010423" y="72244"/>
                  <a:pt x="3011639" y="73707"/>
                </a:cubicBezTo>
                <a:cubicBezTo>
                  <a:pt x="3012855" y="75170"/>
                  <a:pt x="3014752" y="75902"/>
                  <a:pt x="3017331" y="75902"/>
                </a:cubicBezTo>
                <a:cubicBezTo>
                  <a:pt x="3018671" y="75902"/>
                  <a:pt x="3020036" y="75679"/>
                  <a:pt x="3021425" y="75233"/>
                </a:cubicBezTo>
                <a:lnTo>
                  <a:pt x="3022317" y="79846"/>
                </a:lnTo>
                <a:cubicBezTo>
                  <a:pt x="3020631" y="80441"/>
                  <a:pt x="3018696" y="80739"/>
                  <a:pt x="3016513" y="80739"/>
                </a:cubicBezTo>
                <a:cubicBezTo>
                  <a:pt x="3012544" y="80739"/>
                  <a:pt x="3009543" y="79635"/>
                  <a:pt x="3007509" y="77428"/>
                </a:cubicBezTo>
                <a:cubicBezTo>
                  <a:pt x="3005475" y="75220"/>
                  <a:pt x="3004458" y="71933"/>
                  <a:pt x="3004458" y="67568"/>
                </a:cubicBezTo>
                <a:lnTo>
                  <a:pt x="3004458" y="45020"/>
                </a:lnTo>
                <a:lnTo>
                  <a:pt x="2997538" y="45020"/>
                </a:lnTo>
                <a:lnTo>
                  <a:pt x="2997538" y="40481"/>
                </a:lnTo>
                <a:lnTo>
                  <a:pt x="3004458" y="40481"/>
                </a:lnTo>
                <a:close/>
                <a:moveTo>
                  <a:pt x="2709183" y="28575"/>
                </a:moveTo>
                <a:lnTo>
                  <a:pt x="2714541" y="28575"/>
                </a:lnTo>
                <a:lnTo>
                  <a:pt x="2714541" y="40481"/>
                </a:lnTo>
                <a:lnTo>
                  <a:pt x="2726522" y="40481"/>
                </a:lnTo>
                <a:lnTo>
                  <a:pt x="2726522" y="45020"/>
                </a:lnTo>
                <a:lnTo>
                  <a:pt x="2714541" y="45020"/>
                </a:lnTo>
                <a:lnTo>
                  <a:pt x="2714541" y="66824"/>
                </a:lnTo>
                <a:cubicBezTo>
                  <a:pt x="2714541" y="69949"/>
                  <a:pt x="2715148" y="72244"/>
                  <a:pt x="2716364" y="73707"/>
                </a:cubicBezTo>
                <a:cubicBezTo>
                  <a:pt x="2717580" y="75170"/>
                  <a:pt x="2719477" y="75902"/>
                  <a:pt x="2722057" y="75902"/>
                </a:cubicBezTo>
                <a:cubicBezTo>
                  <a:pt x="2723396" y="75902"/>
                  <a:pt x="2724761" y="75679"/>
                  <a:pt x="2726149" y="75233"/>
                </a:cubicBezTo>
                <a:lnTo>
                  <a:pt x="2727042" y="79846"/>
                </a:lnTo>
                <a:cubicBezTo>
                  <a:pt x="2725356" y="80441"/>
                  <a:pt x="2723421" y="80739"/>
                  <a:pt x="2721238" y="80739"/>
                </a:cubicBezTo>
                <a:cubicBezTo>
                  <a:pt x="2717269" y="80739"/>
                  <a:pt x="2714268" y="79635"/>
                  <a:pt x="2712234" y="77428"/>
                </a:cubicBezTo>
                <a:cubicBezTo>
                  <a:pt x="2710200" y="75220"/>
                  <a:pt x="2709183" y="71933"/>
                  <a:pt x="2709183" y="67568"/>
                </a:cubicBezTo>
                <a:lnTo>
                  <a:pt x="2709183" y="45020"/>
                </a:lnTo>
                <a:lnTo>
                  <a:pt x="2702263" y="45020"/>
                </a:lnTo>
                <a:lnTo>
                  <a:pt x="2702263" y="40481"/>
                </a:lnTo>
                <a:lnTo>
                  <a:pt x="2709183" y="40481"/>
                </a:lnTo>
                <a:close/>
                <a:moveTo>
                  <a:pt x="2156733" y="28575"/>
                </a:moveTo>
                <a:lnTo>
                  <a:pt x="2162091" y="28575"/>
                </a:lnTo>
                <a:lnTo>
                  <a:pt x="2162091" y="40481"/>
                </a:lnTo>
                <a:lnTo>
                  <a:pt x="2174072" y="40481"/>
                </a:lnTo>
                <a:lnTo>
                  <a:pt x="2174072" y="45020"/>
                </a:lnTo>
                <a:lnTo>
                  <a:pt x="2162091" y="45020"/>
                </a:lnTo>
                <a:lnTo>
                  <a:pt x="2162091" y="66824"/>
                </a:lnTo>
                <a:cubicBezTo>
                  <a:pt x="2162091" y="69949"/>
                  <a:pt x="2162699" y="72244"/>
                  <a:pt x="2163914" y="73707"/>
                </a:cubicBezTo>
                <a:cubicBezTo>
                  <a:pt x="2165130" y="75170"/>
                  <a:pt x="2167027" y="75902"/>
                  <a:pt x="2169607" y="75902"/>
                </a:cubicBezTo>
                <a:cubicBezTo>
                  <a:pt x="2170946" y="75902"/>
                  <a:pt x="2172310" y="75679"/>
                  <a:pt x="2173699" y="75233"/>
                </a:cubicBezTo>
                <a:lnTo>
                  <a:pt x="2174592" y="79846"/>
                </a:lnTo>
                <a:cubicBezTo>
                  <a:pt x="2172906" y="80441"/>
                  <a:pt x="2170971" y="80739"/>
                  <a:pt x="2168788" y="80739"/>
                </a:cubicBezTo>
                <a:cubicBezTo>
                  <a:pt x="2164820" y="80739"/>
                  <a:pt x="2161818" y="79635"/>
                  <a:pt x="2159784" y="77428"/>
                </a:cubicBezTo>
                <a:cubicBezTo>
                  <a:pt x="2157750" y="75220"/>
                  <a:pt x="2156733" y="71933"/>
                  <a:pt x="2156733" y="67568"/>
                </a:cubicBezTo>
                <a:lnTo>
                  <a:pt x="2156733" y="45020"/>
                </a:lnTo>
                <a:lnTo>
                  <a:pt x="2149812" y="45020"/>
                </a:lnTo>
                <a:lnTo>
                  <a:pt x="2149812" y="40481"/>
                </a:lnTo>
                <a:lnTo>
                  <a:pt x="2156733" y="40481"/>
                </a:lnTo>
                <a:close/>
                <a:moveTo>
                  <a:pt x="2004333" y="28575"/>
                </a:moveTo>
                <a:lnTo>
                  <a:pt x="2009691" y="28575"/>
                </a:lnTo>
                <a:lnTo>
                  <a:pt x="2009691" y="40481"/>
                </a:lnTo>
                <a:lnTo>
                  <a:pt x="2021672" y="40481"/>
                </a:lnTo>
                <a:lnTo>
                  <a:pt x="2021672" y="45020"/>
                </a:lnTo>
                <a:lnTo>
                  <a:pt x="2009691" y="45020"/>
                </a:lnTo>
                <a:lnTo>
                  <a:pt x="2009691" y="66824"/>
                </a:lnTo>
                <a:cubicBezTo>
                  <a:pt x="2009691" y="69949"/>
                  <a:pt x="2010299" y="72244"/>
                  <a:pt x="2011514" y="73707"/>
                </a:cubicBezTo>
                <a:cubicBezTo>
                  <a:pt x="2012729" y="75170"/>
                  <a:pt x="2014627" y="75902"/>
                  <a:pt x="2017207" y="75902"/>
                </a:cubicBezTo>
                <a:cubicBezTo>
                  <a:pt x="2018546" y="75902"/>
                  <a:pt x="2019910" y="75679"/>
                  <a:pt x="2021299" y="75233"/>
                </a:cubicBezTo>
                <a:lnTo>
                  <a:pt x="2022193" y="79846"/>
                </a:lnTo>
                <a:cubicBezTo>
                  <a:pt x="2020506" y="80441"/>
                  <a:pt x="2018571" y="80739"/>
                  <a:pt x="2016388" y="80739"/>
                </a:cubicBezTo>
                <a:cubicBezTo>
                  <a:pt x="2012419" y="80739"/>
                  <a:pt x="2009418" y="79635"/>
                  <a:pt x="2007384" y="77428"/>
                </a:cubicBezTo>
                <a:cubicBezTo>
                  <a:pt x="2005350" y="75220"/>
                  <a:pt x="2004333" y="71933"/>
                  <a:pt x="2004333" y="67568"/>
                </a:cubicBezTo>
                <a:lnTo>
                  <a:pt x="2004333" y="45020"/>
                </a:lnTo>
                <a:lnTo>
                  <a:pt x="1997412" y="45020"/>
                </a:lnTo>
                <a:lnTo>
                  <a:pt x="1997412" y="40481"/>
                </a:lnTo>
                <a:lnTo>
                  <a:pt x="2004333" y="40481"/>
                </a:lnTo>
                <a:close/>
                <a:moveTo>
                  <a:pt x="1509033" y="28575"/>
                </a:moveTo>
                <a:lnTo>
                  <a:pt x="1514391" y="28575"/>
                </a:lnTo>
                <a:lnTo>
                  <a:pt x="1514391" y="40481"/>
                </a:lnTo>
                <a:lnTo>
                  <a:pt x="1526371" y="40481"/>
                </a:lnTo>
                <a:lnTo>
                  <a:pt x="1526371" y="45020"/>
                </a:lnTo>
                <a:lnTo>
                  <a:pt x="1514391" y="45020"/>
                </a:lnTo>
                <a:lnTo>
                  <a:pt x="1514391" y="66824"/>
                </a:lnTo>
                <a:cubicBezTo>
                  <a:pt x="1514391" y="69949"/>
                  <a:pt x="1514999" y="72244"/>
                  <a:pt x="1516214" y="73707"/>
                </a:cubicBezTo>
                <a:cubicBezTo>
                  <a:pt x="1517430" y="75170"/>
                  <a:pt x="1519327" y="75902"/>
                  <a:pt x="1521907" y="75902"/>
                </a:cubicBezTo>
                <a:cubicBezTo>
                  <a:pt x="1523246" y="75902"/>
                  <a:pt x="1524610" y="75679"/>
                  <a:pt x="1526000" y="75233"/>
                </a:cubicBezTo>
                <a:lnTo>
                  <a:pt x="1526893" y="79846"/>
                </a:lnTo>
                <a:cubicBezTo>
                  <a:pt x="1525206" y="80441"/>
                  <a:pt x="1523271" y="80739"/>
                  <a:pt x="1521088" y="80739"/>
                </a:cubicBezTo>
                <a:cubicBezTo>
                  <a:pt x="1517120" y="80739"/>
                  <a:pt x="1514118" y="79635"/>
                  <a:pt x="1512084" y="77428"/>
                </a:cubicBezTo>
                <a:cubicBezTo>
                  <a:pt x="1510050" y="75220"/>
                  <a:pt x="1509033" y="71933"/>
                  <a:pt x="1509033" y="67568"/>
                </a:cubicBezTo>
                <a:lnTo>
                  <a:pt x="1509033" y="45020"/>
                </a:lnTo>
                <a:lnTo>
                  <a:pt x="1502113" y="45020"/>
                </a:lnTo>
                <a:lnTo>
                  <a:pt x="1502113" y="40481"/>
                </a:lnTo>
                <a:lnTo>
                  <a:pt x="1509033" y="40481"/>
                </a:lnTo>
                <a:close/>
                <a:moveTo>
                  <a:pt x="10870917" y="26342"/>
                </a:moveTo>
                <a:lnTo>
                  <a:pt x="10902022" y="26342"/>
                </a:lnTo>
                <a:lnTo>
                  <a:pt x="10902022" y="31328"/>
                </a:lnTo>
                <a:lnTo>
                  <a:pt x="10876423" y="31328"/>
                </a:lnTo>
                <a:lnTo>
                  <a:pt x="10876423" y="50155"/>
                </a:lnTo>
                <a:lnTo>
                  <a:pt x="10895622" y="50155"/>
                </a:lnTo>
                <a:lnTo>
                  <a:pt x="10895622" y="55215"/>
                </a:lnTo>
                <a:lnTo>
                  <a:pt x="10876423" y="55215"/>
                </a:lnTo>
                <a:lnTo>
                  <a:pt x="10876423" y="75233"/>
                </a:lnTo>
                <a:lnTo>
                  <a:pt x="10902915" y="75233"/>
                </a:lnTo>
                <a:lnTo>
                  <a:pt x="10902915" y="80218"/>
                </a:lnTo>
                <a:lnTo>
                  <a:pt x="10870917" y="80218"/>
                </a:lnTo>
                <a:close/>
                <a:moveTo>
                  <a:pt x="6341630" y="26342"/>
                </a:moveTo>
                <a:lnTo>
                  <a:pt x="6376010" y="26342"/>
                </a:lnTo>
                <a:lnTo>
                  <a:pt x="6376010" y="31403"/>
                </a:lnTo>
                <a:lnTo>
                  <a:pt x="6361573" y="31403"/>
                </a:lnTo>
                <a:lnTo>
                  <a:pt x="6361573" y="80218"/>
                </a:lnTo>
                <a:lnTo>
                  <a:pt x="6356067" y="80218"/>
                </a:lnTo>
                <a:lnTo>
                  <a:pt x="6356067" y="31403"/>
                </a:lnTo>
                <a:lnTo>
                  <a:pt x="6341630" y="31403"/>
                </a:lnTo>
                <a:close/>
                <a:moveTo>
                  <a:pt x="5936967" y="26342"/>
                </a:moveTo>
                <a:lnTo>
                  <a:pt x="5968072" y="26342"/>
                </a:lnTo>
                <a:lnTo>
                  <a:pt x="5968072" y="31328"/>
                </a:lnTo>
                <a:lnTo>
                  <a:pt x="5942473" y="31328"/>
                </a:lnTo>
                <a:lnTo>
                  <a:pt x="5942473" y="50155"/>
                </a:lnTo>
                <a:lnTo>
                  <a:pt x="5961672" y="50155"/>
                </a:lnTo>
                <a:lnTo>
                  <a:pt x="5961672" y="55215"/>
                </a:lnTo>
                <a:lnTo>
                  <a:pt x="5942473" y="55215"/>
                </a:lnTo>
                <a:lnTo>
                  <a:pt x="5942473" y="75233"/>
                </a:lnTo>
                <a:lnTo>
                  <a:pt x="5968965" y="75233"/>
                </a:lnTo>
                <a:lnTo>
                  <a:pt x="5968965" y="80218"/>
                </a:lnTo>
                <a:lnTo>
                  <a:pt x="5936967" y="80218"/>
                </a:lnTo>
                <a:close/>
                <a:moveTo>
                  <a:pt x="2984366" y="26342"/>
                </a:moveTo>
                <a:lnTo>
                  <a:pt x="2989873" y="26342"/>
                </a:lnTo>
                <a:lnTo>
                  <a:pt x="2989873" y="80218"/>
                </a:lnTo>
                <a:lnTo>
                  <a:pt x="2984366" y="80218"/>
                </a:lnTo>
                <a:close/>
                <a:moveTo>
                  <a:pt x="2574642" y="26342"/>
                </a:moveTo>
                <a:lnTo>
                  <a:pt x="2605748" y="26342"/>
                </a:lnTo>
                <a:lnTo>
                  <a:pt x="2605748" y="31328"/>
                </a:lnTo>
                <a:lnTo>
                  <a:pt x="2580149" y="31328"/>
                </a:lnTo>
                <a:lnTo>
                  <a:pt x="2580149" y="50155"/>
                </a:lnTo>
                <a:lnTo>
                  <a:pt x="2599347" y="50155"/>
                </a:lnTo>
                <a:lnTo>
                  <a:pt x="2599347" y="55215"/>
                </a:lnTo>
                <a:lnTo>
                  <a:pt x="2580149" y="55215"/>
                </a:lnTo>
                <a:lnTo>
                  <a:pt x="2580149" y="75233"/>
                </a:lnTo>
                <a:lnTo>
                  <a:pt x="2606640" y="75233"/>
                </a:lnTo>
                <a:lnTo>
                  <a:pt x="2606640" y="80218"/>
                </a:lnTo>
                <a:lnTo>
                  <a:pt x="2574642" y="80218"/>
                </a:lnTo>
                <a:close/>
                <a:moveTo>
                  <a:pt x="1236231" y="26342"/>
                </a:moveTo>
                <a:lnTo>
                  <a:pt x="1270610" y="26342"/>
                </a:lnTo>
                <a:lnTo>
                  <a:pt x="1270610" y="31403"/>
                </a:lnTo>
                <a:lnTo>
                  <a:pt x="1256174" y="31403"/>
                </a:lnTo>
                <a:lnTo>
                  <a:pt x="1256174" y="80218"/>
                </a:lnTo>
                <a:lnTo>
                  <a:pt x="1250667" y="80218"/>
                </a:lnTo>
                <a:lnTo>
                  <a:pt x="1250667" y="31403"/>
                </a:lnTo>
                <a:lnTo>
                  <a:pt x="1236231" y="31403"/>
                </a:lnTo>
                <a:close/>
                <a:moveTo>
                  <a:pt x="10551085" y="25449"/>
                </a:moveTo>
                <a:cubicBezTo>
                  <a:pt x="10553665" y="25449"/>
                  <a:pt x="10556307" y="25735"/>
                  <a:pt x="10559010" y="26305"/>
                </a:cubicBezTo>
                <a:cubicBezTo>
                  <a:pt x="10561713" y="26876"/>
                  <a:pt x="10564182" y="27682"/>
                  <a:pt x="10566414" y="28724"/>
                </a:cubicBezTo>
                <a:lnTo>
                  <a:pt x="10564479" y="33561"/>
                </a:lnTo>
                <a:cubicBezTo>
                  <a:pt x="10559419" y="31527"/>
                  <a:pt x="10554904" y="30510"/>
                  <a:pt x="10550936" y="30510"/>
                </a:cubicBezTo>
                <a:cubicBezTo>
                  <a:pt x="10547463" y="30510"/>
                  <a:pt x="10544747" y="31316"/>
                  <a:pt x="10542788" y="32928"/>
                </a:cubicBezTo>
                <a:cubicBezTo>
                  <a:pt x="10540829" y="34540"/>
                  <a:pt x="10539848" y="36736"/>
                  <a:pt x="10539848" y="39514"/>
                </a:cubicBezTo>
                <a:cubicBezTo>
                  <a:pt x="10539848" y="42044"/>
                  <a:pt x="10540555" y="44090"/>
                  <a:pt x="10541969" y="45653"/>
                </a:cubicBezTo>
                <a:cubicBezTo>
                  <a:pt x="10543383" y="47216"/>
                  <a:pt x="10545554" y="48394"/>
                  <a:pt x="10548480" y="49188"/>
                </a:cubicBezTo>
                <a:lnTo>
                  <a:pt x="10554582" y="50899"/>
                </a:lnTo>
                <a:cubicBezTo>
                  <a:pt x="10559146" y="52189"/>
                  <a:pt x="10562507" y="54024"/>
                  <a:pt x="10564666" y="56406"/>
                </a:cubicBezTo>
                <a:cubicBezTo>
                  <a:pt x="10566824" y="58787"/>
                  <a:pt x="10567903" y="61888"/>
                  <a:pt x="10567903" y="65708"/>
                </a:cubicBezTo>
                <a:cubicBezTo>
                  <a:pt x="10567903" y="68783"/>
                  <a:pt x="10567171" y="71487"/>
                  <a:pt x="10565707" y="73819"/>
                </a:cubicBezTo>
                <a:cubicBezTo>
                  <a:pt x="10564243" y="76150"/>
                  <a:pt x="10562173" y="77949"/>
                  <a:pt x="10559494" y="79214"/>
                </a:cubicBezTo>
                <a:cubicBezTo>
                  <a:pt x="10556815" y="80479"/>
                  <a:pt x="10553689" y="81111"/>
                  <a:pt x="10550118" y="81111"/>
                </a:cubicBezTo>
                <a:cubicBezTo>
                  <a:pt x="10547191" y="81111"/>
                  <a:pt x="10544276" y="80739"/>
                  <a:pt x="10541374" y="79995"/>
                </a:cubicBezTo>
                <a:cubicBezTo>
                  <a:pt x="10538472" y="79251"/>
                  <a:pt x="10535904" y="78209"/>
                  <a:pt x="10533672" y="76870"/>
                </a:cubicBezTo>
                <a:lnTo>
                  <a:pt x="10535681" y="72033"/>
                </a:lnTo>
                <a:cubicBezTo>
                  <a:pt x="10540295" y="74712"/>
                  <a:pt x="10545107" y="76051"/>
                  <a:pt x="10550118" y="76051"/>
                </a:cubicBezTo>
                <a:cubicBezTo>
                  <a:pt x="10553937" y="76051"/>
                  <a:pt x="10556914" y="75195"/>
                  <a:pt x="10559047" y="73484"/>
                </a:cubicBezTo>
                <a:cubicBezTo>
                  <a:pt x="10561181" y="71772"/>
                  <a:pt x="10562247" y="69428"/>
                  <a:pt x="10562247" y="66452"/>
                </a:cubicBezTo>
                <a:cubicBezTo>
                  <a:pt x="10562247" y="63922"/>
                  <a:pt x="10561540" y="61875"/>
                  <a:pt x="10560126" y="60312"/>
                </a:cubicBezTo>
                <a:cubicBezTo>
                  <a:pt x="10558712" y="58750"/>
                  <a:pt x="10556542" y="57572"/>
                  <a:pt x="10553615" y="56778"/>
                </a:cubicBezTo>
                <a:lnTo>
                  <a:pt x="10547513" y="55066"/>
                </a:lnTo>
                <a:cubicBezTo>
                  <a:pt x="10542949" y="53776"/>
                  <a:pt x="10539588" y="51941"/>
                  <a:pt x="10537430" y="49560"/>
                </a:cubicBezTo>
                <a:cubicBezTo>
                  <a:pt x="10535272" y="47178"/>
                  <a:pt x="10534193" y="44078"/>
                  <a:pt x="10534193" y="40258"/>
                </a:cubicBezTo>
                <a:cubicBezTo>
                  <a:pt x="10534193" y="35743"/>
                  <a:pt x="10535718" y="32147"/>
                  <a:pt x="10538769" y="29468"/>
                </a:cubicBezTo>
                <a:cubicBezTo>
                  <a:pt x="10541820" y="26789"/>
                  <a:pt x="10545926" y="25449"/>
                  <a:pt x="10551085" y="25449"/>
                </a:cubicBezTo>
                <a:close/>
                <a:moveTo>
                  <a:pt x="5617135" y="25449"/>
                </a:moveTo>
                <a:cubicBezTo>
                  <a:pt x="5619715" y="25449"/>
                  <a:pt x="5622356" y="25735"/>
                  <a:pt x="5625060" y="26305"/>
                </a:cubicBezTo>
                <a:cubicBezTo>
                  <a:pt x="5627764" y="26876"/>
                  <a:pt x="5630233" y="27682"/>
                  <a:pt x="5632464" y="28724"/>
                </a:cubicBezTo>
                <a:lnTo>
                  <a:pt x="5630530" y="33561"/>
                </a:lnTo>
                <a:cubicBezTo>
                  <a:pt x="5625470" y="31527"/>
                  <a:pt x="5620955" y="30510"/>
                  <a:pt x="5616987" y="30510"/>
                </a:cubicBezTo>
                <a:cubicBezTo>
                  <a:pt x="5613514" y="30510"/>
                  <a:pt x="5610798" y="31316"/>
                  <a:pt x="5608838" y="32928"/>
                </a:cubicBezTo>
                <a:cubicBezTo>
                  <a:pt x="5606878" y="34540"/>
                  <a:pt x="5605899" y="36736"/>
                  <a:pt x="5605899" y="39514"/>
                </a:cubicBezTo>
                <a:cubicBezTo>
                  <a:pt x="5605899" y="42044"/>
                  <a:pt x="5606606" y="44090"/>
                  <a:pt x="5608019" y="45653"/>
                </a:cubicBezTo>
                <a:cubicBezTo>
                  <a:pt x="5609433" y="47216"/>
                  <a:pt x="5611604" y="48394"/>
                  <a:pt x="5614531" y="49188"/>
                </a:cubicBezTo>
                <a:lnTo>
                  <a:pt x="5620633" y="50899"/>
                </a:lnTo>
                <a:cubicBezTo>
                  <a:pt x="5625197" y="52189"/>
                  <a:pt x="5628558" y="54024"/>
                  <a:pt x="5630716" y="56406"/>
                </a:cubicBezTo>
                <a:cubicBezTo>
                  <a:pt x="5632874" y="58787"/>
                  <a:pt x="5633953" y="61888"/>
                  <a:pt x="5633953" y="65708"/>
                </a:cubicBezTo>
                <a:cubicBezTo>
                  <a:pt x="5633953" y="68783"/>
                  <a:pt x="5633221" y="71487"/>
                  <a:pt x="5631758" y="73819"/>
                </a:cubicBezTo>
                <a:cubicBezTo>
                  <a:pt x="5630295" y="76150"/>
                  <a:pt x="5628223" y="77949"/>
                  <a:pt x="5625544" y="79214"/>
                </a:cubicBezTo>
                <a:cubicBezTo>
                  <a:pt x="5622865" y="80479"/>
                  <a:pt x="5619740" y="81111"/>
                  <a:pt x="5616168" y="81111"/>
                </a:cubicBezTo>
                <a:cubicBezTo>
                  <a:pt x="5613241" y="81111"/>
                  <a:pt x="5610326" y="80739"/>
                  <a:pt x="5607424" y="79995"/>
                </a:cubicBezTo>
                <a:cubicBezTo>
                  <a:pt x="5604522" y="79251"/>
                  <a:pt x="5601955" y="78209"/>
                  <a:pt x="5599722" y="76870"/>
                </a:cubicBezTo>
                <a:lnTo>
                  <a:pt x="5601731" y="72033"/>
                </a:lnTo>
                <a:cubicBezTo>
                  <a:pt x="5606345" y="74712"/>
                  <a:pt x="5611158" y="76051"/>
                  <a:pt x="5616168" y="76051"/>
                </a:cubicBezTo>
                <a:cubicBezTo>
                  <a:pt x="5619988" y="76051"/>
                  <a:pt x="5622964" y="75195"/>
                  <a:pt x="5625098" y="73484"/>
                </a:cubicBezTo>
                <a:cubicBezTo>
                  <a:pt x="5627231" y="71772"/>
                  <a:pt x="5628297" y="69428"/>
                  <a:pt x="5628297" y="66452"/>
                </a:cubicBezTo>
                <a:cubicBezTo>
                  <a:pt x="5628297" y="63922"/>
                  <a:pt x="5627590" y="61875"/>
                  <a:pt x="5626177" y="60312"/>
                </a:cubicBezTo>
                <a:cubicBezTo>
                  <a:pt x="5624763" y="58750"/>
                  <a:pt x="5622593" y="57572"/>
                  <a:pt x="5619665" y="56778"/>
                </a:cubicBezTo>
                <a:lnTo>
                  <a:pt x="5613563" y="55066"/>
                </a:lnTo>
                <a:cubicBezTo>
                  <a:pt x="5609000" y="53776"/>
                  <a:pt x="5605638" y="51941"/>
                  <a:pt x="5603480" y="49560"/>
                </a:cubicBezTo>
                <a:cubicBezTo>
                  <a:pt x="5601322" y="47178"/>
                  <a:pt x="5600243" y="44078"/>
                  <a:pt x="5600243" y="40258"/>
                </a:cubicBezTo>
                <a:cubicBezTo>
                  <a:pt x="5600243" y="35743"/>
                  <a:pt x="5601769" y="32147"/>
                  <a:pt x="5604820" y="29468"/>
                </a:cubicBezTo>
                <a:cubicBezTo>
                  <a:pt x="5607871" y="26789"/>
                  <a:pt x="5611976" y="25449"/>
                  <a:pt x="5617135" y="25449"/>
                </a:cubicBezTo>
                <a:close/>
                <a:moveTo>
                  <a:pt x="2254811" y="25449"/>
                </a:moveTo>
                <a:cubicBezTo>
                  <a:pt x="2257391" y="25449"/>
                  <a:pt x="2260032" y="25735"/>
                  <a:pt x="2262736" y="26305"/>
                </a:cubicBezTo>
                <a:cubicBezTo>
                  <a:pt x="2265439" y="26876"/>
                  <a:pt x="2267908" y="27682"/>
                  <a:pt x="2270140" y="28724"/>
                </a:cubicBezTo>
                <a:lnTo>
                  <a:pt x="2268205" y="33561"/>
                </a:lnTo>
                <a:cubicBezTo>
                  <a:pt x="2263145" y="31527"/>
                  <a:pt x="2258631" y="30510"/>
                  <a:pt x="2254662" y="30510"/>
                </a:cubicBezTo>
                <a:cubicBezTo>
                  <a:pt x="2251189" y="30510"/>
                  <a:pt x="2248474" y="31316"/>
                  <a:pt x="2246514" y="32928"/>
                </a:cubicBezTo>
                <a:cubicBezTo>
                  <a:pt x="2244554" y="34540"/>
                  <a:pt x="2243575" y="36736"/>
                  <a:pt x="2243575" y="39514"/>
                </a:cubicBezTo>
                <a:cubicBezTo>
                  <a:pt x="2243575" y="42044"/>
                  <a:pt x="2244281" y="44090"/>
                  <a:pt x="2245695" y="45653"/>
                </a:cubicBezTo>
                <a:cubicBezTo>
                  <a:pt x="2247109" y="47216"/>
                  <a:pt x="2249279" y="48394"/>
                  <a:pt x="2252207" y="49188"/>
                </a:cubicBezTo>
                <a:lnTo>
                  <a:pt x="2258308" y="50899"/>
                </a:lnTo>
                <a:cubicBezTo>
                  <a:pt x="2262872" y="52189"/>
                  <a:pt x="2266233" y="54024"/>
                  <a:pt x="2268391" y="56406"/>
                </a:cubicBezTo>
                <a:cubicBezTo>
                  <a:pt x="2270549" y="58787"/>
                  <a:pt x="2271628" y="61888"/>
                  <a:pt x="2271628" y="65708"/>
                </a:cubicBezTo>
                <a:cubicBezTo>
                  <a:pt x="2271628" y="68783"/>
                  <a:pt x="2270896" y="71487"/>
                  <a:pt x="2269433" y="73819"/>
                </a:cubicBezTo>
                <a:cubicBezTo>
                  <a:pt x="2267969" y="76150"/>
                  <a:pt x="2265899" y="77949"/>
                  <a:pt x="2263219" y="79214"/>
                </a:cubicBezTo>
                <a:cubicBezTo>
                  <a:pt x="2260540" y="80479"/>
                  <a:pt x="2257416" y="81111"/>
                  <a:pt x="2253843" y="81111"/>
                </a:cubicBezTo>
                <a:cubicBezTo>
                  <a:pt x="2250916" y="81111"/>
                  <a:pt x="2248002" y="80739"/>
                  <a:pt x="2245100" y="79995"/>
                </a:cubicBezTo>
                <a:cubicBezTo>
                  <a:pt x="2242198" y="79251"/>
                  <a:pt x="2239630" y="78209"/>
                  <a:pt x="2237398" y="76870"/>
                </a:cubicBezTo>
                <a:lnTo>
                  <a:pt x="2239407" y="72033"/>
                </a:lnTo>
                <a:cubicBezTo>
                  <a:pt x="2244021" y="74712"/>
                  <a:pt x="2248833" y="76051"/>
                  <a:pt x="2253843" y="76051"/>
                </a:cubicBezTo>
                <a:cubicBezTo>
                  <a:pt x="2257663" y="76051"/>
                  <a:pt x="2260640" y="75195"/>
                  <a:pt x="2262773" y="73484"/>
                </a:cubicBezTo>
                <a:cubicBezTo>
                  <a:pt x="2264906" y="71772"/>
                  <a:pt x="2265973" y="69428"/>
                  <a:pt x="2265973" y="66452"/>
                </a:cubicBezTo>
                <a:cubicBezTo>
                  <a:pt x="2265973" y="63922"/>
                  <a:pt x="2265266" y="61875"/>
                  <a:pt x="2263852" y="60312"/>
                </a:cubicBezTo>
                <a:cubicBezTo>
                  <a:pt x="2262438" y="58750"/>
                  <a:pt x="2260268" y="57572"/>
                  <a:pt x="2257341" y="56778"/>
                </a:cubicBezTo>
                <a:lnTo>
                  <a:pt x="2251239" y="55066"/>
                </a:lnTo>
                <a:cubicBezTo>
                  <a:pt x="2246675" y="53776"/>
                  <a:pt x="2243314" y="51941"/>
                  <a:pt x="2241156" y="49560"/>
                </a:cubicBezTo>
                <a:cubicBezTo>
                  <a:pt x="2238998" y="47178"/>
                  <a:pt x="2237919" y="44078"/>
                  <a:pt x="2237919" y="40258"/>
                </a:cubicBezTo>
                <a:cubicBezTo>
                  <a:pt x="2237919" y="35743"/>
                  <a:pt x="2239444" y="32147"/>
                  <a:pt x="2242495" y="29468"/>
                </a:cubicBezTo>
                <a:cubicBezTo>
                  <a:pt x="2245546" y="26789"/>
                  <a:pt x="2249651" y="25449"/>
                  <a:pt x="2254811" y="25449"/>
                </a:cubicBezTo>
                <a:close/>
                <a:moveTo>
                  <a:pt x="11149672" y="25375"/>
                </a:moveTo>
                <a:cubicBezTo>
                  <a:pt x="11150912" y="25375"/>
                  <a:pt x="11151867" y="25722"/>
                  <a:pt x="11152537" y="26417"/>
                </a:cubicBezTo>
                <a:cubicBezTo>
                  <a:pt x="11153206" y="27111"/>
                  <a:pt x="11153541" y="28079"/>
                  <a:pt x="11153541" y="29319"/>
                </a:cubicBezTo>
                <a:cubicBezTo>
                  <a:pt x="11153541" y="30609"/>
                  <a:pt x="11153206" y="31601"/>
                  <a:pt x="11152537" y="32296"/>
                </a:cubicBezTo>
                <a:cubicBezTo>
                  <a:pt x="11151867" y="32990"/>
                  <a:pt x="11150912" y="33337"/>
                  <a:pt x="11149672" y="33337"/>
                </a:cubicBezTo>
                <a:cubicBezTo>
                  <a:pt x="11148431" y="33337"/>
                  <a:pt x="11147476" y="32990"/>
                  <a:pt x="11146807" y="32296"/>
                </a:cubicBezTo>
                <a:cubicBezTo>
                  <a:pt x="11146137" y="31601"/>
                  <a:pt x="11145802" y="30634"/>
                  <a:pt x="11145802" y="29393"/>
                </a:cubicBezTo>
                <a:cubicBezTo>
                  <a:pt x="11145802" y="28104"/>
                  <a:pt x="11146137" y="27111"/>
                  <a:pt x="11146807" y="26417"/>
                </a:cubicBezTo>
                <a:cubicBezTo>
                  <a:pt x="11147476" y="25722"/>
                  <a:pt x="11148431" y="25375"/>
                  <a:pt x="11149672" y="25375"/>
                </a:cubicBezTo>
                <a:close/>
                <a:moveTo>
                  <a:pt x="9530422" y="25375"/>
                </a:moveTo>
                <a:cubicBezTo>
                  <a:pt x="9531662" y="25375"/>
                  <a:pt x="9532617" y="25722"/>
                  <a:pt x="9533287" y="26417"/>
                </a:cubicBezTo>
                <a:cubicBezTo>
                  <a:pt x="9533956" y="27111"/>
                  <a:pt x="9534291" y="28079"/>
                  <a:pt x="9534291" y="29319"/>
                </a:cubicBezTo>
                <a:cubicBezTo>
                  <a:pt x="9534291" y="30609"/>
                  <a:pt x="9533956" y="31601"/>
                  <a:pt x="9533287" y="32296"/>
                </a:cubicBezTo>
                <a:cubicBezTo>
                  <a:pt x="9532617" y="32990"/>
                  <a:pt x="9531662" y="33337"/>
                  <a:pt x="9530422" y="33337"/>
                </a:cubicBezTo>
                <a:cubicBezTo>
                  <a:pt x="9529181" y="33337"/>
                  <a:pt x="9528226" y="32990"/>
                  <a:pt x="9527557" y="32296"/>
                </a:cubicBezTo>
                <a:cubicBezTo>
                  <a:pt x="9526887" y="31601"/>
                  <a:pt x="9526552" y="30634"/>
                  <a:pt x="9526552" y="29393"/>
                </a:cubicBezTo>
                <a:cubicBezTo>
                  <a:pt x="9526552" y="28104"/>
                  <a:pt x="9526887" y="27111"/>
                  <a:pt x="9527557" y="26417"/>
                </a:cubicBezTo>
                <a:cubicBezTo>
                  <a:pt x="9528226" y="25722"/>
                  <a:pt x="9529181" y="25375"/>
                  <a:pt x="9530422" y="25375"/>
                </a:cubicBezTo>
                <a:close/>
                <a:moveTo>
                  <a:pt x="9216097" y="25375"/>
                </a:moveTo>
                <a:cubicBezTo>
                  <a:pt x="9217337" y="25375"/>
                  <a:pt x="9218292" y="25722"/>
                  <a:pt x="9218962" y="26417"/>
                </a:cubicBezTo>
                <a:cubicBezTo>
                  <a:pt x="9219631" y="27111"/>
                  <a:pt x="9219966" y="28079"/>
                  <a:pt x="9219966" y="29319"/>
                </a:cubicBezTo>
                <a:cubicBezTo>
                  <a:pt x="9219966" y="30609"/>
                  <a:pt x="9219631" y="31601"/>
                  <a:pt x="9218962" y="32296"/>
                </a:cubicBezTo>
                <a:cubicBezTo>
                  <a:pt x="9218292" y="32990"/>
                  <a:pt x="9217337" y="33337"/>
                  <a:pt x="9216097" y="33337"/>
                </a:cubicBezTo>
                <a:cubicBezTo>
                  <a:pt x="9214856" y="33337"/>
                  <a:pt x="9213901" y="32990"/>
                  <a:pt x="9213232" y="32296"/>
                </a:cubicBezTo>
                <a:cubicBezTo>
                  <a:pt x="9212562" y="31601"/>
                  <a:pt x="9212227" y="30634"/>
                  <a:pt x="9212227" y="29393"/>
                </a:cubicBezTo>
                <a:cubicBezTo>
                  <a:pt x="9212227" y="28104"/>
                  <a:pt x="9212562" y="27111"/>
                  <a:pt x="9213232" y="26417"/>
                </a:cubicBezTo>
                <a:cubicBezTo>
                  <a:pt x="9213901" y="25722"/>
                  <a:pt x="9214856" y="25375"/>
                  <a:pt x="9216097" y="25375"/>
                </a:cubicBezTo>
                <a:close/>
                <a:moveTo>
                  <a:pt x="8825572" y="25375"/>
                </a:moveTo>
                <a:cubicBezTo>
                  <a:pt x="8826812" y="25375"/>
                  <a:pt x="8827767" y="25722"/>
                  <a:pt x="8828437" y="26417"/>
                </a:cubicBezTo>
                <a:cubicBezTo>
                  <a:pt x="8829106" y="27111"/>
                  <a:pt x="8829441" y="28079"/>
                  <a:pt x="8829441" y="29319"/>
                </a:cubicBezTo>
                <a:cubicBezTo>
                  <a:pt x="8829441" y="30609"/>
                  <a:pt x="8829106" y="31601"/>
                  <a:pt x="8828437" y="32296"/>
                </a:cubicBezTo>
                <a:cubicBezTo>
                  <a:pt x="8827767" y="32990"/>
                  <a:pt x="8826812" y="33337"/>
                  <a:pt x="8825572" y="33337"/>
                </a:cubicBezTo>
                <a:cubicBezTo>
                  <a:pt x="8824331" y="33337"/>
                  <a:pt x="8823376" y="32990"/>
                  <a:pt x="8822707" y="32296"/>
                </a:cubicBezTo>
                <a:cubicBezTo>
                  <a:pt x="8822037" y="31601"/>
                  <a:pt x="8821702" y="30634"/>
                  <a:pt x="8821702" y="29393"/>
                </a:cubicBezTo>
                <a:cubicBezTo>
                  <a:pt x="8821702" y="28104"/>
                  <a:pt x="8822037" y="27111"/>
                  <a:pt x="8822707" y="26417"/>
                </a:cubicBezTo>
                <a:cubicBezTo>
                  <a:pt x="8823376" y="25722"/>
                  <a:pt x="8824331" y="25375"/>
                  <a:pt x="8825572" y="25375"/>
                </a:cubicBezTo>
                <a:close/>
                <a:moveTo>
                  <a:pt x="8654122" y="25375"/>
                </a:moveTo>
                <a:cubicBezTo>
                  <a:pt x="8655362" y="25375"/>
                  <a:pt x="8656317" y="25722"/>
                  <a:pt x="8656987" y="26417"/>
                </a:cubicBezTo>
                <a:cubicBezTo>
                  <a:pt x="8657656" y="27111"/>
                  <a:pt x="8657991" y="28079"/>
                  <a:pt x="8657991" y="29319"/>
                </a:cubicBezTo>
                <a:cubicBezTo>
                  <a:pt x="8657991" y="30609"/>
                  <a:pt x="8657656" y="31601"/>
                  <a:pt x="8656987" y="32296"/>
                </a:cubicBezTo>
                <a:cubicBezTo>
                  <a:pt x="8656317" y="32990"/>
                  <a:pt x="8655362" y="33337"/>
                  <a:pt x="8654122" y="33337"/>
                </a:cubicBezTo>
                <a:cubicBezTo>
                  <a:pt x="8652881" y="33337"/>
                  <a:pt x="8651926" y="32990"/>
                  <a:pt x="8651257" y="32296"/>
                </a:cubicBezTo>
                <a:cubicBezTo>
                  <a:pt x="8650587" y="31601"/>
                  <a:pt x="8650252" y="30634"/>
                  <a:pt x="8650252" y="29393"/>
                </a:cubicBezTo>
                <a:cubicBezTo>
                  <a:pt x="8650252" y="28104"/>
                  <a:pt x="8650587" y="27111"/>
                  <a:pt x="8651257" y="26417"/>
                </a:cubicBezTo>
                <a:cubicBezTo>
                  <a:pt x="8651926" y="25722"/>
                  <a:pt x="8652881" y="25375"/>
                  <a:pt x="8654122" y="25375"/>
                </a:cubicBezTo>
                <a:close/>
                <a:moveTo>
                  <a:pt x="8101671" y="25375"/>
                </a:moveTo>
                <a:cubicBezTo>
                  <a:pt x="8102913" y="25375"/>
                  <a:pt x="8103867" y="25722"/>
                  <a:pt x="8104537" y="26417"/>
                </a:cubicBezTo>
                <a:cubicBezTo>
                  <a:pt x="8105207" y="27111"/>
                  <a:pt x="8105541" y="28079"/>
                  <a:pt x="8105541" y="29319"/>
                </a:cubicBezTo>
                <a:cubicBezTo>
                  <a:pt x="8105541" y="30609"/>
                  <a:pt x="8105207" y="31601"/>
                  <a:pt x="8104537" y="32296"/>
                </a:cubicBezTo>
                <a:cubicBezTo>
                  <a:pt x="8103867" y="32990"/>
                  <a:pt x="8102913" y="33337"/>
                  <a:pt x="8101671" y="33337"/>
                </a:cubicBezTo>
                <a:cubicBezTo>
                  <a:pt x="8100431" y="33337"/>
                  <a:pt x="8099477" y="32990"/>
                  <a:pt x="8098807" y="32296"/>
                </a:cubicBezTo>
                <a:cubicBezTo>
                  <a:pt x="8098137" y="31601"/>
                  <a:pt x="8097802" y="30634"/>
                  <a:pt x="8097802" y="29393"/>
                </a:cubicBezTo>
                <a:cubicBezTo>
                  <a:pt x="8097802" y="28104"/>
                  <a:pt x="8098137" y="27111"/>
                  <a:pt x="8098807" y="26417"/>
                </a:cubicBezTo>
                <a:cubicBezTo>
                  <a:pt x="8099477" y="25722"/>
                  <a:pt x="8100431" y="25375"/>
                  <a:pt x="8101671" y="25375"/>
                </a:cubicBezTo>
                <a:close/>
                <a:moveTo>
                  <a:pt x="7920697" y="25375"/>
                </a:moveTo>
                <a:cubicBezTo>
                  <a:pt x="7921938" y="25375"/>
                  <a:pt x="7922892" y="25722"/>
                  <a:pt x="7923562" y="26417"/>
                </a:cubicBezTo>
                <a:cubicBezTo>
                  <a:pt x="7924232" y="27111"/>
                  <a:pt x="7924566" y="28079"/>
                  <a:pt x="7924566" y="29319"/>
                </a:cubicBezTo>
                <a:cubicBezTo>
                  <a:pt x="7924566" y="30609"/>
                  <a:pt x="7924232" y="31601"/>
                  <a:pt x="7923562" y="32296"/>
                </a:cubicBezTo>
                <a:cubicBezTo>
                  <a:pt x="7922892" y="32990"/>
                  <a:pt x="7921938" y="33337"/>
                  <a:pt x="7920697" y="33337"/>
                </a:cubicBezTo>
                <a:cubicBezTo>
                  <a:pt x="7919456" y="33337"/>
                  <a:pt x="7918502" y="32990"/>
                  <a:pt x="7917832" y="32296"/>
                </a:cubicBezTo>
                <a:cubicBezTo>
                  <a:pt x="7917162" y="31601"/>
                  <a:pt x="7916827" y="30634"/>
                  <a:pt x="7916827" y="29393"/>
                </a:cubicBezTo>
                <a:cubicBezTo>
                  <a:pt x="7916827" y="28104"/>
                  <a:pt x="7917162" y="27111"/>
                  <a:pt x="7917832" y="26417"/>
                </a:cubicBezTo>
                <a:cubicBezTo>
                  <a:pt x="7918502" y="25722"/>
                  <a:pt x="7919456" y="25375"/>
                  <a:pt x="7920697" y="25375"/>
                </a:cubicBezTo>
                <a:close/>
                <a:moveTo>
                  <a:pt x="6701497" y="25375"/>
                </a:moveTo>
                <a:cubicBezTo>
                  <a:pt x="6702738" y="25375"/>
                  <a:pt x="6703692" y="25722"/>
                  <a:pt x="6704362" y="26417"/>
                </a:cubicBezTo>
                <a:cubicBezTo>
                  <a:pt x="6705032" y="27111"/>
                  <a:pt x="6705366" y="28079"/>
                  <a:pt x="6705366" y="29319"/>
                </a:cubicBezTo>
                <a:cubicBezTo>
                  <a:pt x="6705366" y="30609"/>
                  <a:pt x="6705032" y="31601"/>
                  <a:pt x="6704362" y="32296"/>
                </a:cubicBezTo>
                <a:cubicBezTo>
                  <a:pt x="6703692" y="32990"/>
                  <a:pt x="6702738" y="33337"/>
                  <a:pt x="6701497" y="33337"/>
                </a:cubicBezTo>
                <a:cubicBezTo>
                  <a:pt x="6700257" y="33337"/>
                  <a:pt x="6699302" y="32990"/>
                  <a:pt x="6698632" y="32296"/>
                </a:cubicBezTo>
                <a:cubicBezTo>
                  <a:pt x="6697962" y="31601"/>
                  <a:pt x="6697627" y="30634"/>
                  <a:pt x="6697627" y="29393"/>
                </a:cubicBezTo>
                <a:cubicBezTo>
                  <a:pt x="6697627" y="28104"/>
                  <a:pt x="6697962" y="27111"/>
                  <a:pt x="6698632" y="26417"/>
                </a:cubicBezTo>
                <a:cubicBezTo>
                  <a:pt x="6699302" y="25722"/>
                  <a:pt x="6700257" y="25375"/>
                  <a:pt x="6701497" y="25375"/>
                </a:cubicBezTo>
                <a:close/>
                <a:moveTo>
                  <a:pt x="6434797" y="25375"/>
                </a:moveTo>
                <a:cubicBezTo>
                  <a:pt x="6436038" y="25375"/>
                  <a:pt x="6436992" y="25722"/>
                  <a:pt x="6437662" y="26417"/>
                </a:cubicBezTo>
                <a:cubicBezTo>
                  <a:pt x="6438332" y="27111"/>
                  <a:pt x="6438666" y="28079"/>
                  <a:pt x="6438666" y="29319"/>
                </a:cubicBezTo>
                <a:cubicBezTo>
                  <a:pt x="6438666" y="30609"/>
                  <a:pt x="6438332" y="31601"/>
                  <a:pt x="6437662" y="32296"/>
                </a:cubicBezTo>
                <a:cubicBezTo>
                  <a:pt x="6436992" y="32990"/>
                  <a:pt x="6436038" y="33337"/>
                  <a:pt x="6434797" y="33337"/>
                </a:cubicBezTo>
                <a:cubicBezTo>
                  <a:pt x="6433557" y="33337"/>
                  <a:pt x="6432602" y="32990"/>
                  <a:pt x="6431932" y="32296"/>
                </a:cubicBezTo>
                <a:cubicBezTo>
                  <a:pt x="6431262" y="31601"/>
                  <a:pt x="6430927" y="30634"/>
                  <a:pt x="6430927" y="29393"/>
                </a:cubicBezTo>
                <a:cubicBezTo>
                  <a:pt x="6430927" y="28104"/>
                  <a:pt x="6431262" y="27111"/>
                  <a:pt x="6431932" y="26417"/>
                </a:cubicBezTo>
                <a:cubicBezTo>
                  <a:pt x="6432602" y="25722"/>
                  <a:pt x="6433557" y="25375"/>
                  <a:pt x="6434797" y="25375"/>
                </a:cubicBezTo>
                <a:close/>
                <a:moveTo>
                  <a:pt x="6215722" y="25375"/>
                </a:moveTo>
                <a:cubicBezTo>
                  <a:pt x="6216963" y="25375"/>
                  <a:pt x="6217917" y="25722"/>
                  <a:pt x="6218587" y="26417"/>
                </a:cubicBezTo>
                <a:cubicBezTo>
                  <a:pt x="6219257" y="27111"/>
                  <a:pt x="6219591" y="28079"/>
                  <a:pt x="6219591" y="29319"/>
                </a:cubicBezTo>
                <a:cubicBezTo>
                  <a:pt x="6219591" y="30609"/>
                  <a:pt x="6219257" y="31601"/>
                  <a:pt x="6218587" y="32296"/>
                </a:cubicBezTo>
                <a:cubicBezTo>
                  <a:pt x="6217917" y="32990"/>
                  <a:pt x="6216963" y="33337"/>
                  <a:pt x="6215722" y="33337"/>
                </a:cubicBezTo>
                <a:cubicBezTo>
                  <a:pt x="6214482" y="33337"/>
                  <a:pt x="6213527" y="32990"/>
                  <a:pt x="6212857" y="32296"/>
                </a:cubicBezTo>
                <a:cubicBezTo>
                  <a:pt x="6212187" y="31601"/>
                  <a:pt x="6211852" y="30634"/>
                  <a:pt x="6211852" y="29393"/>
                </a:cubicBezTo>
                <a:cubicBezTo>
                  <a:pt x="6211852" y="28104"/>
                  <a:pt x="6212187" y="27111"/>
                  <a:pt x="6212857" y="26417"/>
                </a:cubicBezTo>
                <a:cubicBezTo>
                  <a:pt x="6213527" y="25722"/>
                  <a:pt x="6214482" y="25375"/>
                  <a:pt x="6215722" y="25375"/>
                </a:cubicBezTo>
                <a:close/>
                <a:moveTo>
                  <a:pt x="5025097" y="25375"/>
                </a:moveTo>
                <a:cubicBezTo>
                  <a:pt x="5026338" y="25375"/>
                  <a:pt x="5027292" y="25722"/>
                  <a:pt x="5027962" y="26417"/>
                </a:cubicBezTo>
                <a:cubicBezTo>
                  <a:pt x="5028632" y="27111"/>
                  <a:pt x="5028966" y="28079"/>
                  <a:pt x="5028966" y="29319"/>
                </a:cubicBezTo>
                <a:cubicBezTo>
                  <a:pt x="5028966" y="30609"/>
                  <a:pt x="5028632" y="31601"/>
                  <a:pt x="5027962" y="32296"/>
                </a:cubicBezTo>
                <a:cubicBezTo>
                  <a:pt x="5027292" y="32990"/>
                  <a:pt x="5026338" y="33337"/>
                  <a:pt x="5025097" y="33337"/>
                </a:cubicBezTo>
                <a:cubicBezTo>
                  <a:pt x="5023856" y="33337"/>
                  <a:pt x="5022902" y="32990"/>
                  <a:pt x="5022232" y="32296"/>
                </a:cubicBezTo>
                <a:cubicBezTo>
                  <a:pt x="5021562" y="31601"/>
                  <a:pt x="5021227" y="30634"/>
                  <a:pt x="5021227" y="29393"/>
                </a:cubicBezTo>
                <a:cubicBezTo>
                  <a:pt x="5021227" y="28104"/>
                  <a:pt x="5021562" y="27111"/>
                  <a:pt x="5022232" y="26417"/>
                </a:cubicBezTo>
                <a:cubicBezTo>
                  <a:pt x="5022902" y="25722"/>
                  <a:pt x="5023856" y="25375"/>
                  <a:pt x="5025097" y="25375"/>
                </a:cubicBezTo>
                <a:close/>
                <a:moveTo>
                  <a:pt x="4910797" y="25375"/>
                </a:moveTo>
                <a:cubicBezTo>
                  <a:pt x="4912038" y="25375"/>
                  <a:pt x="4912993" y="25722"/>
                  <a:pt x="4913662" y="26417"/>
                </a:cubicBezTo>
                <a:cubicBezTo>
                  <a:pt x="4914332" y="27111"/>
                  <a:pt x="4914666" y="28079"/>
                  <a:pt x="4914666" y="29319"/>
                </a:cubicBezTo>
                <a:cubicBezTo>
                  <a:pt x="4914666" y="30609"/>
                  <a:pt x="4914332" y="31601"/>
                  <a:pt x="4913662" y="32296"/>
                </a:cubicBezTo>
                <a:cubicBezTo>
                  <a:pt x="4912993" y="32990"/>
                  <a:pt x="4912038" y="33337"/>
                  <a:pt x="4910797" y="33337"/>
                </a:cubicBezTo>
                <a:cubicBezTo>
                  <a:pt x="4909557" y="33337"/>
                  <a:pt x="4908602" y="32990"/>
                  <a:pt x="4907932" y="32296"/>
                </a:cubicBezTo>
                <a:cubicBezTo>
                  <a:pt x="4907262" y="31601"/>
                  <a:pt x="4906927" y="30634"/>
                  <a:pt x="4906927" y="29393"/>
                </a:cubicBezTo>
                <a:cubicBezTo>
                  <a:pt x="4906927" y="28104"/>
                  <a:pt x="4907262" y="27111"/>
                  <a:pt x="4907932" y="26417"/>
                </a:cubicBezTo>
                <a:cubicBezTo>
                  <a:pt x="4908602" y="25722"/>
                  <a:pt x="4909557" y="25375"/>
                  <a:pt x="4910797" y="25375"/>
                </a:cubicBezTo>
                <a:close/>
                <a:moveTo>
                  <a:pt x="4682197" y="25375"/>
                </a:moveTo>
                <a:cubicBezTo>
                  <a:pt x="4683437" y="25375"/>
                  <a:pt x="4684392" y="25722"/>
                  <a:pt x="4685062" y="26417"/>
                </a:cubicBezTo>
                <a:cubicBezTo>
                  <a:pt x="4685732" y="27111"/>
                  <a:pt x="4686066" y="28079"/>
                  <a:pt x="4686066" y="29319"/>
                </a:cubicBezTo>
                <a:cubicBezTo>
                  <a:pt x="4686066" y="30609"/>
                  <a:pt x="4685732" y="31601"/>
                  <a:pt x="4685062" y="32296"/>
                </a:cubicBezTo>
                <a:cubicBezTo>
                  <a:pt x="4684392" y="32990"/>
                  <a:pt x="4683437" y="33337"/>
                  <a:pt x="4682197" y="33337"/>
                </a:cubicBezTo>
                <a:cubicBezTo>
                  <a:pt x="4680957" y="33337"/>
                  <a:pt x="4680002" y="32990"/>
                  <a:pt x="4679332" y="32296"/>
                </a:cubicBezTo>
                <a:cubicBezTo>
                  <a:pt x="4678662" y="31601"/>
                  <a:pt x="4678327" y="30634"/>
                  <a:pt x="4678327" y="29393"/>
                </a:cubicBezTo>
                <a:cubicBezTo>
                  <a:pt x="4678327" y="28104"/>
                  <a:pt x="4678662" y="27111"/>
                  <a:pt x="4679332" y="26417"/>
                </a:cubicBezTo>
                <a:cubicBezTo>
                  <a:pt x="4680002" y="25722"/>
                  <a:pt x="4680957" y="25375"/>
                  <a:pt x="4682197" y="25375"/>
                </a:cubicBezTo>
                <a:close/>
                <a:moveTo>
                  <a:pt x="4386922" y="25375"/>
                </a:moveTo>
                <a:cubicBezTo>
                  <a:pt x="4388162" y="25375"/>
                  <a:pt x="4389117" y="25722"/>
                  <a:pt x="4389787" y="26417"/>
                </a:cubicBezTo>
                <a:cubicBezTo>
                  <a:pt x="4390457" y="27111"/>
                  <a:pt x="4390792" y="28079"/>
                  <a:pt x="4390792" y="29319"/>
                </a:cubicBezTo>
                <a:cubicBezTo>
                  <a:pt x="4390792" y="30609"/>
                  <a:pt x="4390457" y="31601"/>
                  <a:pt x="4389787" y="32296"/>
                </a:cubicBezTo>
                <a:cubicBezTo>
                  <a:pt x="4389117" y="32990"/>
                  <a:pt x="4388162" y="33337"/>
                  <a:pt x="4386922" y="33337"/>
                </a:cubicBezTo>
                <a:cubicBezTo>
                  <a:pt x="4385682" y="33337"/>
                  <a:pt x="4384727" y="32990"/>
                  <a:pt x="4384057" y="32296"/>
                </a:cubicBezTo>
                <a:cubicBezTo>
                  <a:pt x="4383387" y="31601"/>
                  <a:pt x="4383052" y="30634"/>
                  <a:pt x="4383052" y="29393"/>
                </a:cubicBezTo>
                <a:cubicBezTo>
                  <a:pt x="4383052" y="28104"/>
                  <a:pt x="4383387" y="27111"/>
                  <a:pt x="4384057" y="26417"/>
                </a:cubicBezTo>
                <a:cubicBezTo>
                  <a:pt x="4384727" y="25722"/>
                  <a:pt x="4385682" y="25375"/>
                  <a:pt x="4386922" y="25375"/>
                </a:cubicBezTo>
                <a:close/>
                <a:moveTo>
                  <a:pt x="4291672" y="25375"/>
                </a:moveTo>
                <a:cubicBezTo>
                  <a:pt x="4292912" y="25375"/>
                  <a:pt x="4293867" y="25722"/>
                  <a:pt x="4294537" y="26417"/>
                </a:cubicBezTo>
                <a:cubicBezTo>
                  <a:pt x="4295207" y="27111"/>
                  <a:pt x="4295541" y="28079"/>
                  <a:pt x="4295541" y="29319"/>
                </a:cubicBezTo>
                <a:cubicBezTo>
                  <a:pt x="4295541" y="30609"/>
                  <a:pt x="4295207" y="31601"/>
                  <a:pt x="4294537" y="32296"/>
                </a:cubicBezTo>
                <a:cubicBezTo>
                  <a:pt x="4293867" y="32990"/>
                  <a:pt x="4292912" y="33337"/>
                  <a:pt x="4291672" y="33337"/>
                </a:cubicBezTo>
                <a:cubicBezTo>
                  <a:pt x="4290432" y="33337"/>
                  <a:pt x="4289477" y="32990"/>
                  <a:pt x="4288807" y="32296"/>
                </a:cubicBezTo>
                <a:cubicBezTo>
                  <a:pt x="4288138" y="31601"/>
                  <a:pt x="4287803" y="30634"/>
                  <a:pt x="4287803" y="29393"/>
                </a:cubicBezTo>
                <a:cubicBezTo>
                  <a:pt x="4287803" y="28104"/>
                  <a:pt x="4288138" y="27111"/>
                  <a:pt x="4288807" y="26417"/>
                </a:cubicBezTo>
                <a:cubicBezTo>
                  <a:pt x="4289477" y="25722"/>
                  <a:pt x="4290432" y="25375"/>
                  <a:pt x="4291672" y="25375"/>
                </a:cubicBezTo>
                <a:close/>
                <a:moveTo>
                  <a:pt x="4120222" y="25375"/>
                </a:moveTo>
                <a:cubicBezTo>
                  <a:pt x="4121462" y="25375"/>
                  <a:pt x="4122417" y="25722"/>
                  <a:pt x="4123087" y="26417"/>
                </a:cubicBezTo>
                <a:cubicBezTo>
                  <a:pt x="4123756" y="27111"/>
                  <a:pt x="4124091" y="28079"/>
                  <a:pt x="4124091" y="29319"/>
                </a:cubicBezTo>
                <a:cubicBezTo>
                  <a:pt x="4124091" y="30609"/>
                  <a:pt x="4123756" y="31601"/>
                  <a:pt x="4123087" y="32296"/>
                </a:cubicBezTo>
                <a:cubicBezTo>
                  <a:pt x="4122417" y="32990"/>
                  <a:pt x="4121462" y="33337"/>
                  <a:pt x="4120222" y="33337"/>
                </a:cubicBezTo>
                <a:cubicBezTo>
                  <a:pt x="4118981" y="33337"/>
                  <a:pt x="4118027" y="32990"/>
                  <a:pt x="4117357" y="32296"/>
                </a:cubicBezTo>
                <a:cubicBezTo>
                  <a:pt x="4116687" y="31601"/>
                  <a:pt x="4116352" y="30634"/>
                  <a:pt x="4116352" y="29393"/>
                </a:cubicBezTo>
                <a:cubicBezTo>
                  <a:pt x="4116352" y="28104"/>
                  <a:pt x="4116687" y="27111"/>
                  <a:pt x="4117357" y="26417"/>
                </a:cubicBezTo>
                <a:cubicBezTo>
                  <a:pt x="4118027" y="25722"/>
                  <a:pt x="4118981" y="25375"/>
                  <a:pt x="4120222" y="25375"/>
                </a:cubicBezTo>
                <a:close/>
                <a:moveTo>
                  <a:pt x="3243923" y="25375"/>
                </a:moveTo>
                <a:cubicBezTo>
                  <a:pt x="3245163" y="25375"/>
                  <a:pt x="3246117" y="25722"/>
                  <a:pt x="3246787" y="26417"/>
                </a:cubicBezTo>
                <a:cubicBezTo>
                  <a:pt x="3247457" y="27111"/>
                  <a:pt x="3247792" y="28079"/>
                  <a:pt x="3247792" y="29319"/>
                </a:cubicBezTo>
                <a:cubicBezTo>
                  <a:pt x="3247792" y="30609"/>
                  <a:pt x="3247457" y="31601"/>
                  <a:pt x="3246787" y="32296"/>
                </a:cubicBezTo>
                <a:cubicBezTo>
                  <a:pt x="3246117" y="32990"/>
                  <a:pt x="3245163" y="33337"/>
                  <a:pt x="3243923" y="33337"/>
                </a:cubicBezTo>
                <a:cubicBezTo>
                  <a:pt x="3242683" y="33337"/>
                  <a:pt x="3241727" y="32990"/>
                  <a:pt x="3241058" y="32296"/>
                </a:cubicBezTo>
                <a:cubicBezTo>
                  <a:pt x="3240388" y="31601"/>
                  <a:pt x="3240053" y="30634"/>
                  <a:pt x="3240053" y="29393"/>
                </a:cubicBezTo>
                <a:cubicBezTo>
                  <a:pt x="3240053" y="28104"/>
                  <a:pt x="3240388" y="27111"/>
                  <a:pt x="3241058" y="26417"/>
                </a:cubicBezTo>
                <a:cubicBezTo>
                  <a:pt x="3241727" y="25722"/>
                  <a:pt x="3242683" y="25375"/>
                  <a:pt x="3243923" y="25375"/>
                </a:cubicBezTo>
                <a:close/>
                <a:moveTo>
                  <a:pt x="2853398" y="25375"/>
                </a:moveTo>
                <a:cubicBezTo>
                  <a:pt x="2854637" y="25375"/>
                  <a:pt x="2855593" y="25722"/>
                  <a:pt x="2856262" y="26417"/>
                </a:cubicBezTo>
                <a:cubicBezTo>
                  <a:pt x="2856932" y="27111"/>
                  <a:pt x="2857267" y="28079"/>
                  <a:pt x="2857267" y="29319"/>
                </a:cubicBezTo>
                <a:cubicBezTo>
                  <a:pt x="2857267" y="30609"/>
                  <a:pt x="2856932" y="31601"/>
                  <a:pt x="2856262" y="32296"/>
                </a:cubicBezTo>
                <a:cubicBezTo>
                  <a:pt x="2855593" y="32990"/>
                  <a:pt x="2854637" y="33337"/>
                  <a:pt x="2853398" y="33337"/>
                </a:cubicBezTo>
                <a:cubicBezTo>
                  <a:pt x="2852157" y="33337"/>
                  <a:pt x="2851202" y="32990"/>
                  <a:pt x="2850533" y="32296"/>
                </a:cubicBezTo>
                <a:cubicBezTo>
                  <a:pt x="2849863" y="31601"/>
                  <a:pt x="2849528" y="30634"/>
                  <a:pt x="2849528" y="29393"/>
                </a:cubicBezTo>
                <a:cubicBezTo>
                  <a:pt x="2849528" y="28104"/>
                  <a:pt x="2849863" y="27111"/>
                  <a:pt x="2850533" y="26417"/>
                </a:cubicBezTo>
                <a:cubicBezTo>
                  <a:pt x="2851202" y="25722"/>
                  <a:pt x="2852157" y="25375"/>
                  <a:pt x="2853398" y="25375"/>
                </a:cubicBezTo>
                <a:close/>
                <a:moveTo>
                  <a:pt x="1948523" y="25375"/>
                </a:moveTo>
                <a:cubicBezTo>
                  <a:pt x="1949763" y="25375"/>
                  <a:pt x="1950718" y="25722"/>
                  <a:pt x="1951388" y="26417"/>
                </a:cubicBezTo>
                <a:cubicBezTo>
                  <a:pt x="1952058" y="27111"/>
                  <a:pt x="1952392" y="28079"/>
                  <a:pt x="1952392" y="29319"/>
                </a:cubicBezTo>
                <a:cubicBezTo>
                  <a:pt x="1952392" y="30609"/>
                  <a:pt x="1952058" y="31601"/>
                  <a:pt x="1951388" y="32296"/>
                </a:cubicBezTo>
                <a:cubicBezTo>
                  <a:pt x="1950718" y="32990"/>
                  <a:pt x="1949763" y="33337"/>
                  <a:pt x="1948523" y="33337"/>
                </a:cubicBezTo>
                <a:cubicBezTo>
                  <a:pt x="1947283" y="33337"/>
                  <a:pt x="1946328" y="32990"/>
                  <a:pt x="1945658" y="32296"/>
                </a:cubicBezTo>
                <a:cubicBezTo>
                  <a:pt x="1944988" y="31601"/>
                  <a:pt x="1944653" y="30634"/>
                  <a:pt x="1944653" y="29393"/>
                </a:cubicBezTo>
                <a:cubicBezTo>
                  <a:pt x="1944653" y="28104"/>
                  <a:pt x="1944988" y="27111"/>
                  <a:pt x="1945658" y="26417"/>
                </a:cubicBezTo>
                <a:cubicBezTo>
                  <a:pt x="1946328" y="25722"/>
                  <a:pt x="1947283" y="25375"/>
                  <a:pt x="1948523" y="25375"/>
                </a:cubicBezTo>
                <a:close/>
                <a:moveTo>
                  <a:pt x="1700872" y="25375"/>
                </a:moveTo>
                <a:cubicBezTo>
                  <a:pt x="1702113" y="25375"/>
                  <a:pt x="1703068" y="25722"/>
                  <a:pt x="1703738" y="26417"/>
                </a:cubicBezTo>
                <a:cubicBezTo>
                  <a:pt x="1704408" y="27111"/>
                  <a:pt x="1704742" y="28079"/>
                  <a:pt x="1704742" y="29319"/>
                </a:cubicBezTo>
                <a:cubicBezTo>
                  <a:pt x="1704742" y="30609"/>
                  <a:pt x="1704408" y="31601"/>
                  <a:pt x="1703738" y="32296"/>
                </a:cubicBezTo>
                <a:cubicBezTo>
                  <a:pt x="1703068" y="32990"/>
                  <a:pt x="1702113" y="33337"/>
                  <a:pt x="1700872" y="33337"/>
                </a:cubicBezTo>
                <a:cubicBezTo>
                  <a:pt x="1699633" y="33337"/>
                  <a:pt x="1698678" y="32990"/>
                  <a:pt x="1698008" y="32296"/>
                </a:cubicBezTo>
                <a:cubicBezTo>
                  <a:pt x="1697338" y="31601"/>
                  <a:pt x="1697003" y="30634"/>
                  <a:pt x="1697003" y="29393"/>
                </a:cubicBezTo>
                <a:cubicBezTo>
                  <a:pt x="1697003" y="28104"/>
                  <a:pt x="1697338" y="27111"/>
                  <a:pt x="1698008" y="26417"/>
                </a:cubicBezTo>
                <a:cubicBezTo>
                  <a:pt x="1698678" y="25722"/>
                  <a:pt x="1699633" y="25375"/>
                  <a:pt x="1700872" y="25375"/>
                </a:cubicBezTo>
                <a:close/>
                <a:moveTo>
                  <a:pt x="1605623" y="25375"/>
                </a:moveTo>
                <a:cubicBezTo>
                  <a:pt x="1606863" y="25375"/>
                  <a:pt x="1607817" y="25722"/>
                  <a:pt x="1608487" y="26417"/>
                </a:cubicBezTo>
                <a:cubicBezTo>
                  <a:pt x="1609157" y="27111"/>
                  <a:pt x="1609492" y="28079"/>
                  <a:pt x="1609492" y="29319"/>
                </a:cubicBezTo>
                <a:cubicBezTo>
                  <a:pt x="1609492" y="30609"/>
                  <a:pt x="1609157" y="31601"/>
                  <a:pt x="1608487" y="32296"/>
                </a:cubicBezTo>
                <a:cubicBezTo>
                  <a:pt x="1607817" y="32990"/>
                  <a:pt x="1606863" y="33337"/>
                  <a:pt x="1605623" y="33337"/>
                </a:cubicBezTo>
                <a:cubicBezTo>
                  <a:pt x="1604383" y="33337"/>
                  <a:pt x="1603427" y="32990"/>
                  <a:pt x="1602758" y="32296"/>
                </a:cubicBezTo>
                <a:cubicBezTo>
                  <a:pt x="1602088" y="31601"/>
                  <a:pt x="1601753" y="30634"/>
                  <a:pt x="1601753" y="29393"/>
                </a:cubicBezTo>
                <a:cubicBezTo>
                  <a:pt x="1601753" y="28104"/>
                  <a:pt x="1602088" y="27111"/>
                  <a:pt x="1602758" y="26417"/>
                </a:cubicBezTo>
                <a:cubicBezTo>
                  <a:pt x="1603427" y="25722"/>
                  <a:pt x="1604383" y="25375"/>
                  <a:pt x="1605623" y="25375"/>
                </a:cubicBezTo>
                <a:close/>
                <a:moveTo>
                  <a:pt x="1329397" y="25375"/>
                </a:moveTo>
                <a:cubicBezTo>
                  <a:pt x="1330638" y="25375"/>
                  <a:pt x="1331593" y="25722"/>
                  <a:pt x="1332263" y="26417"/>
                </a:cubicBezTo>
                <a:cubicBezTo>
                  <a:pt x="1332933" y="27111"/>
                  <a:pt x="1333267" y="28079"/>
                  <a:pt x="1333267" y="29319"/>
                </a:cubicBezTo>
                <a:cubicBezTo>
                  <a:pt x="1333267" y="30609"/>
                  <a:pt x="1332933" y="31601"/>
                  <a:pt x="1332263" y="32296"/>
                </a:cubicBezTo>
                <a:cubicBezTo>
                  <a:pt x="1331593" y="32990"/>
                  <a:pt x="1330638" y="33337"/>
                  <a:pt x="1329397" y="33337"/>
                </a:cubicBezTo>
                <a:cubicBezTo>
                  <a:pt x="1328157" y="33337"/>
                  <a:pt x="1327203" y="32990"/>
                  <a:pt x="1326533" y="32296"/>
                </a:cubicBezTo>
                <a:cubicBezTo>
                  <a:pt x="1325863" y="31601"/>
                  <a:pt x="1325528" y="30634"/>
                  <a:pt x="1325528" y="29393"/>
                </a:cubicBezTo>
                <a:cubicBezTo>
                  <a:pt x="1325528" y="28104"/>
                  <a:pt x="1325863" y="27111"/>
                  <a:pt x="1326533" y="26417"/>
                </a:cubicBezTo>
                <a:cubicBezTo>
                  <a:pt x="1327203" y="25722"/>
                  <a:pt x="1328157" y="25375"/>
                  <a:pt x="1329397" y="25375"/>
                </a:cubicBezTo>
                <a:close/>
                <a:moveTo>
                  <a:pt x="984861" y="24659"/>
                </a:moveTo>
                <a:lnTo>
                  <a:pt x="996934" y="24659"/>
                </a:lnTo>
                <a:lnTo>
                  <a:pt x="996934" y="80218"/>
                </a:lnTo>
                <a:lnTo>
                  <a:pt x="984861" y="80218"/>
                </a:lnTo>
                <a:close/>
                <a:moveTo>
                  <a:pt x="775310" y="24659"/>
                </a:moveTo>
                <a:lnTo>
                  <a:pt x="787384" y="24659"/>
                </a:lnTo>
                <a:lnTo>
                  <a:pt x="787384" y="80218"/>
                </a:lnTo>
                <a:lnTo>
                  <a:pt x="775310" y="80218"/>
                </a:lnTo>
                <a:close/>
                <a:moveTo>
                  <a:pt x="626194" y="24659"/>
                </a:moveTo>
                <a:lnTo>
                  <a:pt x="638575" y="24659"/>
                </a:lnTo>
                <a:lnTo>
                  <a:pt x="651058" y="67121"/>
                </a:lnTo>
                <a:lnTo>
                  <a:pt x="663336" y="24659"/>
                </a:lnTo>
                <a:lnTo>
                  <a:pt x="675614" y="24659"/>
                </a:lnTo>
                <a:lnTo>
                  <a:pt x="658015" y="78172"/>
                </a:lnTo>
                <a:cubicBezTo>
                  <a:pt x="656037" y="84243"/>
                  <a:pt x="652848" y="89239"/>
                  <a:pt x="648449" y="93162"/>
                </a:cubicBezTo>
                <a:cubicBezTo>
                  <a:pt x="644049" y="97084"/>
                  <a:pt x="638097" y="100273"/>
                  <a:pt x="630594" y="102728"/>
                </a:cubicBezTo>
                <a:lnTo>
                  <a:pt x="626501" y="92497"/>
                </a:lnTo>
                <a:cubicBezTo>
                  <a:pt x="631276" y="90791"/>
                  <a:pt x="635079" y="88984"/>
                  <a:pt x="637910" y="87074"/>
                </a:cubicBezTo>
                <a:cubicBezTo>
                  <a:pt x="640740" y="85164"/>
                  <a:pt x="643008" y="82913"/>
                  <a:pt x="644714" y="80321"/>
                </a:cubicBezTo>
                <a:close/>
                <a:moveTo>
                  <a:pt x="565760" y="24659"/>
                </a:moveTo>
                <a:lnTo>
                  <a:pt x="577834" y="24659"/>
                </a:lnTo>
                <a:lnTo>
                  <a:pt x="577834" y="80218"/>
                </a:lnTo>
                <a:lnTo>
                  <a:pt x="565760" y="80218"/>
                </a:lnTo>
                <a:close/>
                <a:moveTo>
                  <a:pt x="451460" y="24659"/>
                </a:moveTo>
                <a:lnTo>
                  <a:pt x="463534" y="24659"/>
                </a:lnTo>
                <a:lnTo>
                  <a:pt x="463534" y="80218"/>
                </a:lnTo>
                <a:lnTo>
                  <a:pt x="451460" y="80218"/>
                </a:lnTo>
                <a:close/>
                <a:moveTo>
                  <a:pt x="213335" y="24659"/>
                </a:moveTo>
                <a:lnTo>
                  <a:pt x="225409" y="24659"/>
                </a:lnTo>
                <a:lnTo>
                  <a:pt x="225409" y="80218"/>
                </a:lnTo>
                <a:lnTo>
                  <a:pt x="213335" y="80218"/>
                </a:lnTo>
                <a:close/>
                <a:moveTo>
                  <a:pt x="1191211" y="23533"/>
                </a:moveTo>
                <a:cubicBezTo>
                  <a:pt x="1193598" y="23533"/>
                  <a:pt x="1195712" y="23977"/>
                  <a:pt x="1197554" y="24863"/>
                </a:cubicBezTo>
                <a:lnTo>
                  <a:pt x="1195099" y="36323"/>
                </a:lnTo>
                <a:cubicBezTo>
                  <a:pt x="1193052" y="35641"/>
                  <a:pt x="1190836" y="35300"/>
                  <a:pt x="1188448" y="35300"/>
                </a:cubicBezTo>
                <a:cubicBezTo>
                  <a:pt x="1185992" y="35300"/>
                  <a:pt x="1183912" y="35743"/>
                  <a:pt x="1182207" y="36630"/>
                </a:cubicBezTo>
                <a:cubicBezTo>
                  <a:pt x="1180501" y="37517"/>
                  <a:pt x="1179000" y="38949"/>
                  <a:pt x="1177704" y="40928"/>
                </a:cubicBezTo>
                <a:lnTo>
                  <a:pt x="1177704" y="80218"/>
                </a:lnTo>
                <a:lnTo>
                  <a:pt x="1165631" y="80218"/>
                </a:lnTo>
                <a:lnTo>
                  <a:pt x="1165631" y="24659"/>
                </a:lnTo>
                <a:lnTo>
                  <a:pt x="1176579" y="24659"/>
                </a:lnTo>
                <a:lnTo>
                  <a:pt x="1176579" y="33151"/>
                </a:lnTo>
                <a:cubicBezTo>
                  <a:pt x="1179990" y="26739"/>
                  <a:pt x="1184867" y="23533"/>
                  <a:pt x="1191211" y="23533"/>
                </a:cubicBezTo>
                <a:close/>
                <a:moveTo>
                  <a:pt x="819847" y="23431"/>
                </a:moveTo>
                <a:cubicBezTo>
                  <a:pt x="823122" y="23431"/>
                  <a:pt x="826396" y="23840"/>
                  <a:pt x="829670" y="24659"/>
                </a:cubicBezTo>
                <a:cubicBezTo>
                  <a:pt x="832944" y="25477"/>
                  <a:pt x="835911" y="26603"/>
                  <a:pt x="838571" y="28035"/>
                </a:cubicBezTo>
                <a:lnTo>
                  <a:pt x="833967" y="37756"/>
                </a:lnTo>
                <a:cubicBezTo>
                  <a:pt x="829192" y="35300"/>
                  <a:pt x="824418" y="34072"/>
                  <a:pt x="819643" y="34072"/>
                </a:cubicBezTo>
                <a:cubicBezTo>
                  <a:pt x="813777" y="34072"/>
                  <a:pt x="810843" y="35948"/>
                  <a:pt x="810843" y="39700"/>
                </a:cubicBezTo>
                <a:cubicBezTo>
                  <a:pt x="810843" y="41200"/>
                  <a:pt x="811423" y="42445"/>
                  <a:pt x="812583" y="43434"/>
                </a:cubicBezTo>
                <a:cubicBezTo>
                  <a:pt x="813742" y="44424"/>
                  <a:pt x="815550" y="45225"/>
                  <a:pt x="818005" y="45839"/>
                </a:cubicBezTo>
                <a:lnTo>
                  <a:pt x="825270" y="47578"/>
                </a:lnTo>
                <a:cubicBezTo>
                  <a:pt x="830454" y="48806"/>
                  <a:pt x="834206" y="50682"/>
                  <a:pt x="836525" y="53206"/>
                </a:cubicBezTo>
                <a:cubicBezTo>
                  <a:pt x="838845" y="55730"/>
                  <a:pt x="840005" y="59175"/>
                  <a:pt x="840005" y="63540"/>
                </a:cubicBezTo>
                <a:cubicBezTo>
                  <a:pt x="840005" y="69202"/>
                  <a:pt x="838128" y="73602"/>
                  <a:pt x="834377" y="76739"/>
                </a:cubicBezTo>
                <a:cubicBezTo>
                  <a:pt x="830625" y="79877"/>
                  <a:pt x="825339" y="81446"/>
                  <a:pt x="818517" y="81446"/>
                </a:cubicBezTo>
                <a:cubicBezTo>
                  <a:pt x="814765" y="81446"/>
                  <a:pt x="811133" y="80969"/>
                  <a:pt x="807620" y="80014"/>
                </a:cubicBezTo>
                <a:cubicBezTo>
                  <a:pt x="804107" y="79059"/>
                  <a:pt x="801021" y="77728"/>
                  <a:pt x="798360" y="76023"/>
                </a:cubicBezTo>
                <a:lnTo>
                  <a:pt x="802555" y="66200"/>
                </a:lnTo>
                <a:cubicBezTo>
                  <a:pt x="807603" y="69270"/>
                  <a:pt x="812923" y="70805"/>
                  <a:pt x="818517" y="70805"/>
                </a:cubicBezTo>
                <a:cubicBezTo>
                  <a:pt x="825066" y="70805"/>
                  <a:pt x="828340" y="68758"/>
                  <a:pt x="828340" y="64666"/>
                </a:cubicBezTo>
                <a:cubicBezTo>
                  <a:pt x="828340" y="63029"/>
                  <a:pt x="827777" y="61698"/>
                  <a:pt x="826651" y="60675"/>
                </a:cubicBezTo>
                <a:cubicBezTo>
                  <a:pt x="825526" y="59652"/>
                  <a:pt x="823735" y="58834"/>
                  <a:pt x="821280" y="58220"/>
                </a:cubicBezTo>
                <a:lnTo>
                  <a:pt x="814015" y="56480"/>
                </a:lnTo>
                <a:cubicBezTo>
                  <a:pt x="808899" y="55321"/>
                  <a:pt x="805164" y="53496"/>
                  <a:pt x="802811" y="51006"/>
                </a:cubicBezTo>
                <a:cubicBezTo>
                  <a:pt x="800458" y="48516"/>
                  <a:pt x="799281" y="45123"/>
                  <a:pt x="799281" y="40825"/>
                </a:cubicBezTo>
                <a:cubicBezTo>
                  <a:pt x="799281" y="35368"/>
                  <a:pt x="801072" y="31105"/>
                  <a:pt x="804653" y="28035"/>
                </a:cubicBezTo>
                <a:cubicBezTo>
                  <a:pt x="808234" y="24966"/>
                  <a:pt x="813299" y="23431"/>
                  <a:pt x="819847" y="23431"/>
                </a:cubicBezTo>
                <a:close/>
                <a:moveTo>
                  <a:pt x="1128945" y="23329"/>
                </a:moveTo>
                <a:cubicBezTo>
                  <a:pt x="1136312" y="23329"/>
                  <a:pt x="1142042" y="25682"/>
                  <a:pt x="1146135" y="30389"/>
                </a:cubicBezTo>
                <a:cubicBezTo>
                  <a:pt x="1150227" y="35095"/>
                  <a:pt x="1152274" y="41678"/>
                  <a:pt x="1152274" y="50136"/>
                </a:cubicBezTo>
                <a:cubicBezTo>
                  <a:pt x="1152274" y="52251"/>
                  <a:pt x="1152103" y="54263"/>
                  <a:pt x="1151762" y="56173"/>
                </a:cubicBezTo>
                <a:lnTo>
                  <a:pt x="1117076" y="56173"/>
                </a:lnTo>
                <a:cubicBezTo>
                  <a:pt x="1118031" y="65723"/>
                  <a:pt x="1122976" y="70498"/>
                  <a:pt x="1131912" y="70498"/>
                </a:cubicBezTo>
                <a:cubicBezTo>
                  <a:pt x="1136755" y="70498"/>
                  <a:pt x="1141291" y="69304"/>
                  <a:pt x="1145520" y="66917"/>
                </a:cubicBezTo>
                <a:lnTo>
                  <a:pt x="1149920" y="76023"/>
                </a:lnTo>
                <a:cubicBezTo>
                  <a:pt x="1147396" y="77728"/>
                  <a:pt x="1144446" y="79059"/>
                  <a:pt x="1141070" y="80014"/>
                </a:cubicBezTo>
                <a:cubicBezTo>
                  <a:pt x="1137693" y="80969"/>
                  <a:pt x="1134231" y="81446"/>
                  <a:pt x="1130684" y="81446"/>
                </a:cubicBezTo>
                <a:cubicBezTo>
                  <a:pt x="1122430" y="81446"/>
                  <a:pt x="1116052" y="78905"/>
                  <a:pt x="1111550" y="73823"/>
                </a:cubicBezTo>
                <a:cubicBezTo>
                  <a:pt x="1107048" y="68741"/>
                  <a:pt x="1104798" y="61630"/>
                  <a:pt x="1104798" y="52490"/>
                </a:cubicBezTo>
                <a:cubicBezTo>
                  <a:pt x="1104798" y="43213"/>
                  <a:pt x="1106912" y="36033"/>
                  <a:pt x="1111141" y="30951"/>
                </a:cubicBezTo>
                <a:cubicBezTo>
                  <a:pt x="1115371" y="25870"/>
                  <a:pt x="1121305" y="23329"/>
                  <a:pt x="1128945" y="23329"/>
                </a:cubicBezTo>
                <a:close/>
                <a:moveTo>
                  <a:pt x="1040653" y="23329"/>
                </a:moveTo>
                <a:cubicBezTo>
                  <a:pt x="1044131" y="23329"/>
                  <a:pt x="1047116" y="24079"/>
                  <a:pt x="1049606" y="25580"/>
                </a:cubicBezTo>
                <a:cubicBezTo>
                  <a:pt x="1052095" y="27080"/>
                  <a:pt x="1053954" y="29263"/>
                  <a:pt x="1055182" y="32128"/>
                </a:cubicBezTo>
                <a:cubicBezTo>
                  <a:pt x="1059956" y="26262"/>
                  <a:pt x="1065618" y="23329"/>
                  <a:pt x="1072167" y="23329"/>
                </a:cubicBezTo>
                <a:cubicBezTo>
                  <a:pt x="1077283" y="23329"/>
                  <a:pt x="1081273" y="24915"/>
                  <a:pt x="1084138" y="28087"/>
                </a:cubicBezTo>
                <a:cubicBezTo>
                  <a:pt x="1087003" y="31258"/>
                  <a:pt x="1088435" y="35709"/>
                  <a:pt x="1088435" y="41439"/>
                </a:cubicBezTo>
                <a:lnTo>
                  <a:pt x="1088435" y="80218"/>
                </a:lnTo>
                <a:lnTo>
                  <a:pt x="1076362" y="80218"/>
                </a:lnTo>
                <a:lnTo>
                  <a:pt x="1076362" y="42974"/>
                </a:lnTo>
                <a:cubicBezTo>
                  <a:pt x="1076362" y="37449"/>
                  <a:pt x="1073497" y="34686"/>
                  <a:pt x="1067767" y="34686"/>
                </a:cubicBezTo>
                <a:cubicBezTo>
                  <a:pt x="1065789" y="34686"/>
                  <a:pt x="1063930" y="35027"/>
                  <a:pt x="1062191" y="35709"/>
                </a:cubicBezTo>
                <a:cubicBezTo>
                  <a:pt x="1060451" y="36391"/>
                  <a:pt x="1058661" y="37517"/>
                  <a:pt x="1056819" y="39086"/>
                </a:cubicBezTo>
                <a:cubicBezTo>
                  <a:pt x="1056887" y="39563"/>
                  <a:pt x="1056921" y="40348"/>
                  <a:pt x="1056921" y="41439"/>
                </a:cubicBezTo>
                <a:lnTo>
                  <a:pt x="1056921" y="80218"/>
                </a:lnTo>
                <a:lnTo>
                  <a:pt x="1044848" y="80218"/>
                </a:lnTo>
                <a:lnTo>
                  <a:pt x="1044848" y="42974"/>
                </a:lnTo>
                <a:cubicBezTo>
                  <a:pt x="1044848" y="37449"/>
                  <a:pt x="1041983" y="34686"/>
                  <a:pt x="1036253" y="34686"/>
                </a:cubicBezTo>
                <a:cubicBezTo>
                  <a:pt x="1032569" y="34686"/>
                  <a:pt x="1028920" y="36085"/>
                  <a:pt x="1025305" y="38881"/>
                </a:cubicBezTo>
                <a:lnTo>
                  <a:pt x="1025305" y="80218"/>
                </a:lnTo>
                <a:lnTo>
                  <a:pt x="1013231" y="80218"/>
                </a:lnTo>
                <a:lnTo>
                  <a:pt x="1013231" y="24659"/>
                </a:lnTo>
                <a:lnTo>
                  <a:pt x="1024179" y="24659"/>
                </a:lnTo>
                <a:lnTo>
                  <a:pt x="1024179" y="31412"/>
                </a:lnTo>
                <a:cubicBezTo>
                  <a:pt x="1028681" y="26023"/>
                  <a:pt x="1034172" y="23329"/>
                  <a:pt x="1040653" y="23329"/>
                </a:cubicBezTo>
                <a:close/>
                <a:moveTo>
                  <a:pt x="945821" y="23329"/>
                </a:moveTo>
                <a:cubicBezTo>
                  <a:pt x="952438" y="23329"/>
                  <a:pt x="957605" y="24898"/>
                  <a:pt x="961322" y="28035"/>
                </a:cubicBezTo>
                <a:cubicBezTo>
                  <a:pt x="965040" y="31173"/>
                  <a:pt x="966899" y="35641"/>
                  <a:pt x="966899" y="41439"/>
                </a:cubicBezTo>
                <a:lnTo>
                  <a:pt x="966899" y="80218"/>
                </a:lnTo>
                <a:lnTo>
                  <a:pt x="956053" y="80218"/>
                </a:lnTo>
                <a:lnTo>
                  <a:pt x="956053" y="72442"/>
                </a:lnTo>
                <a:cubicBezTo>
                  <a:pt x="952574" y="78376"/>
                  <a:pt x="947083" y="81344"/>
                  <a:pt x="939579" y="81344"/>
                </a:cubicBezTo>
                <a:cubicBezTo>
                  <a:pt x="934191" y="81344"/>
                  <a:pt x="930030" y="79877"/>
                  <a:pt x="927096" y="76944"/>
                </a:cubicBezTo>
                <a:cubicBezTo>
                  <a:pt x="924163" y="74011"/>
                  <a:pt x="922697" y="69918"/>
                  <a:pt x="922697" y="64666"/>
                </a:cubicBezTo>
                <a:cubicBezTo>
                  <a:pt x="922697" y="58049"/>
                  <a:pt x="925272" y="53189"/>
                  <a:pt x="930422" y="50085"/>
                </a:cubicBezTo>
                <a:cubicBezTo>
                  <a:pt x="935572" y="46982"/>
                  <a:pt x="943740" y="45396"/>
                  <a:pt x="954927" y="45327"/>
                </a:cubicBezTo>
                <a:lnTo>
                  <a:pt x="954927" y="42769"/>
                </a:lnTo>
                <a:cubicBezTo>
                  <a:pt x="954927" y="37039"/>
                  <a:pt x="951210" y="34175"/>
                  <a:pt x="943775" y="34175"/>
                </a:cubicBezTo>
                <a:cubicBezTo>
                  <a:pt x="939409" y="34175"/>
                  <a:pt x="935077" y="35130"/>
                  <a:pt x="930780" y="37039"/>
                </a:cubicBezTo>
                <a:lnTo>
                  <a:pt x="927710" y="27626"/>
                </a:lnTo>
                <a:cubicBezTo>
                  <a:pt x="933645" y="24761"/>
                  <a:pt x="939682" y="23329"/>
                  <a:pt x="945821" y="23329"/>
                </a:cubicBezTo>
                <a:close/>
                <a:moveTo>
                  <a:pt x="873100" y="23329"/>
                </a:moveTo>
                <a:cubicBezTo>
                  <a:pt x="876101" y="23329"/>
                  <a:pt x="879051" y="23755"/>
                  <a:pt x="881950" y="24608"/>
                </a:cubicBezTo>
                <a:cubicBezTo>
                  <a:pt x="884849" y="25460"/>
                  <a:pt x="887390" y="26671"/>
                  <a:pt x="889573" y="28240"/>
                </a:cubicBezTo>
                <a:lnTo>
                  <a:pt x="885173" y="37653"/>
                </a:lnTo>
                <a:cubicBezTo>
                  <a:pt x="880603" y="35471"/>
                  <a:pt x="876510" y="34379"/>
                  <a:pt x="872895" y="34379"/>
                </a:cubicBezTo>
                <a:cubicBezTo>
                  <a:pt x="868734" y="34379"/>
                  <a:pt x="865511" y="35948"/>
                  <a:pt x="863226" y="39086"/>
                </a:cubicBezTo>
                <a:cubicBezTo>
                  <a:pt x="860941" y="42224"/>
                  <a:pt x="859798" y="46623"/>
                  <a:pt x="859798" y="52285"/>
                </a:cubicBezTo>
                <a:cubicBezTo>
                  <a:pt x="859798" y="64359"/>
                  <a:pt x="864607" y="70396"/>
                  <a:pt x="874225" y="70396"/>
                </a:cubicBezTo>
                <a:cubicBezTo>
                  <a:pt x="878045" y="70396"/>
                  <a:pt x="881968" y="69338"/>
                  <a:pt x="885992" y="67224"/>
                </a:cubicBezTo>
                <a:lnTo>
                  <a:pt x="890187" y="76535"/>
                </a:lnTo>
                <a:cubicBezTo>
                  <a:pt x="885753" y="79809"/>
                  <a:pt x="880228" y="81446"/>
                  <a:pt x="873611" y="81446"/>
                </a:cubicBezTo>
                <a:cubicBezTo>
                  <a:pt x="865290" y="81446"/>
                  <a:pt x="858843" y="78956"/>
                  <a:pt x="854273" y="73977"/>
                </a:cubicBezTo>
                <a:cubicBezTo>
                  <a:pt x="849703" y="68997"/>
                  <a:pt x="847417" y="62005"/>
                  <a:pt x="847417" y="53001"/>
                </a:cubicBezTo>
                <a:cubicBezTo>
                  <a:pt x="847417" y="47067"/>
                  <a:pt x="848475" y="41866"/>
                  <a:pt x="850590" y="37398"/>
                </a:cubicBezTo>
                <a:cubicBezTo>
                  <a:pt x="852704" y="32930"/>
                  <a:pt x="855706" y="29468"/>
                  <a:pt x="859594" y="27012"/>
                </a:cubicBezTo>
                <a:cubicBezTo>
                  <a:pt x="863482" y="24557"/>
                  <a:pt x="867984" y="23329"/>
                  <a:pt x="873100" y="23329"/>
                </a:cubicBezTo>
                <a:close/>
                <a:moveTo>
                  <a:pt x="498146" y="23329"/>
                </a:moveTo>
                <a:cubicBezTo>
                  <a:pt x="504763" y="23329"/>
                  <a:pt x="509930" y="24898"/>
                  <a:pt x="513647" y="28035"/>
                </a:cubicBezTo>
                <a:cubicBezTo>
                  <a:pt x="517365" y="31173"/>
                  <a:pt x="519224" y="35641"/>
                  <a:pt x="519224" y="41439"/>
                </a:cubicBezTo>
                <a:lnTo>
                  <a:pt x="519224" y="80218"/>
                </a:lnTo>
                <a:lnTo>
                  <a:pt x="508378" y="80218"/>
                </a:lnTo>
                <a:lnTo>
                  <a:pt x="508378" y="72442"/>
                </a:lnTo>
                <a:cubicBezTo>
                  <a:pt x="504899" y="78376"/>
                  <a:pt x="499408" y="81344"/>
                  <a:pt x="491904" y="81344"/>
                </a:cubicBezTo>
                <a:cubicBezTo>
                  <a:pt x="486516" y="81344"/>
                  <a:pt x="482355" y="79877"/>
                  <a:pt x="479422" y="76944"/>
                </a:cubicBezTo>
                <a:cubicBezTo>
                  <a:pt x="476488" y="74011"/>
                  <a:pt x="475022" y="69918"/>
                  <a:pt x="475022" y="64666"/>
                </a:cubicBezTo>
                <a:cubicBezTo>
                  <a:pt x="475022" y="58049"/>
                  <a:pt x="477597" y="53189"/>
                  <a:pt x="482747" y="50085"/>
                </a:cubicBezTo>
                <a:cubicBezTo>
                  <a:pt x="487897" y="46982"/>
                  <a:pt x="496065" y="45396"/>
                  <a:pt x="507252" y="45327"/>
                </a:cubicBezTo>
                <a:lnTo>
                  <a:pt x="507252" y="42769"/>
                </a:lnTo>
                <a:cubicBezTo>
                  <a:pt x="507252" y="37039"/>
                  <a:pt x="503535" y="34175"/>
                  <a:pt x="496099" y="34175"/>
                </a:cubicBezTo>
                <a:cubicBezTo>
                  <a:pt x="491734" y="34175"/>
                  <a:pt x="487403" y="35130"/>
                  <a:pt x="483105" y="37039"/>
                </a:cubicBezTo>
                <a:lnTo>
                  <a:pt x="480035" y="27626"/>
                </a:lnTo>
                <a:cubicBezTo>
                  <a:pt x="485970" y="24761"/>
                  <a:pt x="492007" y="23329"/>
                  <a:pt x="498146" y="23329"/>
                </a:cubicBezTo>
                <a:close/>
                <a:moveTo>
                  <a:pt x="383734" y="23329"/>
                </a:moveTo>
                <a:cubicBezTo>
                  <a:pt x="389055" y="23329"/>
                  <a:pt x="393182" y="24915"/>
                  <a:pt x="396115" y="28087"/>
                </a:cubicBezTo>
                <a:cubicBezTo>
                  <a:pt x="399048" y="31258"/>
                  <a:pt x="400515" y="35709"/>
                  <a:pt x="400515" y="41439"/>
                </a:cubicBezTo>
                <a:lnTo>
                  <a:pt x="400515" y="80218"/>
                </a:lnTo>
                <a:lnTo>
                  <a:pt x="388441" y="80218"/>
                </a:lnTo>
                <a:lnTo>
                  <a:pt x="388441" y="42974"/>
                </a:lnTo>
                <a:cubicBezTo>
                  <a:pt x="388441" y="37449"/>
                  <a:pt x="385405" y="34686"/>
                  <a:pt x="379335" y="34686"/>
                </a:cubicBezTo>
                <a:cubicBezTo>
                  <a:pt x="375310" y="34686"/>
                  <a:pt x="371558" y="36085"/>
                  <a:pt x="368079" y="38881"/>
                </a:cubicBezTo>
                <a:lnTo>
                  <a:pt x="368079" y="80218"/>
                </a:lnTo>
                <a:lnTo>
                  <a:pt x="356006" y="80218"/>
                </a:lnTo>
                <a:lnTo>
                  <a:pt x="356006" y="24659"/>
                </a:lnTo>
                <a:lnTo>
                  <a:pt x="366954" y="24659"/>
                </a:lnTo>
                <a:lnTo>
                  <a:pt x="366954" y="31412"/>
                </a:lnTo>
                <a:cubicBezTo>
                  <a:pt x="371456" y="26023"/>
                  <a:pt x="377050" y="23329"/>
                  <a:pt x="383734" y="23329"/>
                </a:cubicBezTo>
                <a:close/>
                <a:moveTo>
                  <a:pt x="319319" y="23329"/>
                </a:moveTo>
                <a:cubicBezTo>
                  <a:pt x="326687" y="23329"/>
                  <a:pt x="332417" y="25682"/>
                  <a:pt x="336509" y="30389"/>
                </a:cubicBezTo>
                <a:cubicBezTo>
                  <a:pt x="340602" y="35095"/>
                  <a:pt x="342648" y="41678"/>
                  <a:pt x="342648" y="50136"/>
                </a:cubicBezTo>
                <a:cubicBezTo>
                  <a:pt x="342648" y="52251"/>
                  <a:pt x="342478" y="54263"/>
                  <a:pt x="342137" y="56173"/>
                </a:cubicBezTo>
                <a:lnTo>
                  <a:pt x="307451" y="56173"/>
                </a:lnTo>
                <a:cubicBezTo>
                  <a:pt x="308406" y="65723"/>
                  <a:pt x="313351" y="70498"/>
                  <a:pt x="322287" y="70498"/>
                </a:cubicBezTo>
                <a:cubicBezTo>
                  <a:pt x="327130" y="70498"/>
                  <a:pt x="331666" y="69304"/>
                  <a:pt x="335895" y="66917"/>
                </a:cubicBezTo>
                <a:lnTo>
                  <a:pt x="340295" y="76023"/>
                </a:lnTo>
                <a:cubicBezTo>
                  <a:pt x="337771" y="77728"/>
                  <a:pt x="334821" y="79059"/>
                  <a:pt x="331444" y="80014"/>
                </a:cubicBezTo>
                <a:cubicBezTo>
                  <a:pt x="328068" y="80969"/>
                  <a:pt x="324606" y="81446"/>
                  <a:pt x="321059" y="81446"/>
                </a:cubicBezTo>
                <a:cubicBezTo>
                  <a:pt x="312805" y="81446"/>
                  <a:pt x="306427" y="78905"/>
                  <a:pt x="301925" y="73823"/>
                </a:cubicBezTo>
                <a:cubicBezTo>
                  <a:pt x="297423" y="68741"/>
                  <a:pt x="295172" y="61630"/>
                  <a:pt x="295172" y="52490"/>
                </a:cubicBezTo>
                <a:cubicBezTo>
                  <a:pt x="295172" y="43213"/>
                  <a:pt x="297287" y="36033"/>
                  <a:pt x="301516" y="30951"/>
                </a:cubicBezTo>
                <a:cubicBezTo>
                  <a:pt x="305745" y="25870"/>
                  <a:pt x="311680" y="23329"/>
                  <a:pt x="319319" y="23329"/>
                </a:cubicBezTo>
                <a:close/>
                <a:moveTo>
                  <a:pt x="145609" y="23329"/>
                </a:moveTo>
                <a:cubicBezTo>
                  <a:pt x="150930" y="23329"/>
                  <a:pt x="155057" y="24915"/>
                  <a:pt x="157990" y="28087"/>
                </a:cubicBezTo>
                <a:cubicBezTo>
                  <a:pt x="160923" y="31258"/>
                  <a:pt x="162390" y="35709"/>
                  <a:pt x="162390" y="41439"/>
                </a:cubicBezTo>
                <a:lnTo>
                  <a:pt x="162390" y="80218"/>
                </a:lnTo>
                <a:lnTo>
                  <a:pt x="150316" y="80218"/>
                </a:lnTo>
                <a:lnTo>
                  <a:pt x="150316" y="42974"/>
                </a:lnTo>
                <a:cubicBezTo>
                  <a:pt x="150316" y="37449"/>
                  <a:pt x="147281" y="34686"/>
                  <a:pt x="141210" y="34686"/>
                </a:cubicBezTo>
                <a:cubicBezTo>
                  <a:pt x="137185" y="34686"/>
                  <a:pt x="133433" y="36085"/>
                  <a:pt x="129954" y="38881"/>
                </a:cubicBezTo>
                <a:lnTo>
                  <a:pt x="129954" y="80218"/>
                </a:lnTo>
                <a:lnTo>
                  <a:pt x="117881" y="80218"/>
                </a:lnTo>
                <a:lnTo>
                  <a:pt x="117881" y="24659"/>
                </a:lnTo>
                <a:lnTo>
                  <a:pt x="128829" y="24659"/>
                </a:lnTo>
                <a:lnTo>
                  <a:pt x="128829" y="31412"/>
                </a:lnTo>
                <a:cubicBezTo>
                  <a:pt x="133331" y="26023"/>
                  <a:pt x="138925" y="23329"/>
                  <a:pt x="145609" y="23329"/>
                </a:cubicBezTo>
                <a:close/>
                <a:moveTo>
                  <a:pt x="81502" y="23329"/>
                </a:moveTo>
                <a:cubicBezTo>
                  <a:pt x="89278" y="23329"/>
                  <a:pt x="95247" y="25801"/>
                  <a:pt x="99408" y="30747"/>
                </a:cubicBezTo>
                <a:cubicBezTo>
                  <a:pt x="103569" y="35692"/>
                  <a:pt x="105649" y="42940"/>
                  <a:pt x="105649" y="52490"/>
                </a:cubicBezTo>
                <a:cubicBezTo>
                  <a:pt x="105649" y="62040"/>
                  <a:pt x="103551" y="69270"/>
                  <a:pt x="99356" y="74181"/>
                </a:cubicBezTo>
                <a:cubicBezTo>
                  <a:pt x="95161" y="79093"/>
                  <a:pt x="89176" y="81548"/>
                  <a:pt x="81399" y="81548"/>
                </a:cubicBezTo>
                <a:cubicBezTo>
                  <a:pt x="73623" y="81548"/>
                  <a:pt x="67654" y="79093"/>
                  <a:pt x="63493" y="74181"/>
                </a:cubicBezTo>
                <a:cubicBezTo>
                  <a:pt x="59332" y="69270"/>
                  <a:pt x="57252" y="62040"/>
                  <a:pt x="57252" y="52490"/>
                </a:cubicBezTo>
                <a:cubicBezTo>
                  <a:pt x="57252" y="42940"/>
                  <a:pt x="59349" y="35692"/>
                  <a:pt x="63544" y="30747"/>
                </a:cubicBezTo>
                <a:cubicBezTo>
                  <a:pt x="67740" y="25801"/>
                  <a:pt x="73725" y="23329"/>
                  <a:pt x="81502" y="23329"/>
                </a:cubicBezTo>
                <a:close/>
                <a:moveTo>
                  <a:pt x="10908570" y="22919"/>
                </a:moveTo>
                <a:lnTo>
                  <a:pt x="10913928" y="22919"/>
                </a:lnTo>
                <a:lnTo>
                  <a:pt x="10913928" y="71884"/>
                </a:lnTo>
                <a:cubicBezTo>
                  <a:pt x="10913928" y="73273"/>
                  <a:pt x="10914250" y="74278"/>
                  <a:pt x="10914895" y="74898"/>
                </a:cubicBezTo>
                <a:cubicBezTo>
                  <a:pt x="10915541" y="75518"/>
                  <a:pt x="10916582" y="75828"/>
                  <a:pt x="10918021" y="75828"/>
                </a:cubicBezTo>
                <a:cubicBezTo>
                  <a:pt x="10918864" y="75828"/>
                  <a:pt x="10919857" y="75729"/>
                  <a:pt x="10920997" y="75530"/>
                </a:cubicBezTo>
                <a:lnTo>
                  <a:pt x="10921518" y="80069"/>
                </a:lnTo>
                <a:cubicBezTo>
                  <a:pt x="10920030" y="80466"/>
                  <a:pt x="10918492" y="80665"/>
                  <a:pt x="10916904" y="80665"/>
                </a:cubicBezTo>
                <a:cubicBezTo>
                  <a:pt x="10911348" y="80665"/>
                  <a:pt x="10908570" y="77812"/>
                  <a:pt x="10908570" y="72107"/>
                </a:cubicBezTo>
                <a:close/>
                <a:moveTo>
                  <a:pt x="9775244" y="22919"/>
                </a:moveTo>
                <a:lnTo>
                  <a:pt x="9780602" y="22919"/>
                </a:lnTo>
                <a:lnTo>
                  <a:pt x="9780602" y="44351"/>
                </a:lnTo>
                <a:cubicBezTo>
                  <a:pt x="9783926" y="41126"/>
                  <a:pt x="9787894" y="39514"/>
                  <a:pt x="9792508" y="39514"/>
                </a:cubicBezTo>
                <a:cubicBezTo>
                  <a:pt x="9796428" y="39514"/>
                  <a:pt x="9799478" y="40618"/>
                  <a:pt x="9801661" y="42825"/>
                </a:cubicBezTo>
                <a:cubicBezTo>
                  <a:pt x="9803843" y="45033"/>
                  <a:pt x="9804935" y="48121"/>
                  <a:pt x="9804935" y="52090"/>
                </a:cubicBezTo>
                <a:lnTo>
                  <a:pt x="9804935" y="80218"/>
                </a:lnTo>
                <a:lnTo>
                  <a:pt x="9799577" y="80218"/>
                </a:lnTo>
                <a:lnTo>
                  <a:pt x="9799577" y="52462"/>
                </a:lnTo>
                <a:cubicBezTo>
                  <a:pt x="9799577" y="47302"/>
                  <a:pt x="9796750" y="44723"/>
                  <a:pt x="9791094" y="44723"/>
                </a:cubicBezTo>
                <a:cubicBezTo>
                  <a:pt x="9787175" y="44723"/>
                  <a:pt x="9783677" y="46037"/>
                  <a:pt x="9780602" y="48667"/>
                </a:cubicBezTo>
                <a:lnTo>
                  <a:pt x="9780602" y="80218"/>
                </a:lnTo>
                <a:lnTo>
                  <a:pt x="9775244" y="80218"/>
                </a:lnTo>
                <a:close/>
                <a:moveTo>
                  <a:pt x="9575219" y="22919"/>
                </a:moveTo>
                <a:lnTo>
                  <a:pt x="9580577" y="22919"/>
                </a:lnTo>
                <a:lnTo>
                  <a:pt x="9580577" y="44351"/>
                </a:lnTo>
                <a:cubicBezTo>
                  <a:pt x="9583900" y="41126"/>
                  <a:pt x="9587869" y="39514"/>
                  <a:pt x="9592483" y="39514"/>
                </a:cubicBezTo>
                <a:cubicBezTo>
                  <a:pt x="9596402" y="39514"/>
                  <a:pt x="9599453" y="40618"/>
                  <a:pt x="9601636" y="42825"/>
                </a:cubicBezTo>
                <a:cubicBezTo>
                  <a:pt x="9603819" y="45033"/>
                  <a:pt x="9604910" y="48121"/>
                  <a:pt x="9604910" y="52090"/>
                </a:cubicBezTo>
                <a:lnTo>
                  <a:pt x="9604910" y="80218"/>
                </a:lnTo>
                <a:lnTo>
                  <a:pt x="9599552" y="80218"/>
                </a:lnTo>
                <a:lnTo>
                  <a:pt x="9599552" y="52462"/>
                </a:lnTo>
                <a:cubicBezTo>
                  <a:pt x="9599552" y="47302"/>
                  <a:pt x="9596725" y="44723"/>
                  <a:pt x="9591069" y="44723"/>
                </a:cubicBezTo>
                <a:cubicBezTo>
                  <a:pt x="9587150" y="44723"/>
                  <a:pt x="9583653" y="46037"/>
                  <a:pt x="9580577" y="48667"/>
                </a:cubicBezTo>
                <a:lnTo>
                  <a:pt x="9580577" y="80218"/>
                </a:lnTo>
                <a:lnTo>
                  <a:pt x="9575219" y="80218"/>
                </a:lnTo>
                <a:close/>
                <a:moveTo>
                  <a:pt x="9051195" y="22919"/>
                </a:moveTo>
                <a:lnTo>
                  <a:pt x="9056553" y="22919"/>
                </a:lnTo>
                <a:lnTo>
                  <a:pt x="9056553" y="71884"/>
                </a:lnTo>
                <a:cubicBezTo>
                  <a:pt x="9056553" y="73273"/>
                  <a:pt x="9056875" y="74278"/>
                  <a:pt x="9057520" y="74898"/>
                </a:cubicBezTo>
                <a:cubicBezTo>
                  <a:pt x="9058166" y="75518"/>
                  <a:pt x="9059207" y="75828"/>
                  <a:pt x="9060646" y="75828"/>
                </a:cubicBezTo>
                <a:cubicBezTo>
                  <a:pt x="9061489" y="75828"/>
                  <a:pt x="9062482" y="75729"/>
                  <a:pt x="9063622" y="75530"/>
                </a:cubicBezTo>
                <a:lnTo>
                  <a:pt x="9064143" y="80069"/>
                </a:lnTo>
                <a:cubicBezTo>
                  <a:pt x="9062655" y="80466"/>
                  <a:pt x="9061117" y="80665"/>
                  <a:pt x="9059529" y="80665"/>
                </a:cubicBezTo>
                <a:cubicBezTo>
                  <a:pt x="9053973" y="80665"/>
                  <a:pt x="9051195" y="77812"/>
                  <a:pt x="9051195" y="72107"/>
                </a:cubicBezTo>
                <a:close/>
                <a:moveTo>
                  <a:pt x="8965619" y="22919"/>
                </a:moveTo>
                <a:lnTo>
                  <a:pt x="8970977" y="22919"/>
                </a:lnTo>
                <a:lnTo>
                  <a:pt x="8970977" y="44351"/>
                </a:lnTo>
                <a:cubicBezTo>
                  <a:pt x="8974301" y="41126"/>
                  <a:pt x="8978269" y="39514"/>
                  <a:pt x="8982883" y="39514"/>
                </a:cubicBezTo>
                <a:cubicBezTo>
                  <a:pt x="8986803" y="39514"/>
                  <a:pt x="8989853" y="40618"/>
                  <a:pt x="8992036" y="42825"/>
                </a:cubicBezTo>
                <a:cubicBezTo>
                  <a:pt x="8994218" y="45033"/>
                  <a:pt x="8995310" y="48121"/>
                  <a:pt x="8995310" y="52090"/>
                </a:cubicBezTo>
                <a:lnTo>
                  <a:pt x="8995310" y="80218"/>
                </a:lnTo>
                <a:lnTo>
                  <a:pt x="8989952" y="80218"/>
                </a:lnTo>
                <a:lnTo>
                  <a:pt x="8989952" y="52462"/>
                </a:lnTo>
                <a:cubicBezTo>
                  <a:pt x="8989952" y="47302"/>
                  <a:pt x="8987125" y="44723"/>
                  <a:pt x="8981469" y="44723"/>
                </a:cubicBezTo>
                <a:cubicBezTo>
                  <a:pt x="8977550" y="44723"/>
                  <a:pt x="8974052" y="46037"/>
                  <a:pt x="8970977" y="48667"/>
                </a:cubicBezTo>
                <a:lnTo>
                  <a:pt x="8970977" y="80218"/>
                </a:lnTo>
                <a:lnTo>
                  <a:pt x="8965619" y="80218"/>
                </a:lnTo>
                <a:close/>
                <a:moveTo>
                  <a:pt x="8788960" y="22919"/>
                </a:moveTo>
                <a:lnTo>
                  <a:pt x="8794318" y="22919"/>
                </a:lnTo>
                <a:lnTo>
                  <a:pt x="8794318" y="80218"/>
                </a:lnTo>
                <a:lnTo>
                  <a:pt x="8789332" y="80218"/>
                </a:lnTo>
                <a:lnTo>
                  <a:pt x="8789332" y="75158"/>
                </a:lnTo>
                <a:cubicBezTo>
                  <a:pt x="8787993" y="77142"/>
                  <a:pt x="8786343" y="78643"/>
                  <a:pt x="8784383" y="79660"/>
                </a:cubicBezTo>
                <a:cubicBezTo>
                  <a:pt x="8782424" y="80677"/>
                  <a:pt x="8780229" y="81186"/>
                  <a:pt x="8777798" y="81186"/>
                </a:cubicBezTo>
                <a:cubicBezTo>
                  <a:pt x="8773085" y="81186"/>
                  <a:pt x="8769413" y="79325"/>
                  <a:pt x="8766785" y="75605"/>
                </a:cubicBezTo>
                <a:cubicBezTo>
                  <a:pt x="8764156" y="71884"/>
                  <a:pt x="8762841" y="66700"/>
                  <a:pt x="8762841" y="60052"/>
                </a:cubicBezTo>
                <a:cubicBezTo>
                  <a:pt x="8762841" y="53603"/>
                  <a:pt x="8764242" y="48567"/>
                  <a:pt x="8767045" y="44946"/>
                </a:cubicBezTo>
                <a:cubicBezTo>
                  <a:pt x="8769848" y="41324"/>
                  <a:pt x="8773729" y="39514"/>
                  <a:pt x="8778691" y="39514"/>
                </a:cubicBezTo>
                <a:cubicBezTo>
                  <a:pt x="8780724" y="39514"/>
                  <a:pt x="8782622" y="39911"/>
                  <a:pt x="8784383" y="40704"/>
                </a:cubicBezTo>
                <a:cubicBezTo>
                  <a:pt x="8786145" y="41498"/>
                  <a:pt x="8787670" y="42614"/>
                  <a:pt x="8788960" y="44053"/>
                </a:cubicBezTo>
                <a:close/>
                <a:moveTo>
                  <a:pt x="8350810" y="22919"/>
                </a:moveTo>
                <a:lnTo>
                  <a:pt x="8356168" y="22919"/>
                </a:lnTo>
                <a:lnTo>
                  <a:pt x="8356168" y="80218"/>
                </a:lnTo>
                <a:lnTo>
                  <a:pt x="8351182" y="80218"/>
                </a:lnTo>
                <a:lnTo>
                  <a:pt x="8351182" y="75158"/>
                </a:lnTo>
                <a:cubicBezTo>
                  <a:pt x="8349843" y="77142"/>
                  <a:pt x="8348193" y="78643"/>
                  <a:pt x="8346233" y="79660"/>
                </a:cubicBezTo>
                <a:cubicBezTo>
                  <a:pt x="8344275" y="80677"/>
                  <a:pt x="8342079" y="81186"/>
                  <a:pt x="8339648" y="81186"/>
                </a:cubicBezTo>
                <a:cubicBezTo>
                  <a:pt x="8334935" y="81186"/>
                  <a:pt x="8331263" y="79325"/>
                  <a:pt x="8328635" y="75605"/>
                </a:cubicBezTo>
                <a:cubicBezTo>
                  <a:pt x="8326005" y="71884"/>
                  <a:pt x="8324691" y="66700"/>
                  <a:pt x="8324691" y="60052"/>
                </a:cubicBezTo>
                <a:cubicBezTo>
                  <a:pt x="8324691" y="53603"/>
                  <a:pt x="8326091" y="48567"/>
                  <a:pt x="8328895" y="44946"/>
                </a:cubicBezTo>
                <a:cubicBezTo>
                  <a:pt x="8331699" y="41324"/>
                  <a:pt x="8335579" y="39514"/>
                  <a:pt x="8340541" y="39514"/>
                </a:cubicBezTo>
                <a:cubicBezTo>
                  <a:pt x="8342575" y="39514"/>
                  <a:pt x="8344472" y="39911"/>
                  <a:pt x="8346233" y="40704"/>
                </a:cubicBezTo>
                <a:cubicBezTo>
                  <a:pt x="8347995" y="41498"/>
                  <a:pt x="8349521" y="42614"/>
                  <a:pt x="8350810" y="44053"/>
                </a:cubicBezTo>
                <a:close/>
                <a:moveTo>
                  <a:pt x="8193945" y="22919"/>
                </a:moveTo>
                <a:lnTo>
                  <a:pt x="8199303" y="22919"/>
                </a:lnTo>
                <a:lnTo>
                  <a:pt x="8199303" y="71884"/>
                </a:lnTo>
                <a:cubicBezTo>
                  <a:pt x="8199303" y="73273"/>
                  <a:pt x="8199625" y="74278"/>
                  <a:pt x="8200271" y="74898"/>
                </a:cubicBezTo>
                <a:cubicBezTo>
                  <a:pt x="8200915" y="75518"/>
                  <a:pt x="8201957" y="75828"/>
                  <a:pt x="8203395" y="75828"/>
                </a:cubicBezTo>
                <a:cubicBezTo>
                  <a:pt x="8204239" y="75828"/>
                  <a:pt x="8205231" y="75729"/>
                  <a:pt x="8206372" y="75530"/>
                </a:cubicBezTo>
                <a:lnTo>
                  <a:pt x="8206893" y="80069"/>
                </a:lnTo>
                <a:cubicBezTo>
                  <a:pt x="8205405" y="80466"/>
                  <a:pt x="8203867" y="80665"/>
                  <a:pt x="8202279" y="80665"/>
                </a:cubicBezTo>
                <a:cubicBezTo>
                  <a:pt x="8196723" y="80665"/>
                  <a:pt x="8193945" y="77812"/>
                  <a:pt x="8193945" y="72107"/>
                </a:cubicBezTo>
                <a:close/>
                <a:moveTo>
                  <a:pt x="8084110" y="22919"/>
                </a:moveTo>
                <a:lnTo>
                  <a:pt x="8089468" y="22919"/>
                </a:lnTo>
                <a:lnTo>
                  <a:pt x="8089468" y="80218"/>
                </a:lnTo>
                <a:lnTo>
                  <a:pt x="8084482" y="80218"/>
                </a:lnTo>
                <a:lnTo>
                  <a:pt x="8084482" y="75158"/>
                </a:lnTo>
                <a:cubicBezTo>
                  <a:pt x="8083143" y="77142"/>
                  <a:pt x="8081493" y="78643"/>
                  <a:pt x="8079533" y="79660"/>
                </a:cubicBezTo>
                <a:cubicBezTo>
                  <a:pt x="8077575" y="80677"/>
                  <a:pt x="8075379" y="81186"/>
                  <a:pt x="8072948" y="81186"/>
                </a:cubicBezTo>
                <a:cubicBezTo>
                  <a:pt x="8068235" y="81186"/>
                  <a:pt x="8064563" y="79325"/>
                  <a:pt x="8061935" y="75605"/>
                </a:cubicBezTo>
                <a:cubicBezTo>
                  <a:pt x="8059305" y="71884"/>
                  <a:pt x="8057991" y="66700"/>
                  <a:pt x="8057991" y="60052"/>
                </a:cubicBezTo>
                <a:cubicBezTo>
                  <a:pt x="8057991" y="53603"/>
                  <a:pt x="8059391" y="48567"/>
                  <a:pt x="8062195" y="44946"/>
                </a:cubicBezTo>
                <a:cubicBezTo>
                  <a:pt x="8064999" y="41324"/>
                  <a:pt x="8068879" y="39514"/>
                  <a:pt x="8073841" y="39514"/>
                </a:cubicBezTo>
                <a:cubicBezTo>
                  <a:pt x="8075875" y="39514"/>
                  <a:pt x="8077772" y="39911"/>
                  <a:pt x="8079533" y="40704"/>
                </a:cubicBezTo>
                <a:cubicBezTo>
                  <a:pt x="8081295" y="41498"/>
                  <a:pt x="8082821" y="42614"/>
                  <a:pt x="8084110" y="44053"/>
                </a:cubicBezTo>
                <a:close/>
                <a:moveTo>
                  <a:pt x="7998385" y="22919"/>
                </a:moveTo>
                <a:lnTo>
                  <a:pt x="8003743" y="22919"/>
                </a:lnTo>
                <a:lnTo>
                  <a:pt x="8003743" y="80218"/>
                </a:lnTo>
                <a:lnTo>
                  <a:pt x="7998757" y="80218"/>
                </a:lnTo>
                <a:lnTo>
                  <a:pt x="7998757" y="75158"/>
                </a:lnTo>
                <a:cubicBezTo>
                  <a:pt x="7997417" y="77142"/>
                  <a:pt x="7995767" y="78643"/>
                  <a:pt x="7993809" y="79660"/>
                </a:cubicBezTo>
                <a:cubicBezTo>
                  <a:pt x="7991849" y="80677"/>
                  <a:pt x="7989654" y="81186"/>
                  <a:pt x="7987223" y="81186"/>
                </a:cubicBezTo>
                <a:cubicBezTo>
                  <a:pt x="7982511" y="81186"/>
                  <a:pt x="7978839" y="79325"/>
                  <a:pt x="7976209" y="75605"/>
                </a:cubicBezTo>
                <a:cubicBezTo>
                  <a:pt x="7973581" y="71884"/>
                  <a:pt x="7972265" y="66700"/>
                  <a:pt x="7972265" y="60052"/>
                </a:cubicBezTo>
                <a:cubicBezTo>
                  <a:pt x="7972265" y="53603"/>
                  <a:pt x="7973667" y="48567"/>
                  <a:pt x="7976470" y="44946"/>
                </a:cubicBezTo>
                <a:cubicBezTo>
                  <a:pt x="7979273" y="41324"/>
                  <a:pt x="7983155" y="39514"/>
                  <a:pt x="7988116" y="39514"/>
                </a:cubicBezTo>
                <a:cubicBezTo>
                  <a:pt x="7990149" y="39514"/>
                  <a:pt x="7992047" y="39911"/>
                  <a:pt x="7993809" y="40704"/>
                </a:cubicBezTo>
                <a:cubicBezTo>
                  <a:pt x="7995570" y="41498"/>
                  <a:pt x="7997095" y="42614"/>
                  <a:pt x="7998385" y="44053"/>
                </a:cubicBezTo>
                <a:close/>
                <a:moveTo>
                  <a:pt x="7741210" y="22919"/>
                </a:moveTo>
                <a:lnTo>
                  <a:pt x="7746568" y="22919"/>
                </a:lnTo>
                <a:lnTo>
                  <a:pt x="7746568" y="80218"/>
                </a:lnTo>
                <a:lnTo>
                  <a:pt x="7741582" y="80218"/>
                </a:lnTo>
                <a:lnTo>
                  <a:pt x="7741582" y="75158"/>
                </a:lnTo>
                <a:cubicBezTo>
                  <a:pt x="7740243" y="77142"/>
                  <a:pt x="7738593" y="78643"/>
                  <a:pt x="7736634" y="79660"/>
                </a:cubicBezTo>
                <a:cubicBezTo>
                  <a:pt x="7734674" y="80677"/>
                  <a:pt x="7732479" y="81186"/>
                  <a:pt x="7730048" y="81186"/>
                </a:cubicBezTo>
                <a:cubicBezTo>
                  <a:pt x="7725335" y="81186"/>
                  <a:pt x="7721664" y="79325"/>
                  <a:pt x="7719035" y="75605"/>
                </a:cubicBezTo>
                <a:cubicBezTo>
                  <a:pt x="7716405" y="71884"/>
                  <a:pt x="7715091" y="66700"/>
                  <a:pt x="7715091" y="60052"/>
                </a:cubicBezTo>
                <a:cubicBezTo>
                  <a:pt x="7715091" y="53603"/>
                  <a:pt x="7716493" y="48567"/>
                  <a:pt x="7719295" y="44946"/>
                </a:cubicBezTo>
                <a:cubicBezTo>
                  <a:pt x="7722098" y="41324"/>
                  <a:pt x="7725980" y="39514"/>
                  <a:pt x="7730941" y="39514"/>
                </a:cubicBezTo>
                <a:cubicBezTo>
                  <a:pt x="7732975" y="39514"/>
                  <a:pt x="7734873" y="39911"/>
                  <a:pt x="7736634" y="40704"/>
                </a:cubicBezTo>
                <a:cubicBezTo>
                  <a:pt x="7738395" y="41498"/>
                  <a:pt x="7739920" y="42614"/>
                  <a:pt x="7741210" y="44053"/>
                </a:cubicBezTo>
                <a:close/>
                <a:moveTo>
                  <a:pt x="7588810" y="22919"/>
                </a:moveTo>
                <a:lnTo>
                  <a:pt x="7594168" y="22919"/>
                </a:lnTo>
                <a:lnTo>
                  <a:pt x="7594168" y="80218"/>
                </a:lnTo>
                <a:lnTo>
                  <a:pt x="7589182" y="80218"/>
                </a:lnTo>
                <a:lnTo>
                  <a:pt x="7589182" y="75158"/>
                </a:lnTo>
                <a:cubicBezTo>
                  <a:pt x="7587843" y="77142"/>
                  <a:pt x="7586193" y="78643"/>
                  <a:pt x="7584234" y="79660"/>
                </a:cubicBezTo>
                <a:cubicBezTo>
                  <a:pt x="7582274" y="80677"/>
                  <a:pt x="7580079" y="81186"/>
                  <a:pt x="7577648" y="81186"/>
                </a:cubicBezTo>
                <a:cubicBezTo>
                  <a:pt x="7572935" y="81186"/>
                  <a:pt x="7569264" y="79325"/>
                  <a:pt x="7566635" y="75605"/>
                </a:cubicBezTo>
                <a:cubicBezTo>
                  <a:pt x="7564005" y="71884"/>
                  <a:pt x="7562691" y="66700"/>
                  <a:pt x="7562691" y="60052"/>
                </a:cubicBezTo>
                <a:cubicBezTo>
                  <a:pt x="7562691" y="53603"/>
                  <a:pt x="7564093" y="48567"/>
                  <a:pt x="7566895" y="44946"/>
                </a:cubicBezTo>
                <a:cubicBezTo>
                  <a:pt x="7569698" y="41324"/>
                  <a:pt x="7573580" y="39514"/>
                  <a:pt x="7578541" y="39514"/>
                </a:cubicBezTo>
                <a:cubicBezTo>
                  <a:pt x="7580575" y="39514"/>
                  <a:pt x="7582473" y="39911"/>
                  <a:pt x="7584234" y="40704"/>
                </a:cubicBezTo>
                <a:cubicBezTo>
                  <a:pt x="7585995" y="41498"/>
                  <a:pt x="7587520" y="42614"/>
                  <a:pt x="7588810" y="44053"/>
                </a:cubicBezTo>
                <a:close/>
                <a:moveTo>
                  <a:pt x="7341160" y="22919"/>
                </a:moveTo>
                <a:lnTo>
                  <a:pt x="7346518" y="22919"/>
                </a:lnTo>
                <a:lnTo>
                  <a:pt x="7346518" y="80218"/>
                </a:lnTo>
                <a:lnTo>
                  <a:pt x="7341532" y="80218"/>
                </a:lnTo>
                <a:lnTo>
                  <a:pt x="7341532" y="75158"/>
                </a:lnTo>
                <a:cubicBezTo>
                  <a:pt x="7340193" y="77142"/>
                  <a:pt x="7338543" y="78643"/>
                  <a:pt x="7336584" y="79660"/>
                </a:cubicBezTo>
                <a:cubicBezTo>
                  <a:pt x="7334624" y="80677"/>
                  <a:pt x="7332429" y="81186"/>
                  <a:pt x="7329998" y="81186"/>
                </a:cubicBezTo>
                <a:cubicBezTo>
                  <a:pt x="7325285" y="81186"/>
                  <a:pt x="7321614" y="79325"/>
                  <a:pt x="7318985" y="75605"/>
                </a:cubicBezTo>
                <a:cubicBezTo>
                  <a:pt x="7316355" y="71884"/>
                  <a:pt x="7315041" y="66700"/>
                  <a:pt x="7315041" y="60052"/>
                </a:cubicBezTo>
                <a:cubicBezTo>
                  <a:pt x="7315041" y="53603"/>
                  <a:pt x="7316443" y="48567"/>
                  <a:pt x="7319245" y="44946"/>
                </a:cubicBezTo>
                <a:cubicBezTo>
                  <a:pt x="7322049" y="41324"/>
                  <a:pt x="7325930" y="39514"/>
                  <a:pt x="7330891" y="39514"/>
                </a:cubicBezTo>
                <a:cubicBezTo>
                  <a:pt x="7332925" y="39514"/>
                  <a:pt x="7334823" y="39911"/>
                  <a:pt x="7336584" y="40704"/>
                </a:cubicBezTo>
                <a:cubicBezTo>
                  <a:pt x="7338345" y="41498"/>
                  <a:pt x="7339870" y="42614"/>
                  <a:pt x="7341160" y="44053"/>
                </a:cubicBezTo>
                <a:close/>
                <a:moveTo>
                  <a:pt x="7108244" y="22919"/>
                </a:moveTo>
                <a:lnTo>
                  <a:pt x="7113602" y="22919"/>
                </a:lnTo>
                <a:lnTo>
                  <a:pt x="7113602" y="45020"/>
                </a:lnTo>
                <a:cubicBezTo>
                  <a:pt x="7116281" y="41349"/>
                  <a:pt x="7120002" y="39514"/>
                  <a:pt x="7124764" y="39514"/>
                </a:cubicBezTo>
                <a:cubicBezTo>
                  <a:pt x="7129477" y="39514"/>
                  <a:pt x="7133148" y="41374"/>
                  <a:pt x="7135777" y="45095"/>
                </a:cubicBezTo>
                <a:cubicBezTo>
                  <a:pt x="7138407" y="48816"/>
                  <a:pt x="7139721" y="54000"/>
                  <a:pt x="7139721" y="60647"/>
                </a:cubicBezTo>
                <a:cubicBezTo>
                  <a:pt x="7139721" y="67097"/>
                  <a:pt x="7138320" y="72132"/>
                  <a:pt x="7135517" y="75753"/>
                </a:cubicBezTo>
                <a:cubicBezTo>
                  <a:pt x="7132714" y="79375"/>
                  <a:pt x="7128832" y="81186"/>
                  <a:pt x="7123871" y="81186"/>
                </a:cubicBezTo>
                <a:cubicBezTo>
                  <a:pt x="7121738" y="81186"/>
                  <a:pt x="7119753" y="80752"/>
                  <a:pt x="7117918" y="79883"/>
                </a:cubicBezTo>
                <a:cubicBezTo>
                  <a:pt x="7116083" y="79015"/>
                  <a:pt x="7114520" y="77787"/>
                  <a:pt x="7113230" y="76200"/>
                </a:cubicBezTo>
                <a:lnTo>
                  <a:pt x="7113230" y="80218"/>
                </a:lnTo>
                <a:lnTo>
                  <a:pt x="7108244" y="80218"/>
                </a:lnTo>
                <a:close/>
                <a:moveTo>
                  <a:pt x="6936645" y="22919"/>
                </a:moveTo>
                <a:lnTo>
                  <a:pt x="6942003" y="22919"/>
                </a:lnTo>
                <a:lnTo>
                  <a:pt x="6942003" y="71884"/>
                </a:lnTo>
                <a:cubicBezTo>
                  <a:pt x="6942003" y="73273"/>
                  <a:pt x="6942326" y="74278"/>
                  <a:pt x="6942971" y="74898"/>
                </a:cubicBezTo>
                <a:cubicBezTo>
                  <a:pt x="6943616" y="75518"/>
                  <a:pt x="6944658" y="75828"/>
                  <a:pt x="6946096" y="75828"/>
                </a:cubicBezTo>
                <a:cubicBezTo>
                  <a:pt x="6946939" y="75828"/>
                  <a:pt x="6947932" y="75729"/>
                  <a:pt x="6949072" y="75530"/>
                </a:cubicBezTo>
                <a:lnTo>
                  <a:pt x="6949593" y="80069"/>
                </a:lnTo>
                <a:cubicBezTo>
                  <a:pt x="6948105" y="80466"/>
                  <a:pt x="6946567" y="80665"/>
                  <a:pt x="6944980" y="80665"/>
                </a:cubicBezTo>
                <a:cubicBezTo>
                  <a:pt x="6939424" y="80665"/>
                  <a:pt x="6936645" y="77812"/>
                  <a:pt x="6936645" y="72107"/>
                </a:cubicBezTo>
                <a:close/>
                <a:moveTo>
                  <a:pt x="6917595" y="22919"/>
                </a:moveTo>
                <a:lnTo>
                  <a:pt x="6922953" y="22919"/>
                </a:lnTo>
                <a:lnTo>
                  <a:pt x="6922953" y="71884"/>
                </a:lnTo>
                <a:cubicBezTo>
                  <a:pt x="6922953" y="73273"/>
                  <a:pt x="6923276" y="74278"/>
                  <a:pt x="6923921" y="74898"/>
                </a:cubicBezTo>
                <a:cubicBezTo>
                  <a:pt x="6924565" y="75518"/>
                  <a:pt x="6925607" y="75828"/>
                  <a:pt x="6927046" y="75828"/>
                </a:cubicBezTo>
                <a:cubicBezTo>
                  <a:pt x="6927889" y="75828"/>
                  <a:pt x="6928881" y="75729"/>
                  <a:pt x="6930022" y="75530"/>
                </a:cubicBezTo>
                <a:lnTo>
                  <a:pt x="6930543" y="80069"/>
                </a:lnTo>
                <a:cubicBezTo>
                  <a:pt x="6929055" y="80466"/>
                  <a:pt x="6927517" y="80665"/>
                  <a:pt x="6925930" y="80665"/>
                </a:cubicBezTo>
                <a:cubicBezTo>
                  <a:pt x="6920374" y="80665"/>
                  <a:pt x="6917595" y="77812"/>
                  <a:pt x="6917595" y="72107"/>
                </a:cubicBezTo>
                <a:close/>
                <a:moveTo>
                  <a:pt x="6832019" y="22919"/>
                </a:moveTo>
                <a:lnTo>
                  <a:pt x="6837377" y="22919"/>
                </a:lnTo>
                <a:lnTo>
                  <a:pt x="6837377" y="44351"/>
                </a:lnTo>
                <a:cubicBezTo>
                  <a:pt x="6840701" y="41126"/>
                  <a:pt x="6844670" y="39514"/>
                  <a:pt x="6849283" y="39514"/>
                </a:cubicBezTo>
                <a:cubicBezTo>
                  <a:pt x="6853202" y="39514"/>
                  <a:pt x="6856253" y="40618"/>
                  <a:pt x="6858436" y="42825"/>
                </a:cubicBezTo>
                <a:cubicBezTo>
                  <a:pt x="6860619" y="45033"/>
                  <a:pt x="6861710" y="48121"/>
                  <a:pt x="6861710" y="52090"/>
                </a:cubicBezTo>
                <a:lnTo>
                  <a:pt x="6861710" y="80218"/>
                </a:lnTo>
                <a:lnTo>
                  <a:pt x="6856353" y="80218"/>
                </a:lnTo>
                <a:lnTo>
                  <a:pt x="6856353" y="52462"/>
                </a:lnTo>
                <a:cubicBezTo>
                  <a:pt x="6856353" y="47302"/>
                  <a:pt x="6853525" y="44723"/>
                  <a:pt x="6847869" y="44723"/>
                </a:cubicBezTo>
                <a:cubicBezTo>
                  <a:pt x="6843950" y="44723"/>
                  <a:pt x="6840453" y="46037"/>
                  <a:pt x="6837377" y="48667"/>
                </a:cubicBezTo>
                <a:lnTo>
                  <a:pt x="6837377" y="80218"/>
                </a:lnTo>
                <a:lnTo>
                  <a:pt x="6832019" y="80218"/>
                </a:lnTo>
                <a:close/>
                <a:moveTo>
                  <a:pt x="6755670" y="22919"/>
                </a:moveTo>
                <a:lnTo>
                  <a:pt x="6761028" y="22919"/>
                </a:lnTo>
                <a:lnTo>
                  <a:pt x="6761028" y="71884"/>
                </a:lnTo>
                <a:cubicBezTo>
                  <a:pt x="6761028" y="73273"/>
                  <a:pt x="6761351" y="74278"/>
                  <a:pt x="6761996" y="74898"/>
                </a:cubicBezTo>
                <a:cubicBezTo>
                  <a:pt x="6762640" y="75518"/>
                  <a:pt x="6763682" y="75828"/>
                  <a:pt x="6765121" y="75828"/>
                </a:cubicBezTo>
                <a:cubicBezTo>
                  <a:pt x="6765964" y="75828"/>
                  <a:pt x="6766957" y="75729"/>
                  <a:pt x="6768097" y="75530"/>
                </a:cubicBezTo>
                <a:lnTo>
                  <a:pt x="6768618" y="80069"/>
                </a:lnTo>
                <a:cubicBezTo>
                  <a:pt x="6767130" y="80466"/>
                  <a:pt x="6765592" y="80665"/>
                  <a:pt x="6764005" y="80665"/>
                </a:cubicBezTo>
                <a:cubicBezTo>
                  <a:pt x="6758449" y="80665"/>
                  <a:pt x="6755670" y="77812"/>
                  <a:pt x="6755670" y="72107"/>
                </a:cubicBezTo>
                <a:close/>
                <a:moveTo>
                  <a:pt x="6384344" y="22919"/>
                </a:moveTo>
                <a:lnTo>
                  <a:pt x="6389702" y="22919"/>
                </a:lnTo>
                <a:lnTo>
                  <a:pt x="6389702" y="44351"/>
                </a:lnTo>
                <a:cubicBezTo>
                  <a:pt x="6393026" y="41126"/>
                  <a:pt x="6396995" y="39514"/>
                  <a:pt x="6401608" y="39514"/>
                </a:cubicBezTo>
                <a:cubicBezTo>
                  <a:pt x="6405528" y="39514"/>
                  <a:pt x="6408579" y="40618"/>
                  <a:pt x="6410761" y="42825"/>
                </a:cubicBezTo>
                <a:cubicBezTo>
                  <a:pt x="6412944" y="45033"/>
                  <a:pt x="6414035" y="48121"/>
                  <a:pt x="6414035" y="52090"/>
                </a:cubicBezTo>
                <a:lnTo>
                  <a:pt x="6414035" y="80218"/>
                </a:lnTo>
                <a:lnTo>
                  <a:pt x="6408678" y="80218"/>
                </a:lnTo>
                <a:lnTo>
                  <a:pt x="6408678" y="52462"/>
                </a:lnTo>
                <a:cubicBezTo>
                  <a:pt x="6408678" y="47302"/>
                  <a:pt x="6405850" y="44723"/>
                  <a:pt x="6400194" y="44723"/>
                </a:cubicBezTo>
                <a:cubicBezTo>
                  <a:pt x="6396275" y="44723"/>
                  <a:pt x="6392778" y="46037"/>
                  <a:pt x="6389702" y="48667"/>
                </a:cubicBezTo>
                <a:lnTo>
                  <a:pt x="6389702" y="80218"/>
                </a:lnTo>
                <a:lnTo>
                  <a:pt x="6384344" y="80218"/>
                </a:lnTo>
                <a:close/>
                <a:moveTo>
                  <a:pt x="5974620" y="22919"/>
                </a:moveTo>
                <a:lnTo>
                  <a:pt x="5979978" y="22919"/>
                </a:lnTo>
                <a:lnTo>
                  <a:pt x="5979978" y="71884"/>
                </a:lnTo>
                <a:cubicBezTo>
                  <a:pt x="5979978" y="73273"/>
                  <a:pt x="5980301" y="74278"/>
                  <a:pt x="5980946" y="74898"/>
                </a:cubicBezTo>
                <a:cubicBezTo>
                  <a:pt x="5981590" y="75518"/>
                  <a:pt x="5982632" y="75828"/>
                  <a:pt x="5984071" y="75828"/>
                </a:cubicBezTo>
                <a:cubicBezTo>
                  <a:pt x="5984914" y="75828"/>
                  <a:pt x="5985907" y="75729"/>
                  <a:pt x="5987047" y="75530"/>
                </a:cubicBezTo>
                <a:lnTo>
                  <a:pt x="5987568" y="80069"/>
                </a:lnTo>
                <a:cubicBezTo>
                  <a:pt x="5986080" y="80466"/>
                  <a:pt x="5984542" y="80665"/>
                  <a:pt x="5982955" y="80665"/>
                </a:cubicBezTo>
                <a:cubicBezTo>
                  <a:pt x="5977399" y="80665"/>
                  <a:pt x="5974620" y="77812"/>
                  <a:pt x="5974620" y="72107"/>
                </a:cubicBezTo>
                <a:close/>
                <a:moveTo>
                  <a:pt x="5117519" y="22919"/>
                </a:moveTo>
                <a:lnTo>
                  <a:pt x="5122877" y="22919"/>
                </a:lnTo>
                <a:lnTo>
                  <a:pt x="5122877" y="44351"/>
                </a:lnTo>
                <a:cubicBezTo>
                  <a:pt x="5126201" y="41126"/>
                  <a:pt x="5130170" y="39514"/>
                  <a:pt x="5134783" y="39514"/>
                </a:cubicBezTo>
                <a:cubicBezTo>
                  <a:pt x="5138703" y="39514"/>
                  <a:pt x="5141754" y="40618"/>
                  <a:pt x="5143937" y="42825"/>
                </a:cubicBezTo>
                <a:cubicBezTo>
                  <a:pt x="5146119" y="45033"/>
                  <a:pt x="5147210" y="48121"/>
                  <a:pt x="5147210" y="52090"/>
                </a:cubicBezTo>
                <a:lnTo>
                  <a:pt x="5147210" y="80218"/>
                </a:lnTo>
                <a:lnTo>
                  <a:pt x="5141853" y="80218"/>
                </a:lnTo>
                <a:lnTo>
                  <a:pt x="5141853" y="52462"/>
                </a:lnTo>
                <a:cubicBezTo>
                  <a:pt x="5141853" y="47302"/>
                  <a:pt x="5139025" y="44723"/>
                  <a:pt x="5133369" y="44723"/>
                </a:cubicBezTo>
                <a:cubicBezTo>
                  <a:pt x="5129450" y="44723"/>
                  <a:pt x="5125952" y="46037"/>
                  <a:pt x="5122877" y="48667"/>
                </a:cubicBezTo>
                <a:lnTo>
                  <a:pt x="5122877" y="80218"/>
                </a:lnTo>
                <a:lnTo>
                  <a:pt x="5117519" y="80218"/>
                </a:lnTo>
                <a:close/>
                <a:moveTo>
                  <a:pt x="4955595" y="22919"/>
                </a:moveTo>
                <a:lnTo>
                  <a:pt x="4960952" y="22919"/>
                </a:lnTo>
                <a:lnTo>
                  <a:pt x="4960952" y="44351"/>
                </a:lnTo>
                <a:cubicBezTo>
                  <a:pt x="4964276" y="41126"/>
                  <a:pt x="4968245" y="39514"/>
                  <a:pt x="4972858" y="39514"/>
                </a:cubicBezTo>
                <a:cubicBezTo>
                  <a:pt x="4976778" y="39514"/>
                  <a:pt x="4979829" y="40618"/>
                  <a:pt x="4982012" y="42825"/>
                </a:cubicBezTo>
                <a:cubicBezTo>
                  <a:pt x="4984194" y="45033"/>
                  <a:pt x="4985286" y="48121"/>
                  <a:pt x="4985286" y="52090"/>
                </a:cubicBezTo>
                <a:lnTo>
                  <a:pt x="4985286" y="80218"/>
                </a:lnTo>
                <a:lnTo>
                  <a:pt x="4979928" y="80218"/>
                </a:lnTo>
                <a:lnTo>
                  <a:pt x="4979928" y="52462"/>
                </a:lnTo>
                <a:cubicBezTo>
                  <a:pt x="4979928" y="47302"/>
                  <a:pt x="4977100" y="44723"/>
                  <a:pt x="4971444" y="44723"/>
                </a:cubicBezTo>
                <a:cubicBezTo>
                  <a:pt x="4967525" y="44723"/>
                  <a:pt x="4964027" y="46037"/>
                  <a:pt x="4960952" y="48667"/>
                </a:cubicBezTo>
                <a:lnTo>
                  <a:pt x="4960952" y="80218"/>
                </a:lnTo>
                <a:lnTo>
                  <a:pt x="4955595" y="80218"/>
                </a:lnTo>
                <a:close/>
                <a:moveTo>
                  <a:pt x="4860344" y="22919"/>
                </a:moveTo>
                <a:lnTo>
                  <a:pt x="4865702" y="22919"/>
                </a:lnTo>
                <a:lnTo>
                  <a:pt x="4865702" y="44351"/>
                </a:lnTo>
                <a:cubicBezTo>
                  <a:pt x="4869026" y="41126"/>
                  <a:pt x="4872995" y="39514"/>
                  <a:pt x="4877608" y="39514"/>
                </a:cubicBezTo>
                <a:cubicBezTo>
                  <a:pt x="4881528" y="39514"/>
                  <a:pt x="4884579" y="40618"/>
                  <a:pt x="4886761" y="42825"/>
                </a:cubicBezTo>
                <a:cubicBezTo>
                  <a:pt x="4888944" y="45033"/>
                  <a:pt x="4890035" y="48121"/>
                  <a:pt x="4890035" y="52090"/>
                </a:cubicBezTo>
                <a:lnTo>
                  <a:pt x="4890035" y="80218"/>
                </a:lnTo>
                <a:lnTo>
                  <a:pt x="4884678" y="80218"/>
                </a:lnTo>
                <a:lnTo>
                  <a:pt x="4884678" y="52462"/>
                </a:lnTo>
                <a:cubicBezTo>
                  <a:pt x="4884678" y="47302"/>
                  <a:pt x="4881850" y="44723"/>
                  <a:pt x="4876194" y="44723"/>
                </a:cubicBezTo>
                <a:cubicBezTo>
                  <a:pt x="4872276" y="44723"/>
                  <a:pt x="4868778" y="46037"/>
                  <a:pt x="4865702" y="48667"/>
                </a:cubicBezTo>
                <a:lnTo>
                  <a:pt x="4865702" y="80218"/>
                </a:lnTo>
                <a:lnTo>
                  <a:pt x="4860344" y="80218"/>
                </a:lnTo>
                <a:close/>
                <a:moveTo>
                  <a:pt x="4345845" y="22919"/>
                </a:moveTo>
                <a:lnTo>
                  <a:pt x="4351203" y="22919"/>
                </a:lnTo>
                <a:lnTo>
                  <a:pt x="4351203" y="71884"/>
                </a:lnTo>
                <a:cubicBezTo>
                  <a:pt x="4351203" y="73273"/>
                  <a:pt x="4351526" y="74278"/>
                  <a:pt x="4352171" y="74898"/>
                </a:cubicBezTo>
                <a:cubicBezTo>
                  <a:pt x="4352816" y="75518"/>
                  <a:pt x="4353857" y="75828"/>
                  <a:pt x="4355296" y="75828"/>
                </a:cubicBezTo>
                <a:cubicBezTo>
                  <a:pt x="4356139" y="75828"/>
                  <a:pt x="4357132" y="75729"/>
                  <a:pt x="4358273" y="75530"/>
                </a:cubicBezTo>
                <a:lnTo>
                  <a:pt x="4358793" y="80069"/>
                </a:lnTo>
                <a:cubicBezTo>
                  <a:pt x="4357305" y="80466"/>
                  <a:pt x="4355767" y="80665"/>
                  <a:pt x="4354180" y="80665"/>
                </a:cubicBezTo>
                <a:cubicBezTo>
                  <a:pt x="4348623" y="80665"/>
                  <a:pt x="4345845" y="77812"/>
                  <a:pt x="4345845" y="72107"/>
                </a:cubicBezTo>
                <a:close/>
                <a:moveTo>
                  <a:pt x="4159810" y="22919"/>
                </a:moveTo>
                <a:lnTo>
                  <a:pt x="4165168" y="22919"/>
                </a:lnTo>
                <a:lnTo>
                  <a:pt x="4165168" y="80218"/>
                </a:lnTo>
                <a:lnTo>
                  <a:pt x="4160183" y="80218"/>
                </a:lnTo>
                <a:lnTo>
                  <a:pt x="4160183" y="75158"/>
                </a:lnTo>
                <a:cubicBezTo>
                  <a:pt x="4158843" y="77142"/>
                  <a:pt x="4157193" y="78643"/>
                  <a:pt x="4155234" y="79660"/>
                </a:cubicBezTo>
                <a:cubicBezTo>
                  <a:pt x="4153274" y="80677"/>
                  <a:pt x="4151079" y="81186"/>
                  <a:pt x="4148648" y="81186"/>
                </a:cubicBezTo>
                <a:cubicBezTo>
                  <a:pt x="4143935" y="81186"/>
                  <a:pt x="4140264" y="79325"/>
                  <a:pt x="4137635" y="75605"/>
                </a:cubicBezTo>
                <a:cubicBezTo>
                  <a:pt x="4135005" y="71884"/>
                  <a:pt x="4133691" y="66700"/>
                  <a:pt x="4133691" y="60052"/>
                </a:cubicBezTo>
                <a:cubicBezTo>
                  <a:pt x="4133691" y="53603"/>
                  <a:pt x="4135092" y="48567"/>
                  <a:pt x="4137895" y="44946"/>
                </a:cubicBezTo>
                <a:cubicBezTo>
                  <a:pt x="4140698" y="41324"/>
                  <a:pt x="4144580" y="39514"/>
                  <a:pt x="4149541" y="39514"/>
                </a:cubicBezTo>
                <a:cubicBezTo>
                  <a:pt x="4151575" y="39514"/>
                  <a:pt x="4153472" y="39911"/>
                  <a:pt x="4155234" y="40704"/>
                </a:cubicBezTo>
                <a:cubicBezTo>
                  <a:pt x="4156996" y="41498"/>
                  <a:pt x="4158520" y="42614"/>
                  <a:pt x="4159810" y="44053"/>
                </a:cubicBezTo>
                <a:close/>
                <a:moveTo>
                  <a:pt x="3931210" y="22919"/>
                </a:moveTo>
                <a:lnTo>
                  <a:pt x="3936568" y="22919"/>
                </a:lnTo>
                <a:lnTo>
                  <a:pt x="3936568" y="80218"/>
                </a:lnTo>
                <a:lnTo>
                  <a:pt x="3931582" y="80218"/>
                </a:lnTo>
                <a:lnTo>
                  <a:pt x="3931582" y="75158"/>
                </a:lnTo>
                <a:cubicBezTo>
                  <a:pt x="3930243" y="77142"/>
                  <a:pt x="3928593" y="78643"/>
                  <a:pt x="3926634" y="79660"/>
                </a:cubicBezTo>
                <a:cubicBezTo>
                  <a:pt x="3924674" y="80677"/>
                  <a:pt x="3922480" y="81186"/>
                  <a:pt x="3920049" y="81186"/>
                </a:cubicBezTo>
                <a:cubicBezTo>
                  <a:pt x="3915335" y="81186"/>
                  <a:pt x="3911664" y="79325"/>
                  <a:pt x="3909035" y="75605"/>
                </a:cubicBezTo>
                <a:cubicBezTo>
                  <a:pt x="3906405" y="71884"/>
                  <a:pt x="3905091" y="66700"/>
                  <a:pt x="3905091" y="60052"/>
                </a:cubicBezTo>
                <a:cubicBezTo>
                  <a:pt x="3905091" y="53603"/>
                  <a:pt x="3906492" y="48567"/>
                  <a:pt x="3909296" y="44946"/>
                </a:cubicBezTo>
                <a:cubicBezTo>
                  <a:pt x="3912098" y="41324"/>
                  <a:pt x="3915980" y="39514"/>
                  <a:pt x="3920941" y="39514"/>
                </a:cubicBezTo>
                <a:cubicBezTo>
                  <a:pt x="3922975" y="39514"/>
                  <a:pt x="3924872" y="39911"/>
                  <a:pt x="3926634" y="40704"/>
                </a:cubicBezTo>
                <a:cubicBezTo>
                  <a:pt x="3928395" y="41498"/>
                  <a:pt x="3929921" y="42614"/>
                  <a:pt x="3931210" y="44053"/>
                </a:cubicBezTo>
                <a:close/>
                <a:moveTo>
                  <a:pt x="3483536" y="22919"/>
                </a:moveTo>
                <a:lnTo>
                  <a:pt x="3488893" y="22919"/>
                </a:lnTo>
                <a:lnTo>
                  <a:pt x="3488893" y="80218"/>
                </a:lnTo>
                <a:lnTo>
                  <a:pt x="3483908" y="80218"/>
                </a:lnTo>
                <a:lnTo>
                  <a:pt x="3483908" y="75158"/>
                </a:lnTo>
                <a:cubicBezTo>
                  <a:pt x="3482568" y="77142"/>
                  <a:pt x="3480919" y="78643"/>
                  <a:pt x="3478960" y="79660"/>
                </a:cubicBezTo>
                <a:cubicBezTo>
                  <a:pt x="3476999" y="80677"/>
                  <a:pt x="3474804" y="81186"/>
                  <a:pt x="3472374" y="81186"/>
                </a:cubicBezTo>
                <a:cubicBezTo>
                  <a:pt x="3467660" y="81186"/>
                  <a:pt x="3463990" y="79325"/>
                  <a:pt x="3461360" y="75605"/>
                </a:cubicBezTo>
                <a:cubicBezTo>
                  <a:pt x="3458731" y="71884"/>
                  <a:pt x="3457416" y="66700"/>
                  <a:pt x="3457416" y="60052"/>
                </a:cubicBezTo>
                <a:cubicBezTo>
                  <a:pt x="3457416" y="53603"/>
                  <a:pt x="3458818" y="48567"/>
                  <a:pt x="3461621" y="44946"/>
                </a:cubicBezTo>
                <a:cubicBezTo>
                  <a:pt x="3464423" y="41324"/>
                  <a:pt x="3468306" y="39514"/>
                  <a:pt x="3473267" y="39514"/>
                </a:cubicBezTo>
                <a:cubicBezTo>
                  <a:pt x="3475301" y="39514"/>
                  <a:pt x="3477198" y="39911"/>
                  <a:pt x="3478960" y="40704"/>
                </a:cubicBezTo>
                <a:cubicBezTo>
                  <a:pt x="3480721" y="41498"/>
                  <a:pt x="3482246" y="42614"/>
                  <a:pt x="3483536" y="44053"/>
                </a:cubicBezTo>
                <a:close/>
                <a:moveTo>
                  <a:pt x="2612296" y="22919"/>
                </a:moveTo>
                <a:lnTo>
                  <a:pt x="2617654" y="22919"/>
                </a:lnTo>
                <a:lnTo>
                  <a:pt x="2617654" y="71884"/>
                </a:lnTo>
                <a:cubicBezTo>
                  <a:pt x="2617654" y="73273"/>
                  <a:pt x="2617976" y="74278"/>
                  <a:pt x="2618621" y="74898"/>
                </a:cubicBezTo>
                <a:cubicBezTo>
                  <a:pt x="2619266" y="75518"/>
                  <a:pt x="2620308" y="75828"/>
                  <a:pt x="2621747" y="75828"/>
                </a:cubicBezTo>
                <a:cubicBezTo>
                  <a:pt x="2622590" y="75828"/>
                  <a:pt x="2623582" y="75729"/>
                  <a:pt x="2624723" y="75530"/>
                </a:cubicBezTo>
                <a:lnTo>
                  <a:pt x="2625244" y="80069"/>
                </a:lnTo>
                <a:cubicBezTo>
                  <a:pt x="2623756" y="80466"/>
                  <a:pt x="2622218" y="80665"/>
                  <a:pt x="2620630" y="80665"/>
                </a:cubicBezTo>
                <a:cubicBezTo>
                  <a:pt x="2615075" y="80665"/>
                  <a:pt x="2612296" y="77812"/>
                  <a:pt x="2612296" y="72107"/>
                </a:cubicBezTo>
                <a:close/>
                <a:moveTo>
                  <a:pt x="1659796" y="22919"/>
                </a:moveTo>
                <a:lnTo>
                  <a:pt x="1665154" y="22919"/>
                </a:lnTo>
                <a:lnTo>
                  <a:pt x="1665154" y="71884"/>
                </a:lnTo>
                <a:cubicBezTo>
                  <a:pt x="1665154" y="73273"/>
                  <a:pt x="1665477" y="74278"/>
                  <a:pt x="1666121" y="74898"/>
                </a:cubicBezTo>
                <a:cubicBezTo>
                  <a:pt x="1666766" y="75518"/>
                  <a:pt x="1667807" y="75828"/>
                  <a:pt x="1669246" y="75828"/>
                </a:cubicBezTo>
                <a:cubicBezTo>
                  <a:pt x="1670090" y="75828"/>
                  <a:pt x="1671083" y="75729"/>
                  <a:pt x="1672223" y="75530"/>
                </a:cubicBezTo>
                <a:lnTo>
                  <a:pt x="1672743" y="80069"/>
                </a:lnTo>
                <a:cubicBezTo>
                  <a:pt x="1671256" y="80466"/>
                  <a:pt x="1669718" y="80665"/>
                  <a:pt x="1668130" y="80665"/>
                </a:cubicBezTo>
                <a:cubicBezTo>
                  <a:pt x="1662574" y="80665"/>
                  <a:pt x="1659796" y="77812"/>
                  <a:pt x="1659796" y="72107"/>
                </a:cubicBezTo>
                <a:close/>
                <a:moveTo>
                  <a:pt x="1278945" y="22919"/>
                </a:moveTo>
                <a:lnTo>
                  <a:pt x="1284303" y="22919"/>
                </a:lnTo>
                <a:lnTo>
                  <a:pt x="1284303" y="44351"/>
                </a:lnTo>
                <a:cubicBezTo>
                  <a:pt x="1287627" y="41126"/>
                  <a:pt x="1291595" y="39514"/>
                  <a:pt x="1296209" y="39514"/>
                </a:cubicBezTo>
                <a:cubicBezTo>
                  <a:pt x="1300128" y="39514"/>
                  <a:pt x="1303179" y="40618"/>
                  <a:pt x="1305362" y="42825"/>
                </a:cubicBezTo>
                <a:cubicBezTo>
                  <a:pt x="1307544" y="45033"/>
                  <a:pt x="1308636" y="48121"/>
                  <a:pt x="1308636" y="52090"/>
                </a:cubicBezTo>
                <a:lnTo>
                  <a:pt x="1308636" y="80218"/>
                </a:lnTo>
                <a:lnTo>
                  <a:pt x="1303278" y="80218"/>
                </a:lnTo>
                <a:lnTo>
                  <a:pt x="1303278" y="52462"/>
                </a:lnTo>
                <a:cubicBezTo>
                  <a:pt x="1303278" y="47302"/>
                  <a:pt x="1300451" y="44723"/>
                  <a:pt x="1294795" y="44723"/>
                </a:cubicBezTo>
                <a:cubicBezTo>
                  <a:pt x="1290876" y="44723"/>
                  <a:pt x="1287379" y="46037"/>
                  <a:pt x="1284303" y="48667"/>
                </a:cubicBezTo>
                <a:lnTo>
                  <a:pt x="1284303" y="80218"/>
                </a:lnTo>
                <a:lnTo>
                  <a:pt x="1278945" y="80218"/>
                </a:lnTo>
                <a:close/>
                <a:moveTo>
                  <a:pt x="10504502" y="22547"/>
                </a:moveTo>
                <a:cubicBezTo>
                  <a:pt x="10506040" y="22547"/>
                  <a:pt x="10507305" y="22671"/>
                  <a:pt x="10508297" y="22919"/>
                </a:cubicBezTo>
                <a:lnTo>
                  <a:pt x="10508297" y="27682"/>
                </a:lnTo>
                <a:cubicBezTo>
                  <a:pt x="10506809" y="27483"/>
                  <a:pt x="10505544" y="27384"/>
                  <a:pt x="10504502" y="27384"/>
                </a:cubicBezTo>
                <a:cubicBezTo>
                  <a:pt x="10501873" y="27384"/>
                  <a:pt x="10499875" y="28066"/>
                  <a:pt x="10498511" y="29431"/>
                </a:cubicBezTo>
                <a:cubicBezTo>
                  <a:pt x="10497148" y="30795"/>
                  <a:pt x="10496465" y="32792"/>
                  <a:pt x="10496465" y="35421"/>
                </a:cubicBezTo>
                <a:lnTo>
                  <a:pt x="10496465" y="40481"/>
                </a:lnTo>
                <a:lnTo>
                  <a:pt x="10506883" y="40481"/>
                </a:lnTo>
                <a:lnTo>
                  <a:pt x="10506883" y="45020"/>
                </a:lnTo>
                <a:lnTo>
                  <a:pt x="10496465" y="45020"/>
                </a:lnTo>
                <a:lnTo>
                  <a:pt x="10496465" y="80218"/>
                </a:lnTo>
                <a:lnTo>
                  <a:pt x="10491107" y="80218"/>
                </a:lnTo>
                <a:lnTo>
                  <a:pt x="10491107" y="45020"/>
                </a:lnTo>
                <a:lnTo>
                  <a:pt x="10484187" y="45020"/>
                </a:lnTo>
                <a:lnTo>
                  <a:pt x="10484187" y="40481"/>
                </a:lnTo>
                <a:lnTo>
                  <a:pt x="10491107" y="40481"/>
                </a:lnTo>
                <a:lnTo>
                  <a:pt x="10491107" y="35421"/>
                </a:lnTo>
                <a:cubicBezTo>
                  <a:pt x="10491107" y="31353"/>
                  <a:pt x="10492285" y="28190"/>
                  <a:pt x="10494642" y="25933"/>
                </a:cubicBezTo>
                <a:cubicBezTo>
                  <a:pt x="10496999" y="23676"/>
                  <a:pt x="10500285" y="22547"/>
                  <a:pt x="10504502" y="22547"/>
                </a:cubicBezTo>
                <a:close/>
                <a:moveTo>
                  <a:pt x="5570552" y="22547"/>
                </a:moveTo>
                <a:cubicBezTo>
                  <a:pt x="5572090" y="22547"/>
                  <a:pt x="5573355" y="22671"/>
                  <a:pt x="5574347" y="22919"/>
                </a:cubicBezTo>
                <a:lnTo>
                  <a:pt x="5574347" y="27682"/>
                </a:lnTo>
                <a:cubicBezTo>
                  <a:pt x="5572859" y="27483"/>
                  <a:pt x="5571594" y="27384"/>
                  <a:pt x="5570552" y="27384"/>
                </a:cubicBezTo>
                <a:cubicBezTo>
                  <a:pt x="5567922" y="27384"/>
                  <a:pt x="5565926" y="28066"/>
                  <a:pt x="5564562" y="29431"/>
                </a:cubicBezTo>
                <a:cubicBezTo>
                  <a:pt x="5563197" y="30795"/>
                  <a:pt x="5562515" y="32792"/>
                  <a:pt x="5562515" y="35421"/>
                </a:cubicBezTo>
                <a:lnTo>
                  <a:pt x="5562515" y="40481"/>
                </a:lnTo>
                <a:lnTo>
                  <a:pt x="5572933" y="40481"/>
                </a:lnTo>
                <a:lnTo>
                  <a:pt x="5572933" y="45020"/>
                </a:lnTo>
                <a:lnTo>
                  <a:pt x="5562515" y="45020"/>
                </a:lnTo>
                <a:lnTo>
                  <a:pt x="5562515" y="80218"/>
                </a:lnTo>
                <a:lnTo>
                  <a:pt x="5557157" y="80218"/>
                </a:lnTo>
                <a:lnTo>
                  <a:pt x="5557157" y="45020"/>
                </a:lnTo>
                <a:lnTo>
                  <a:pt x="5550237" y="45020"/>
                </a:lnTo>
                <a:lnTo>
                  <a:pt x="5550237" y="40481"/>
                </a:lnTo>
                <a:lnTo>
                  <a:pt x="5557157" y="40481"/>
                </a:lnTo>
                <a:lnTo>
                  <a:pt x="5557157" y="35421"/>
                </a:lnTo>
                <a:cubicBezTo>
                  <a:pt x="5557157" y="31353"/>
                  <a:pt x="5558336" y="28190"/>
                  <a:pt x="5560692" y="25933"/>
                </a:cubicBezTo>
                <a:cubicBezTo>
                  <a:pt x="5563048" y="23676"/>
                  <a:pt x="5566335" y="22547"/>
                  <a:pt x="5570552" y="22547"/>
                </a:cubicBezTo>
                <a:close/>
                <a:moveTo>
                  <a:pt x="4465652" y="22547"/>
                </a:moveTo>
                <a:cubicBezTo>
                  <a:pt x="4467190" y="22547"/>
                  <a:pt x="4468455" y="22671"/>
                  <a:pt x="4469448" y="22919"/>
                </a:cubicBezTo>
                <a:lnTo>
                  <a:pt x="4469448" y="27682"/>
                </a:lnTo>
                <a:cubicBezTo>
                  <a:pt x="4467959" y="27483"/>
                  <a:pt x="4466694" y="27384"/>
                  <a:pt x="4465652" y="27384"/>
                </a:cubicBezTo>
                <a:cubicBezTo>
                  <a:pt x="4463023" y="27384"/>
                  <a:pt x="4461026" y="28066"/>
                  <a:pt x="4459662" y="29431"/>
                </a:cubicBezTo>
                <a:cubicBezTo>
                  <a:pt x="4458297" y="30795"/>
                  <a:pt x="4457615" y="32792"/>
                  <a:pt x="4457615" y="35421"/>
                </a:cubicBezTo>
                <a:lnTo>
                  <a:pt x="4457615" y="40481"/>
                </a:lnTo>
                <a:lnTo>
                  <a:pt x="4468033" y="40481"/>
                </a:lnTo>
                <a:lnTo>
                  <a:pt x="4468033" y="45020"/>
                </a:lnTo>
                <a:lnTo>
                  <a:pt x="4457615" y="45020"/>
                </a:lnTo>
                <a:lnTo>
                  <a:pt x="4457615" y="80218"/>
                </a:lnTo>
                <a:lnTo>
                  <a:pt x="4452257" y="80218"/>
                </a:lnTo>
                <a:lnTo>
                  <a:pt x="4452257" y="45020"/>
                </a:lnTo>
                <a:lnTo>
                  <a:pt x="4445337" y="45020"/>
                </a:lnTo>
                <a:lnTo>
                  <a:pt x="4445337" y="40481"/>
                </a:lnTo>
                <a:lnTo>
                  <a:pt x="4452257" y="40481"/>
                </a:lnTo>
                <a:lnTo>
                  <a:pt x="4452257" y="35421"/>
                </a:lnTo>
                <a:cubicBezTo>
                  <a:pt x="4452257" y="31353"/>
                  <a:pt x="4453436" y="28190"/>
                  <a:pt x="4455792" y="25933"/>
                </a:cubicBezTo>
                <a:cubicBezTo>
                  <a:pt x="4458149" y="23676"/>
                  <a:pt x="4461435" y="22547"/>
                  <a:pt x="4465652" y="22547"/>
                </a:cubicBezTo>
                <a:close/>
                <a:moveTo>
                  <a:pt x="4103702" y="22547"/>
                </a:moveTo>
                <a:cubicBezTo>
                  <a:pt x="4105240" y="22547"/>
                  <a:pt x="4106505" y="22671"/>
                  <a:pt x="4107498" y="22919"/>
                </a:cubicBezTo>
                <a:lnTo>
                  <a:pt x="4107498" y="27682"/>
                </a:lnTo>
                <a:cubicBezTo>
                  <a:pt x="4106009" y="27483"/>
                  <a:pt x="4104744" y="27384"/>
                  <a:pt x="4103702" y="27384"/>
                </a:cubicBezTo>
                <a:cubicBezTo>
                  <a:pt x="4101073" y="27384"/>
                  <a:pt x="4099076" y="28066"/>
                  <a:pt x="4097712" y="29431"/>
                </a:cubicBezTo>
                <a:cubicBezTo>
                  <a:pt x="4096348" y="30795"/>
                  <a:pt x="4095665" y="32792"/>
                  <a:pt x="4095665" y="35421"/>
                </a:cubicBezTo>
                <a:lnTo>
                  <a:pt x="4095665" y="40481"/>
                </a:lnTo>
                <a:lnTo>
                  <a:pt x="4106084" y="40481"/>
                </a:lnTo>
                <a:lnTo>
                  <a:pt x="4106084" y="45020"/>
                </a:lnTo>
                <a:lnTo>
                  <a:pt x="4095665" y="45020"/>
                </a:lnTo>
                <a:lnTo>
                  <a:pt x="4095665" y="80218"/>
                </a:lnTo>
                <a:lnTo>
                  <a:pt x="4090307" y="80218"/>
                </a:lnTo>
                <a:lnTo>
                  <a:pt x="4090307" y="45020"/>
                </a:lnTo>
                <a:lnTo>
                  <a:pt x="4083387" y="45020"/>
                </a:lnTo>
                <a:lnTo>
                  <a:pt x="4083387" y="40481"/>
                </a:lnTo>
                <a:lnTo>
                  <a:pt x="4090307" y="40481"/>
                </a:lnTo>
                <a:lnTo>
                  <a:pt x="4090307" y="35421"/>
                </a:lnTo>
                <a:cubicBezTo>
                  <a:pt x="4090307" y="31353"/>
                  <a:pt x="4091486" y="28190"/>
                  <a:pt x="4093843" y="25933"/>
                </a:cubicBezTo>
                <a:cubicBezTo>
                  <a:pt x="4096199" y="23676"/>
                  <a:pt x="4099485" y="22547"/>
                  <a:pt x="4103702" y="22547"/>
                </a:cubicBezTo>
                <a:close/>
                <a:moveTo>
                  <a:pt x="721323" y="17087"/>
                </a:moveTo>
                <a:lnTo>
                  <a:pt x="721323" y="69270"/>
                </a:lnTo>
                <a:lnTo>
                  <a:pt x="731964" y="69270"/>
                </a:lnTo>
                <a:cubicBezTo>
                  <a:pt x="738990" y="69270"/>
                  <a:pt x="744277" y="67070"/>
                  <a:pt x="747824" y="62670"/>
                </a:cubicBezTo>
                <a:cubicBezTo>
                  <a:pt x="751371" y="58271"/>
                  <a:pt x="753144" y="51739"/>
                  <a:pt x="753144" y="43076"/>
                </a:cubicBezTo>
                <a:cubicBezTo>
                  <a:pt x="753144" y="25750"/>
                  <a:pt x="746050" y="17087"/>
                  <a:pt x="731862" y="17087"/>
                </a:cubicBezTo>
                <a:close/>
                <a:moveTo>
                  <a:pt x="596381" y="9209"/>
                </a:moveTo>
                <a:lnTo>
                  <a:pt x="608456" y="9209"/>
                </a:lnTo>
                <a:lnTo>
                  <a:pt x="608456" y="24659"/>
                </a:lnTo>
                <a:lnTo>
                  <a:pt x="624008" y="24659"/>
                </a:lnTo>
                <a:lnTo>
                  <a:pt x="624008" y="35095"/>
                </a:lnTo>
                <a:lnTo>
                  <a:pt x="608456" y="35095"/>
                </a:lnTo>
                <a:lnTo>
                  <a:pt x="608456" y="60880"/>
                </a:lnTo>
                <a:cubicBezTo>
                  <a:pt x="608456" y="64154"/>
                  <a:pt x="609121" y="66525"/>
                  <a:pt x="610451" y="67991"/>
                </a:cubicBezTo>
                <a:cubicBezTo>
                  <a:pt x="611781" y="69458"/>
                  <a:pt x="613947" y="70191"/>
                  <a:pt x="616948" y="70191"/>
                </a:cubicBezTo>
                <a:cubicBezTo>
                  <a:pt x="618858" y="70191"/>
                  <a:pt x="620836" y="69918"/>
                  <a:pt x="622883" y="69372"/>
                </a:cubicBezTo>
                <a:lnTo>
                  <a:pt x="624724" y="79604"/>
                </a:lnTo>
                <a:cubicBezTo>
                  <a:pt x="621655" y="80559"/>
                  <a:pt x="618415" y="81037"/>
                  <a:pt x="615004" y="81037"/>
                </a:cubicBezTo>
                <a:cubicBezTo>
                  <a:pt x="602589" y="81037"/>
                  <a:pt x="596381" y="75000"/>
                  <a:pt x="596381" y="62926"/>
                </a:cubicBezTo>
                <a:lnTo>
                  <a:pt x="596381" y="35095"/>
                </a:lnTo>
                <a:lnTo>
                  <a:pt x="587582" y="35095"/>
                </a:lnTo>
                <a:lnTo>
                  <a:pt x="587582" y="24659"/>
                </a:lnTo>
                <a:lnTo>
                  <a:pt x="596381" y="24659"/>
                </a:lnTo>
                <a:close/>
                <a:moveTo>
                  <a:pt x="415407" y="9209"/>
                </a:moveTo>
                <a:lnTo>
                  <a:pt x="427480" y="9209"/>
                </a:lnTo>
                <a:lnTo>
                  <a:pt x="427480" y="24659"/>
                </a:lnTo>
                <a:lnTo>
                  <a:pt x="443033" y="24659"/>
                </a:lnTo>
                <a:lnTo>
                  <a:pt x="443033" y="35095"/>
                </a:lnTo>
                <a:lnTo>
                  <a:pt x="427480" y="35095"/>
                </a:lnTo>
                <a:lnTo>
                  <a:pt x="427480" y="60880"/>
                </a:lnTo>
                <a:cubicBezTo>
                  <a:pt x="427480" y="64154"/>
                  <a:pt x="428146" y="66525"/>
                  <a:pt x="429476" y="67991"/>
                </a:cubicBezTo>
                <a:cubicBezTo>
                  <a:pt x="430806" y="69458"/>
                  <a:pt x="432972" y="70191"/>
                  <a:pt x="435973" y="70191"/>
                </a:cubicBezTo>
                <a:cubicBezTo>
                  <a:pt x="437883" y="70191"/>
                  <a:pt x="439861" y="69918"/>
                  <a:pt x="441908" y="69372"/>
                </a:cubicBezTo>
                <a:lnTo>
                  <a:pt x="443749" y="79604"/>
                </a:lnTo>
                <a:cubicBezTo>
                  <a:pt x="440680" y="80559"/>
                  <a:pt x="437440" y="81037"/>
                  <a:pt x="434029" y="81037"/>
                </a:cubicBezTo>
                <a:cubicBezTo>
                  <a:pt x="421614" y="81037"/>
                  <a:pt x="415407" y="75000"/>
                  <a:pt x="415407" y="62926"/>
                </a:cubicBezTo>
                <a:lnTo>
                  <a:pt x="415407" y="35095"/>
                </a:lnTo>
                <a:lnTo>
                  <a:pt x="406607" y="35095"/>
                </a:lnTo>
                <a:lnTo>
                  <a:pt x="406607" y="24659"/>
                </a:lnTo>
                <a:lnTo>
                  <a:pt x="415407" y="24659"/>
                </a:lnTo>
                <a:close/>
                <a:moveTo>
                  <a:pt x="709045" y="6139"/>
                </a:moveTo>
                <a:lnTo>
                  <a:pt x="732169" y="6139"/>
                </a:lnTo>
                <a:cubicBezTo>
                  <a:pt x="743151" y="6139"/>
                  <a:pt x="751507" y="9243"/>
                  <a:pt x="757237" y="15450"/>
                </a:cubicBezTo>
                <a:cubicBezTo>
                  <a:pt x="762967" y="21657"/>
                  <a:pt x="765832" y="30866"/>
                  <a:pt x="765832" y="43076"/>
                </a:cubicBezTo>
                <a:cubicBezTo>
                  <a:pt x="765832" y="55355"/>
                  <a:pt x="762950" y="64615"/>
                  <a:pt x="757186" y="70856"/>
                </a:cubicBezTo>
                <a:cubicBezTo>
                  <a:pt x="751422" y="77098"/>
                  <a:pt x="743049" y="80218"/>
                  <a:pt x="732067" y="80218"/>
                </a:cubicBezTo>
                <a:lnTo>
                  <a:pt x="709045" y="80218"/>
                </a:lnTo>
                <a:close/>
                <a:moveTo>
                  <a:pt x="33253" y="4809"/>
                </a:moveTo>
                <a:cubicBezTo>
                  <a:pt x="36937" y="4809"/>
                  <a:pt x="40535" y="5303"/>
                  <a:pt x="44048" y="6293"/>
                </a:cubicBezTo>
                <a:cubicBezTo>
                  <a:pt x="47561" y="7282"/>
                  <a:pt x="50682" y="8663"/>
                  <a:pt x="53410" y="10436"/>
                </a:cubicBezTo>
                <a:lnTo>
                  <a:pt x="49215" y="19952"/>
                </a:lnTo>
                <a:cubicBezTo>
                  <a:pt x="43826" y="17292"/>
                  <a:pt x="38438" y="15962"/>
                  <a:pt x="33049" y="15962"/>
                </a:cubicBezTo>
                <a:cubicBezTo>
                  <a:pt x="26568" y="15962"/>
                  <a:pt x="21555" y="18383"/>
                  <a:pt x="18008" y="23226"/>
                </a:cubicBezTo>
                <a:cubicBezTo>
                  <a:pt x="14461" y="28069"/>
                  <a:pt x="12687" y="34925"/>
                  <a:pt x="12687" y="43793"/>
                </a:cubicBezTo>
                <a:cubicBezTo>
                  <a:pt x="12687" y="52524"/>
                  <a:pt x="14512" y="59106"/>
                  <a:pt x="18161" y="63540"/>
                </a:cubicBezTo>
                <a:cubicBezTo>
                  <a:pt x="21811" y="67974"/>
                  <a:pt x="27217" y="70191"/>
                  <a:pt x="34379" y="70191"/>
                </a:cubicBezTo>
                <a:cubicBezTo>
                  <a:pt x="40518" y="70191"/>
                  <a:pt x="45668" y="68997"/>
                  <a:pt x="49829" y="66610"/>
                </a:cubicBezTo>
                <a:lnTo>
                  <a:pt x="54024" y="75921"/>
                </a:lnTo>
                <a:cubicBezTo>
                  <a:pt x="51841" y="77626"/>
                  <a:pt x="48960" y="78973"/>
                  <a:pt x="45378" y="79962"/>
                </a:cubicBezTo>
                <a:cubicBezTo>
                  <a:pt x="41797" y="80952"/>
                  <a:pt x="37926" y="81446"/>
                  <a:pt x="33765" y="81446"/>
                </a:cubicBezTo>
                <a:cubicBezTo>
                  <a:pt x="23056" y="81446"/>
                  <a:pt x="14750" y="78240"/>
                  <a:pt x="8850" y="71828"/>
                </a:cubicBezTo>
                <a:cubicBezTo>
                  <a:pt x="2950" y="65416"/>
                  <a:pt x="0" y="56378"/>
                  <a:pt x="0" y="44713"/>
                </a:cubicBezTo>
                <a:cubicBezTo>
                  <a:pt x="0" y="36596"/>
                  <a:pt x="1347" y="29536"/>
                  <a:pt x="4041" y="23533"/>
                </a:cubicBezTo>
                <a:cubicBezTo>
                  <a:pt x="6736" y="17531"/>
                  <a:pt x="10590" y="12909"/>
                  <a:pt x="15603" y="9669"/>
                </a:cubicBezTo>
                <a:cubicBezTo>
                  <a:pt x="20617" y="6429"/>
                  <a:pt x="26500" y="4809"/>
                  <a:pt x="33253" y="4809"/>
                </a:cubicBezTo>
                <a:close/>
                <a:moveTo>
                  <a:pt x="990897" y="2251"/>
                </a:moveTo>
                <a:cubicBezTo>
                  <a:pt x="993216" y="2251"/>
                  <a:pt x="995041" y="2899"/>
                  <a:pt x="996371" y="4195"/>
                </a:cubicBezTo>
                <a:cubicBezTo>
                  <a:pt x="997702" y="5491"/>
                  <a:pt x="998367" y="7230"/>
                  <a:pt x="998367" y="9413"/>
                </a:cubicBezTo>
                <a:cubicBezTo>
                  <a:pt x="998367" y="11733"/>
                  <a:pt x="997719" y="13523"/>
                  <a:pt x="996423" y="14785"/>
                </a:cubicBezTo>
                <a:cubicBezTo>
                  <a:pt x="995126" y="16047"/>
                  <a:pt x="993285" y="16678"/>
                  <a:pt x="990897" y="16678"/>
                </a:cubicBezTo>
                <a:cubicBezTo>
                  <a:pt x="988578" y="16678"/>
                  <a:pt x="986753" y="16030"/>
                  <a:pt x="985423" y="14734"/>
                </a:cubicBezTo>
                <a:cubicBezTo>
                  <a:pt x="984093" y="13438"/>
                  <a:pt x="983428" y="11698"/>
                  <a:pt x="983428" y="9516"/>
                </a:cubicBezTo>
                <a:cubicBezTo>
                  <a:pt x="983428" y="7196"/>
                  <a:pt x="984076" y="5406"/>
                  <a:pt x="985372" y="4144"/>
                </a:cubicBezTo>
                <a:cubicBezTo>
                  <a:pt x="986668" y="2882"/>
                  <a:pt x="988510" y="2251"/>
                  <a:pt x="990897" y="2251"/>
                </a:cubicBezTo>
                <a:close/>
                <a:moveTo>
                  <a:pt x="781347" y="2251"/>
                </a:moveTo>
                <a:cubicBezTo>
                  <a:pt x="783666" y="2251"/>
                  <a:pt x="785491" y="2899"/>
                  <a:pt x="786821" y="4195"/>
                </a:cubicBezTo>
                <a:cubicBezTo>
                  <a:pt x="788152" y="5491"/>
                  <a:pt x="788817" y="7230"/>
                  <a:pt x="788817" y="9413"/>
                </a:cubicBezTo>
                <a:cubicBezTo>
                  <a:pt x="788817" y="11733"/>
                  <a:pt x="788169" y="13523"/>
                  <a:pt x="786873" y="14785"/>
                </a:cubicBezTo>
                <a:cubicBezTo>
                  <a:pt x="785576" y="16047"/>
                  <a:pt x="783735" y="16678"/>
                  <a:pt x="781347" y="16678"/>
                </a:cubicBezTo>
                <a:cubicBezTo>
                  <a:pt x="779028" y="16678"/>
                  <a:pt x="777203" y="16030"/>
                  <a:pt x="775873" y="14734"/>
                </a:cubicBezTo>
                <a:cubicBezTo>
                  <a:pt x="774543" y="13438"/>
                  <a:pt x="773878" y="11698"/>
                  <a:pt x="773878" y="9516"/>
                </a:cubicBezTo>
                <a:cubicBezTo>
                  <a:pt x="773878" y="7196"/>
                  <a:pt x="774526" y="5406"/>
                  <a:pt x="775822" y="4144"/>
                </a:cubicBezTo>
                <a:cubicBezTo>
                  <a:pt x="777118" y="2882"/>
                  <a:pt x="778960" y="2251"/>
                  <a:pt x="781347" y="2251"/>
                </a:cubicBezTo>
                <a:close/>
                <a:moveTo>
                  <a:pt x="571797" y="2251"/>
                </a:moveTo>
                <a:cubicBezTo>
                  <a:pt x="574116" y="2251"/>
                  <a:pt x="575941" y="2899"/>
                  <a:pt x="577271" y="4195"/>
                </a:cubicBezTo>
                <a:cubicBezTo>
                  <a:pt x="578602" y="5491"/>
                  <a:pt x="579267" y="7230"/>
                  <a:pt x="579267" y="9413"/>
                </a:cubicBezTo>
                <a:cubicBezTo>
                  <a:pt x="579267" y="11733"/>
                  <a:pt x="578619" y="13523"/>
                  <a:pt x="577323" y="14785"/>
                </a:cubicBezTo>
                <a:cubicBezTo>
                  <a:pt x="576026" y="16047"/>
                  <a:pt x="574185" y="16678"/>
                  <a:pt x="571797" y="16678"/>
                </a:cubicBezTo>
                <a:cubicBezTo>
                  <a:pt x="569478" y="16678"/>
                  <a:pt x="567653" y="16030"/>
                  <a:pt x="566323" y="14734"/>
                </a:cubicBezTo>
                <a:cubicBezTo>
                  <a:pt x="564993" y="13438"/>
                  <a:pt x="564328" y="11698"/>
                  <a:pt x="564328" y="9516"/>
                </a:cubicBezTo>
                <a:cubicBezTo>
                  <a:pt x="564328" y="7196"/>
                  <a:pt x="564976" y="5406"/>
                  <a:pt x="566272" y="4144"/>
                </a:cubicBezTo>
                <a:cubicBezTo>
                  <a:pt x="567568" y="2882"/>
                  <a:pt x="569410" y="2251"/>
                  <a:pt x="571797" y="2251"/>
                </a:cubicBezTo>
                <a:close/>
                <a:moveTo>
                  <a:pt x="457497" y="2251"/>
                </a:moveTo>
                <a:cubicBezTo>
                  <a:pt x="459817" y="2251"/>
                  <a:pt x="461641" y="2899"/>
                  <a:pt x="462971" y="4195"/>
                </a:cubicBezTo>
                <a:cubicBezTo>
                  <a:pt x="464301" y="5491"/>
                  <a:pt x="464967" y="7230"/>
                  <a:pt x="464967" y="9413"/>
                </a:cubicBezTo>
                <a:cubicBezTo>
                  <a:pt x="464967" y="11733"/>
                  <a:pt x="464319" y="13523"/>
                  <a:pt x="463023" y="14785"/>
                </a:cubicBezTo>
                <a:cubicBezTo>
                  <a:pt x="461726" y="16047"/>
                  <a:pt x="459885" y="16678"/>
                  <a:pt x="457497" y="16678"/>
                </a:cubicBezTo>
                <a:cubicBezTo>
                  <a:pt x="455178" y="16678"/>
                  <a:pt x="453353" y="16030"/>
                  <a:pt x="452023" y="14734"/>
                </a:cubicBezTo>
                <a:cubicBezTo>
                  <a:pt x="450693" y="13438"/>
                  <a:pt x="450028" y="11698"/>
                  <a:pt x="450028" y="9516"/>
                </a:cubicBezTo>
                <a:cubicBezTo>
                  <a:pt x="450028" y="7196"/>
                  <a:pt x="450676" y="5406"/>
                  <a:pt x="451972" y="4144"/>
                </a:cubicBezTo>
                <a:cubicBezTo>
                  <a:pt x="453268" y="2882"/>
                  <a:pt x="455110" y="2251"/>
                  <a:pt x="457497" y="2251"/>
                </a:cubicBezTo>
                <a:close/>
                <a:moveTo>
                  <a:pt x="219372" y="2251"/>
                </a:moveTo>
                <a:cubicBezTo>
                  <a:pt x="221691" y="2251"/>
                  <a:pt x="223516" y="2899"/>
                  <a:pt x="224846" y="4195"/>
                </a:cubicBezTo>
                <a:cubicBezTo>
                  <a:pt x="226176" y="5491"/>
                  <a:pt x="226842" y="7230"/>
                  <a:pt x="226842" y="9413"/>
                </a:cubicBezTo>
                <a:cubicBezTo>
                  <a:pt x="226842" y="11733"/>
                  <a:pt x="226193" y="13523"/>
                  <a:pt x="224897" y="14785"/>
                </a:cubicBezTo>
                <a:cubicBezTo>
                  <a:pt x="223601" y="16047"/>
                  <a:pt x="221760" y="16678"/>
                  <a:pt x="219372" y="16678"/>
                </a:cubicBezTo>
                <a:cubicBezTo>
                  <a:pt x="217053" y="16678"/>
                  <a:pt x="215228" y="16030"/>
                  <a:pt x="213898" y="14734"/>
                </a:cubicBezTo>
                <a:cubicBezTo>
                  <a:pt x="212568" y="13438"/>
                  <a:pt x="211903" y="11698"/>
                  <a:pt x="211903" y="9516"/>
                </a:cubicBezTo>
                <a:cubicBezTo>
                  <a:pt x="211903" y="7196"/>
                  <a:pt x="212551" y="5406"/>
                  <a:pt x="213847" y="4144"/>
                </a:cubicBezTo>
                <a:cubicBezTo>
                  <a:pt x="215143" y="2882"/>
                  <a:pt x="216985" y="2251"/>
                  <a:pt x="219372" y="2251"/>
                </a:cubicBezTo>
                <a:close/>
                <a:moveTo>
                  <a:pt x="898726" y="1432"/>
                </a:moveTo>
                <a:lnTo>
                  <a:pt x="910800" y="1432"/>
                </a:lnTo>
                <a:lnTo>
                  <a:pt x="910800" y="64563"/>
                </a:lnTo>
                <a:cubicBezTo>
                  <a:pt x="910800" y="66473"/>
                  <a:pt x="911209" y="67872"/>
                  <a:pt x="912028" y="68758"/>
                </a:cubicBezTo>
                <a:cubicBezTo>
                  <a:pt x="912846" y="69645"/>
                  <a:pt x="914142" y="70089"/>
                  <a:pt x="915916" y="70089"/>
                </a:cubicBezTo>
                <a:cubicBezTo>
                  <a:pt x="916939" y="70089"/>
                  <a:pt x="918201" y="69986"/>
                  <a:pt x="919702" y="69782"/>
                </a:cubicBezTo>
                <a:lnTo>
                  <a:pt x="920520" y="80014"/>
                </a:lnTo>
                <a:cubicBezTo>
                  <a:pt x="918065" y="80628"/>
                  <a:pt x="915472" y="80934"/>
                  <a:pt x="912744" y="80934"/>
                </a:cubicBezTo>
                <a:cubicBezTo>
                  <a:pt x="903399" y="80934"/>
                  <a:pt x="898726" y="76228"/>
                  <a:pt x="898726" y="66814"/>
                </a:cubicBezTo>
                <a:close/>
                <a:moveTo>
                  <a:pt x="536776" y="1432"/>
                </a:moveTo>
                <a:lnTo>
                  <a:pt x="548850" y="1432"/>
                </a:lnTo>
                <a:lnTo>
                  <a:pt x="548850" y="64563"/>
                </a:lnTo>
                <a:cubicBezTo>
                  <a:pt x="548850" y="66473"/>
                  <a:pt x="549259" y="67872"/>
                  <a:pt x="550077" y="68758"/>
                </a:cubicBezTo>
                <a:cubicBezTo>
                  <a:pt x="550896" y="69645"/>
                  <a:pt x="552192" y="70089"/>
                  <a:pt x="553966" y="70089"/>
                </a:cubicBezTo>
                <a:cubicBezTo>
                  <a:pt x="554989" y="70089"/>
                  <a:pt x="556251" y="69986"/>
                  <a:pt x="557752" y="69782"/>
                </a:cubicBezTo>
                <a:lnTo>
                  <a:pt x="558570" y="80014"/>
                </a:lnTo>
                <a:cubicBezTo>
                  <a:pt x="556114" y="80628"/>
                  <a:pt x="553522" y="80934"/>
                  <a:pt x="550794" y="80934"/>
                </a:cubicBezTo>
                <a:cubicBezTo>
                  <a:pt x="541449" y="80934"/>
                  <a:pt x="536776" y="76228"/>
                  <a:pt x="536776" y="66814"/>
                </a:cubicBezTo>
                <a:close/>
                <a:moveTo>
                  <a:pt x="272913" y="1432"/>
                </a:moveTo>
                <a:lnTo>
                  <a:pt x="284987" y="1432"/>
                </a:lnTo>
                <a:lnTo>
                  <a:pt x="284987" y="80218"/>
                </a:lnTo>
                <a:lnTo>
                  <a:pt x="274039" y="80218"/>
                </a:lnTo>
                <a:lnTo>
                  <a:pt x="274039" y="72442"/>
                </a:lnTo>
                <a:cubicBezTo>
                  <a:pt x="270423" y="78513"/>
                  <a:pt x="265239" y="81548"/>
                  <a:pt x="258486" y="81548"/>
                </a:cubicBezTo>
                <a:cubicBezTo>
                  <a:pt x="252074" y="81548"/>
                  <a:pt x="247095" y="78990"/>
                  <a:pt x="243548" y="73874"/>
                </a:cubicBezTo>
                <a:cubicBezTo>
                  <a:pt x="240000" y="68758"/>
                  <a:pt x="238227" y="61596"/>
                  <a:pt x="238227" y="52387"/>
                </a:cubicBezTo>
                <a:cubicBezTo>
                  <a:pt x="238227" y="43179"/>
                  <a:pt x="240035" y="36033"/>
                  <a:pt x="243650" y="30951"/>
                </a:cubicBezTo>
                <a:cubicBezTo>
                  <a:pt x="247265" y="25870"/>
                  <a:pt x="252347" y="23329"/>
                  <a:pt x="258895" y="23329"/>
                </a:cubicBezTo>
                <a:cubicBezTo>
                  <a:pt x="261760" y="23329"/>
                  <a:pt x="264404" y="23857"/>
                  <a:pt x="266825" y="24915"/>
                </a:cubicBezTo>
                <a:cubicBezTo>
                  <a:pt x="269246" y="25972"/>
                  <a:pt x="271276" y="27490"/>
                  <a:pt x="272913" y="29468"/>
                </a:cubicBezTo>
                <a:close/>
                <a:moveTo>
                  <a:pt x="198359" y="0"/>
                </a:moveTo>
                <a:cubicBezTo>
                  <a:pt x="200611" y="0"/>
                  <a:pt x="202589" y="170"/>
                  <a:pt x="204294" y="511"/>
                </a:cubicBezTo>
                <a:lnTo>
                  <a:pt x="204294" y="11050"/>
                </a:lnTo>
                <a:cubicBezTo>
                  <a:pt x="202452" y="10778"/>
                  <a:pt x="200474" y="10641"/>
                  <a:pt x="198359" y="10641"/>
                </a:cubicBezTo>
                <a:cubicBezTo>
                  <a:pt x="192016" y="10641"/>
                  <a:pt x="188844" y="13677"/>
                  <a:pt x="188844" y="19748"/>
                </a:cubicBezTo>
                <a:lnTo>
                  <a:pt x="188844" y="24659"/>
                </a:lnTo>
                <a:lnTo>
                  <a:pt x="202350" y="24659"/>
                </a:lnTo>
                <a:lnTo>
                  <a:pt x="202350" y="35095"/>
                </a:lnTo>
                <a:lnTo>
                  <a:pt x="188844" y="35095"/>
                </a:lnTo>
                <a:lnTo>
                  <a:pt x="188844" y="80218"/>
                </a:lnTo>
                <a:lnTo>
                  <a:pt x="176770" y="80218"/>
                </a:lnTo>
                <a:lnTo>
                  <a:pt x="176770" y="35095"/>
                </a:lnTo>
                <a:lnTo>
                  <a:pt x="168073" y="35095"/>
                </a:lnTo>
                <a:lnTo>
                  <a:pt x="168073" y="24659"/>
                </a:lnTo>
                <a:lnTo>
                  <a:pt x="176873" y="24659"/>
                </a:lnTo>
                <a:lnTo>
                  <a:pt x="176873" y="19748"/>
                </a:lnTo>
                <a:cubicBezTo>
                  <a:pt x="176873" y="13472"/>
                  <a:pt x="178748" y="8612"/>
                  <a:pt x="182500" y="5167"/>
                </a:cubicBezTo>
                <a:cubicBezTo>
                  <a:pt x="186252" y="1722"/>
                  <a:pt x="191538" y="0"/>
                  <a:pt x="198359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27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0" i="0" u="none" strike="noStrike" kern="1200" cap="none" spc="0" normalizeH="0" baseline="0" noProof="0" dirty="0">
              <a:ln w="1270">
                <a:solidFill>
                  <a:srgbClr val="000000">
                    <a:alpha val="1000"/>
                  </a:srgbClr>
                </a:solidFill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Samsung SS Body KR Regular"/>
              <a:ea typeface="Samsung SS Body KR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949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32">
          <p15:clr>
            <a:srgbClr val="F26B43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_v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68300"/>
            <a:ext cx="11161453" cy="44012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514417" y="924271"/>
            <a:ext cx="11161453" cy="54168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square" lIns="0" tIns="0" rIns="0" bIns="0" spcCol="0" rtlCol="0" fromWordArt="0" anchor="t" anchorCtr="0" forceAA="0">
            <a:spAutoFit/>
          </a:bodyPr>
          <a:lstStyle>
            <a:lvl1pPr marL="144000" marR="0" indent="-144000" algn="l" defTabSz="117648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 lang="en-US" altLang="ko-KR" sz="1600" b="0" i="0" u="none" strike="noStrike" cap="none" spc="-30" baseline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404040"/>
                </a:solidFill>
                <a:latin typeface="Samsung SS Body KR Regular" pitchFamily="2" charset="-127"/>
                <a:ea typeface="Samsung SS Body KR Regular" pitchFamily="2" charset="-127"/>
                <a:cs typeface="Samsung SS Body KR Regular" pitchFamily="2" charset="-127"/>
                <a:sym typeface="Arial" panose="020B0604020202020204" pitchFamily="34" charset="0"/>
              </a:defRPr>
            </a:lvl1pPr>
          </a:lstStyle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lang="en-US" altLang="ko-KR" dirty="0"/>
              <a:t>Samsung one Korean 400_18~22pt</a:t>
            </a:r>
          </a:p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/>
            </a:pPr>
            <a:r>
              <a:rPr lang="en-US" altLang="ko-KR" dirty="0"/>
              <a:t>Samsung one Korean 400_18~22pt</a:t>
            </a:r>
          </a:p>
        </p:txBody>
      </p:sp>
      <p:cxnSp>
        <p:nvCxnSpPr>
          <p:cNvPr id="4" name="직선 연결선 3"/>
          <p:cNvCxnSpPr/>
          <p:nvPr userDrawn="1"/>
        </p:nvCxnSpPr>
        <p:spPr bwMode="auto">
          <a:xfrm>
            <a:off x="514417" y="838200"/>
            <a:ext cx="11161453" cy="0"/>
          </a:xfrm>
          <a:prstGeom prst="line">
            <a:avLst/>
          </a:prstGeom>
          <a:solidFill>
            <a:srgbClr val="DDDDDD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517830" y="6264326"/>
            <a:ext cx="2584041" cy="15234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none" lIns="0" tIns="0" rIns="0" bIns="0" spcCol="0" rtlCol="0" fromWordArt="0" anchor="b" anchorCtr="0" forceAA="0">
            <a:spAutoFit/>
          </a:bodyPr>
          <a:lstStyle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defRPr lang="ko-KR" altLang="en-US" sz="900" b="0" spc="0" baseline="0" dirty="0" smtClean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Samsung SS Body KR Regular" pitchFamily="2" charset="-127"/>
                <a:ea typeface="Samsung SS Body KR Regular" pitchFamily="2" charset="-127"/>
                <a:cs typeface="Samsung SS Body KR Regular" pitchFamily="2" charset="-127"/>
                <a:sym typeface="Arial" panose="020B0604020202020204" pitchFamily="34" charset="0"/>
              </a:defRPr>
            </a:lvl1pPr>
          </a:lstStyle>
          <a:p>
            <a:pPr marL="0" marR="0" lvl="0" indent="0" algn="l" defTabSz="1176719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Source or note: Samsung one Korean 400 / 10pt</a:t>
            </a:r>
            <a:endParaRPr lang="ko-KR" altLang="en-US" dirty="0"/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142951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 SS Body KR Regular"/>
              <a:cs typeface="+mn-cs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52421"/>
            <a:ext cx="1986121" cy="200055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lvl1pPr>
              <a:defRPr sz="1300">
                <a:ln w="1270">
                  <a:solidFill>
                    <a:srgbClr val="000000">
                      <a:alpha val="784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Samsung one Korean 500</a:t>
            </a:r>
            <a:endParaRPr lang="ko-KR" alt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26E9C31-90C6-4AF0-AB51-A3891AA9DC42}"/>
              </a:ext>
            </a:extLst>
          </p:cNvPr>
          <p:cNvSpPr txBox="1">
            <a:spLocks/>
          </p:cNvSpPr>
          <p:nvPr userDrawn="1"/>
        </p:nvSpPr>
        <p:spPr>
          <a:xfrm>
            <a:off x="11551029" y="6573671"/>
            <a:ext cx="125034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CC8D0D-EAEC-449D-9161-023DFF90F2E2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/>
                <a:cs typeface="Samsung Sharp Sans Bold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Samsung SS Body KR Regular" pitchFamily="2" charset="-127"/>
              <a:ea typeface="Samsung SS Body KR Regular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946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139">
          <p15:clr>
            <a:srgbClr val="F26B43"/>
          </p15:clr>
        </p15:guide>
        <p15:guide id="4" orient="horz" pos="4134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42">
          <p15:clr>
            <a:srgbClr val="FBAE40"/>
          </p15:clr>
        </p15:guide>
        <p15:guide id="7" orient="horz" pos="52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6447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그룹 20"/>
          <p:cNvGrpSpPr/>
          <p:nvPr userDrawn="1"/>
        </p:nvGrpSpPr>
        <p:grpSpPr>
          <a:xfrm>
            <a:off x="3065861" y="3106019"/>
            <a:ext cx="6060277" cy="607871"/>
            <a:chOff x="3152775" y="4341813"/>
            <a:chExt cx="6059488" cy="608012"/>
          </a:xfrm>
        </p:grpSpPr>
        <p:sp>
          <p:nvSpPr>
            <p:cNvPr id="22" name="Freeform 5"/>
            <p:cNvSpPr>
              <a:spLocks/>
            </p:cNvSpPr>
            <p:nvPr userDrawn="1"/>
          </p:nvSpPr>
          <p:spPr bwMode="auto">
            <a:xfrm>
              <a:off x="3152775" y="4406900"/>
              <a:ext cx="312738" cy="534987"/>
            </a:xfrm>
            <a:custGeom>
              <a:avLst/>
              <a:gdLst>
                <a:gd name="T0" fmla="*/ 0 w 197"/>
                <a:gd name="T1" fmla="*/ 0 h 337"/>
                <a:gd name="T2" fmla="*/ 197 w 197"/>
                <a:gd name="T3" fmla="*/ 0 h 337"/>
                <a:gd name="T4" fmla="*/ 197 w 197"/>
                <a:gd name="T5" fmla="*/ 60 h 337"/>
                <a:gd name="T6" fmla="*/ 62 w 197"/>
                <a:gd name="T7" fmla="*/ 60 h 337"/>
                <a:gd name="T8" fmla="*/ 62 w 197"/>
                <a:gd name="T9" fmla="*/ 137 h 337"/>
                <a:gd name="T10" fmla="*/ 197 w 197"/>
                <a:gd name="T11" fmla="*/ 137 h 337"/>
                <a:gd name="T12" fmla="*/ 197 w 197"/>
                <a:gd name="T13" fmla="*/ 197 h 337"/>
                <a:gd name="T14" fmla="*/ 62 w 197"/>
                <a:gd name="T15" fmla="*/ 197 h 337"/>
                <a:gd name="T16" fmla="*/ 62 w 197"/>
                <a:gd name="T17" fmla="*/ 277 h 337"/>
                <a:gd name="T18" fmla="*/ 197 w 197"/>
                <a:gd name="T19" fmla="*/ 277 h 337"/>
                <a:gd name="T20" fmla="*/ 197 w 197"/>
                <a:gd name="T21" fmla="*/ 337 h 337"/>
                <a:gd name="T22" fmla="*/ 0 w 197"/>
                <a:gd name="T23" fmla="*/ 337 h 337"/>
                <a:gd name="T24" fmla="*/ 0 w 197"/>
                <a:gd name="T25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7" h="337">
                  <a:moveTo>
                    <a:pt x="0" y="0"/>
                  </a:moveTo>
                  <a:lnTo>
                    <a:pt x="197" y="0"/>
                  </a:lnTo>
                  <a:lnTo>
                    <a:pt x="197" y="60"/>
                  </a:lnTo>
                  <a:lnTo>
                    <a:pt x="62" y="60"/>
                  </a:lnTo>
                  <a:lnTo>
                    <a:pt x="62" y="137"/>
                  </a:lnTo>
                  <a:lnTo>
                    <a:pt x="197" y="137"/>
                  </a:lnTo>
                  <a:lnTo>
                    <a:pt x="197" y="197"/>
                  </a:lnTo>
                  <a:lnTo>
                    <a:pt x="62" y="197"/>
                  </a:lnTo>
                  <a:lnTo>
                    <a:pt x="62" y="277"/>
                  </a:lnTo>
                  <a:lnTo>
                    <a:pt x="197" y="277"/>
                  </a:lnTo>
                  <a:lnTo>
                    <a:pt x="197" y="337"/>
                  </a:lnTo>
                  <a:lnTo>
                    <a:pt x="0" y="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3" name="Freeform 6"/>
            <p:cNvSpPr>
              <a:spLocks/>
            </p:cNvSpPr>
            <p:nvPr userDrawn="1"/>
          </p:nvSpPr>
          <p:spPr bwMode="auto">
            <a:xfrm>
              <a:off x="3517900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60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8 w 104"/>
                <a:gd name="T13" fmla="*/ 115 h 115"/>
                <a:gd name="T14" fmla="*/ 78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60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34"/>
                    <a:pt x="69" y="23"/>
                    <a:pt x="52" y="23"/>
                  </a:cubicBezTo>
                  <a:cubicBezTo>
                    <a:pt x="38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4" name="Freeform 7"/>
            <p:cNvSpPr>
              <a:spLocks noEditPoints="1"/>
            </p:cNvSpPr>
            <p:nvPr userDrawn="1"/>
          </p:nvSpPr>
          <p:spPr bwMode="auto">
            <a:xfrm>
              <a:off x="3949700" y="4398963"/>
              <a:ext cx="442913" cy="550862"/>
            </a:xfrm>
            <a:custGeom>
              <a:avLst/>
              <a:gdLst>
                <a:gd name="T0" fmla="*/ 0 w 118"/>
                <a:gd name="T1" fmla="*/ 86 h 144"/>
                <a:gd name="T2" fmla="*/ 56 w 118"/>
                <a:gd name="T3" fmla="*/ 27 h 144"/>
                <a:gd name="T4" fmla="*/ 92 w 118"/>
                <a:gd name="T5" fmla="*/ 43 h 144"/>
                <a:gd name="T6" fmla="*/ 92 w 118"/>
                <a:gd name="T7" fmla="*/ 0 h 144"/>
                <a:gd name="T8" fmla="*/ 118 w 118"/>
                <a:gd name="T9" fmla="*/ 0 h 144"/>
                <a:gd name="T10" fmla="*/ 118 w 118"/>
                <a:gd name="T11" fmla="*/ 142 h 144"/>
                <a:gd name="T12" fmla="*/ 92 w 118"/>
                <a:gd name="T13" fmla="*/ 142 h 144"/>
                <a:gd name="T14" fmla="*/ 92 w 118"/>
                <a:gd name="T15" fmla="*/ 127 h 144"/>
                <a:gd name="T16" fmla="*/ 56 w 118"/>
                <a:gd name="T17" fmla="*/ 144 h 144"/>
                <a:gd name="T18" fmla="*/ 0 w 118"/>
                <a:gd name="T19" fmla="*/ 86 h 144"/>
                <a:gd name="T20" fmla="*/ 94 w 118"/>
                <a:gd name="T21" fmla="*/ 86 h 144"/>
                <a:gd name="T22" fmla="*/ 60 w 118"/>
                <a:gd name="T23" fmla="*/ 51 h 144"/>
                <a:gd name="T24" fmla="*/ 26 w 118"/>
                <a:gd name="T25" fmla="*/ 86 h 144"/>
                <a:gd name="T26" fmla="*/ 60 w 118"/>
                <a:gd name="T27" fmla="*/ 120 h 144"/>
                <a:gd name="T28" fmla="*/ 94 w 118"/>
                <a:gd name="T29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8" h="144">
                  <a:moveTo>
                    <a:pt x="0" y="86"/>
                  </a:moveTo>
                  <a:cubicBezTo>
                    <a:pt x="0" y="49"/>
                    <a:pt x="28" y="27"/>
                    <a:pt x="56" y="27"/>
                  </a:cubicBezTo>
                  <a:cubicBezTo>
                    <a:pt x="71" y="27"/>
                    <a:pt x="84" y="33"/>
                    <a:pt x="92" y="43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27"/>
                    <a:pt x="92" y="127"/>
                    <a:pt x="92" y="127"/>
                  </a:cubicBezTo>
                  <a:cubicBezTo>
                    <a:pt x="84" y="138"/>
                    <a:pt x="70" y="144"/>
                    <a:pt x="56" y="144"/>
                  </a:cubicBezTo>
                  <a:cubicBezTo>
                    <a:pt x="29" y="144"/>
                    <a:pt x="0" y="123"/>
                    <a:pt x="0" y="86"/>
                  </a:cubicBezTo>
                  <a:close/>
                  <a:moveTo>
                    <a:pt x="94" y="86"/>
                  </a:moveTo>
                  <a:cubicBezTo>
                    <a:pt x="94" y="67"/>
                    <a:pt x="79" y="51"/>
                    <a:pt x="60" y="51"/>
                  </a:cubicBezTo>
                  <a:cubicBezTo>
                    <a:pt x="41" y="51"/>
                    <a:pt x="26" y="66"/>
                    <a:pt x="26" y="86"/>
                  </a:cubicBezTo>
                  <a:cubicBezTo>
                    <a:pt x="26" y="105"/>
                    <a:pt x="41" y="120"/>
                    <a:pt x="60" y="120"/>
                  </a:cubicBezTo>
                  <a:cubicBezTo>
                    <a:pt x="79" y="120"/>
                    <a:pt x="94" y="105"/>
                    <a:pt x="94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5" name="Freeform 8"/>
            <p:cNvSpPr>
              <a:spLocks noEditPoints="1"/>
            </p:cNvSpPr>
            <p:nvPr userDrawn="1"/>
          </p:nvSpPr>
          <p:spPr bwMode="auto">
            <a:xfrm>
              <a:off x="4611688" y="4502150"/>
              <a:ext cx="438150" cy="447675"/>
            </a:xfrm>
            <a:custGeom>
              <a:avLst/>
              <a:gdLst>
                <a:gd name="T0" fmla="*/ 0 w 117"/>
                <a:gd name="T1" fmla="*/ 59 h 117"/>
                <a:gd name="T2" fmla="*/ 58 w 117"/>
                <a:gd name="T3" fmla="*/ 0 h 117"/>
                <a:gd name="T4" fmla="*/ 117 w 117"/>
                <a:gd name="T5" fmla="*/ 59 h 117"/>
                <a:gd name="T6" fmla="*/ 58 w 117"/>
                <a:gd name="T7" fmla="*/ 117 h 117"/>
                <a:gd name="T8" fmla="*/ 0 w 117"/>
                <a:gd name="T9" fmla="*/ 59 h 117"/>
                <a:gd name="T10" fmla="*/ 91 w 117"/>
                <a:gd name="T11" fmla="*/ 59 h 117"/>
                <a:gd name="T12" fmla="*/ 58 w 117"/>
                <a:gd name="T13" fmla="*/ 25 h 117"/>
                <a:gd name="T14" fmla="*/ 26 w 117"/>
                <a:gd name="T15" fmla="*/ 59 h 117"/>
                <a:gd name="T16" fmla="*/ 58 w 117"/>
                <a:gd name="T17" fmla="*/ 93 h 117"/>
                <a:gd name="T18" fmla="*/ 91 w 117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1" y="0"/>
                    <a:pt x="117" y="26"/>
                    <a:pt x="117" y="59"/>
                  </a:cubicBezTo>
                  <a:cubicBezTo>
                    <a:pt x="117" y="91"/>
                    <a:pt x="91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7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7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5060950" y="4341813"/>
              <a:ext cx="255588" cy="600075"/>
            </a:xfrm>
            <a:custGeom>
              <a:avLst/>
              <a:gdLst>
                <a:gd name="T0" fmla="*/ 0 w 68"/>
                <a:gd name="T1" fmla="*/ 45 h 157"/>
                <a:gd name="T2" fmla="*/ 19 w 68"/>
                <a:gd name="T3" fmla="*/ 45 h 157"/>
                <a:gd name="T4" fmla="*/ 19 w 68"/>
                <a:gd name="T5" fmla="*/ 44 h 157"/>
                <a:gd name="T6" fmla="*/ 66 w 68"/>
                <a:gd name="T7" fmla="*/ 0 h 157"/>
                <a:gd name="T8" fmla="*/ 68 w 68"/>
                <a:gd name="T9" fmla="*/ 0 h 157"/>
                <a:gd name="T10" fmla="*/ 68 w 68"/>
                <a:gd name="T11" fmla="*/ 24 h 157"/>
                <a:gd name="T12" fmla="*/ 45 w 68"/>
                <a:gd name="T13" fmla="*/ 45 h 157"/>
                <a:gd name="T14" fmla="*/ 68 w 68"/>
                <a:gd name="T15" fmla="*/ 45 h 157"/>
                <a:gd name="T16" fmla="*/ 68 w 68"/>
                <a:gd name="T17" fmla="*/ 68 h 157"/>
                <a:gd name="T18" fmla="*/ 45 w 68"/>
                <a:gd name="T19" fmla="*/ 68 h 157"/>
                <a:gd name="T20" fmla="*/ 45 w 68"/>
                <a:gd name="T21" fmla="*/ 157 h 157"/>
                <a:gd name="T22" fmla="*/ 19 w 68"/>
                <a:gd name="T23" fmla="*/ 157 h 157"/>
                <a:gd name="T24" fmla="*/ 19 w 68"/>
                <a:gd name="T25" fmla="*/ 68 h 157"/>
                <a:gd name="T26" fmla="*/ 0 w 68"/>
                <a:gd name="T27" fmla="*/ 68 h 157"/>
                <a:gd name="T28" fmla="*/ 0 w 68"/>
                <a:gd name="T29" fmla="*/ 4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157">
                  <a:moveTo>
                    <a:pt x="0" y="45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12"/>
                    <a:pt x="32" y="0"/>
                    <a:pt x="6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48" y="24"/>
                    <a:pt x="45" y="28"/>
                    <a:pt x="45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19" y="157"/>
                    <a:pt x="19" y="157"/>
                    <a:pt x="19" y="157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0" y="68"/>
                    <a:pt x="0" y="68"/>
                    <a:pt x="0" y="68"/>
                  </a:cubicBezTo>
                  <a:lnTo>
                    <a:pt x="0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 userDrawn="1"/>
          </p:nvSpPr>
          <p:spPr bwMode="auto">
            <a:xfrm>
              <a:off x="5538788" y="4406900"/>
              <a:ext cx="420688" cy="534987"/>
            </a:xfrm>
            <a:custGeom>
              <a:avLst/>
              <a:gdLst>
                <a:gd name="T0" fmla="*/ 0 w 112"/>
                <a:gd name="T1" fmla="*/ 0 h 140"/>
                <a:gd name="T2" fmla="*/ 38 w 112"/>
                <a:gd name="T3" fmla="*/ 0 h 140"/>
                <a:gd name="T4" fmla="*/ 112 w 112"/>
                <a:gd name="T5" fmla="*/ 70 h 140"/>
                <a:gd name="T6" fmla="*/ 39 w 112"/>
                <a:gd name="T7" fmla="*/ 140 h 140"/>
                <a:gd name="T8" fmla="*/ 0 w 112"/>
                <a:gd name="T9" fmla="*/ 140 h 140"/>
                <a:gd name="T10" fmla="*/ 0 w 112"/>
                <a:gd name="T11" fmla="*/ 0 h 140"/>
                <a:gd name="T12" fmla="*/ 26 w 112"/>
                <a:gd name="T13" fmla="*/ 24 h 140"/>
                <a:gd name="T14" fmla="*/ 26 w 112"/>
                <a:gd name="T15" fmla="*/ 116 h 140"/>
                <a:gd name="T16" fmla="*/ 36 w 112"/>
                <a:gd name="T17" fmla="*/ 116 h 140"/>
                <a:gd name="T18" fmla="*/ 86 w 112"/>
                <a:gd name="T19" fmla="*/ 70 h 140"/>
                <a:gd name="T20" fmla="*/ 35 w 112"/>
                <a:gd name="T21" fmla="*/ 24 h 140"/>
                <a:gd name="T22" fmla="*/ 26 w 112"/>
                <a:gd name="T23" fmla="*/ 2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40">
                  <a:moveTo>
                    <a:pt x="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85" y="0"/>
                    <a:pt x="112" y="30"/>
                    <a:pt x="112" y="70"/>
                  </a:cubicBezTo>
                  <a:cubicBezTo>
                    <a:pt x="112" y="110"/>
                    <a:pt x="82" y="140"/>
                    <a:pt x="39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6" y="24"/>
                  </a:moveTo>
                  <a:cubicBezTo>
                    <a:pt x="26" y="116"/>
                    <a:pt x="26" y="116"/>
                    <a:pt x="26" y="116"/>
                  </a:cubicBezTo>
                  <a:cubicBezTo>
                    <a:pt x="36" y="116"/>
                    <a:pt x="36" y="116"/>
                    <a:pt x="36" y="116"/>
                  </a:cubicBezTo>
                  <a:cubicBezTo>
                    <a:pt x="67" y="116"/>
                    <a:pt x="86" y="96"/>
                    <a:pt x="86" y="70"/>
                  </a:cubicBezTo>
                  <a:cubicBezTo>
                    <a:pt x="86" y="43"/>
                    <a:pt x="70" y="24"/>
                    <a:pt x="35" y="24"/>
                  </a:cubicBezTo>
                  <a:lnTo>
                    <a:pt x="26" y="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8" name="Freeform 11"/>
            <p:cNvSpPr>
              <a:spLocks noEditPoints="1"/>
            </p:cNvSpPr>
            <p:nvPr userDrawn="1"/>
          </p:nvSpPr>
          <p:spPr bwMode="auto">
            <a:xfrm>
              <a:off x="5989638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8 w 116"/>
                <a:gd name="T3" fmla="*/ 0 h 117"/>
                <a:gd name="T4" fmla="*/ 116 w 116"/>
                <a:gd name="T5" fmla="*/ 59 h 117"/>
                <a:gd name="T6" fmla="*/ 58 w 116"/>
                <a:gd name="T7" fmla="*/ 117 h 117"/>
                <a:gd name="T8" fmla="*/ 0 w 116"/>
                <a:gd name="T9" fmla="*/ 59 h 117"/>
                <a:gd name="T10" fmla="*/ 91 w 116"/>
                <a:gd name="T11" fmla="*/ 59 h 117"/>
                <a:gd name="T12" fmla="*/ 58 w 116"/>
                <a:gd name="T13" fmla="*/ 25 h 117"/>
                <a:gd name="T14" fmla="*/ 26 w 116"/>
                <a:gd name="T15" fmla="*/ 59 h 117"/>
                <a:gd name="T16" fmla="*/ 58 w 116"/>
                <a:gd name="T17" fmla="*/ 93 h 117"/>
                <a:gd name="T18" fmla="*/ 91 w 116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0" y="0"/>
                    <a:pt x="116" y="26"/>
                    <a:pt x="116" y="59"/>
                  </a:cubicBezTo>
                  <a:cubicBezTo>
                    <a:pt x="116" y="91"/>
                    <a:pt x="90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6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6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9" name="Freeform 12"/>
            <p:cNvSpPr>
              <a:spLocks/>
            </p:cNvSpPr>
            <p:nvPr userDrawn="1"/>
          </p:nvSpPr>
          <p:spPr bwMode="auto">
            <a:xfrm>
              <a:off x="6459538" y="4502150"/>
              <a:ext cx="420688" cy="447675"/>
            </a:xfrm>
            <a:custGeom>
              <a:avLst/>
              <a:gdLst>
                <a:gd name="T0" fmla="*/ 0 w 112"/>
                <a:gd name="T1" fmla="*/ 59 h 117"/>
                <a:gd name="T2" fmla="*/ 58 w 112"/>
                <a:gd name="T3" fmla="*/ 0 h 117"/>
                <a:gd name="T4" fmla="*/ 112 w 112"/>
                <a:gd name="T5" fmla="*/ 35 h 117"/>
                <a:gd name="T6" fmla="*/ 89 w 112"/>
                <a:gd name="T7" fmla="*/ 45 h 117"/>
                <a:gd name="T8" fmla="*/ 59 w 112"/>
                <a:gd name="T9" fmla="*/ 25 h 117"/>
                <a:gd name="T10" fmla="*/ 25 w 112"/>
                <a:gd name="T11" fmla="*/ 59 h 117"/>
                <a:gd name="T12" fmla="*/ 59 w 112"/>
                <a:gd name="T13" fmla="*/ 93 h 117"/>
                <a:gd name="T14" fmla="*/ 89 w 112"/>
                <a:gd name="T15" fmla="*/ 72 h 117"/>
                <a:gd name="T16" fmla="*/ 112 w 112"/>
                <a:gd name="T17" fmla="*/ 82 h 117"/>
                <a:gd name="T18" fmla="*/ 58 w 112"/>
                <a:gd name="T19" fmla="*/ 117 h 117"/>
                <a:gd name="T20" fmla="*/ 0 w 112"/>
                <a:gd name="T21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84" y="0"/>
                    <a:pt x="103" y="15"/>
                    <a:pt x="112" y="35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84" y="33"/>
                    <a:pt x="72" y="25"/>
                    <a:pt x="59" y="25"/>
                  </a:cubicBezTo>
                  <a:cubicBezTo>
                    <a:pt x="40" y="25"/>
                    <a:pt x="25" y="40"/>
                    <a:pt x="25" y="59"/>
                  </a:cubicBezTo>
                  <a:cubicBezTo>
                    <a:pt x="25" y="78"/>
                    <a:pt x="40" y="93"/>
                    <a:pt x="59" y="93"/>
                  </a:cubicBezTo>
                  <a:cubicBezTo>
                    <a:pt x="73" y="93"/>
                    <a:pt x="84" y="84"/>
                    <a:pt x="89" y="72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03" y="103"/>
                    <a:pt x="84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30" name="Freeform 13"/>
            <p:cNvSpPr>
              <a:spLocks/>
            </p:cNvSpPr>
            <p:nvPr userDrawn="1"/>
          </p:nvSpPr>
          <p:spPr bwMode="auto">
            <a:xfrm>
              <a:off x="6916738" y="4513263"/>
              <a:ext cx="379413" cy="436562"/>
            </a:xfrm>
            <a:custGeom>
              <a:avLst/>
              <a:gdLst>
                <a:gd name="T0" fmla="*/ 101 w 101"/>
                <a:gd name="T1" fmla="*/ 112 h 114"/>
                <a:gd name="T2" fmla="*/ 76 w 101"/>
                <a:gd name="T3" fmla="*/ 112 h 114"/>
                <a:gd name="T4" fmla="*/ 76 w 101"/>
                <a:gd name="T5" fmla="*/ 99 h 114"/>
                <a:gd name="T6" fmla="*/ 43 w 101"/>
                <a:gd name="T7" fmla="*/ 114 h 114"/>
                <a:gd name="T8" fmla="*/ 0 w 101"/>
                <a:gd name="T9" fmla="*/ 66 h 114"/>
                <a:gd name="T10" fmla="*/ 0 w 101"/>
                <a:gd name="T11" fmla="*/ 0 h 114"/>
                <a:gd name="T12" fmla="*/ 26 w 101"/>
                <a:gd name="T13" fmla="*/ 0 h 114"/>
                <a:gd name="T14" fmla="*/ 26 w 101"/>
                <a:gd name="T15" fmla="*/ 64 h 114"/>
                <a:gd name="T16" fmla="*/ 50 w 101"/>
                <a:gd name="T17" fmla="*/ 92 h 114"/>
                <a:gd name="T18" fmla="*/ 75 w 101"/>
                <a:gd name="T19" fmla="*/ 61 h 114"/>
                <a:gd name="T20" fmla="*/ 75 w 101"/>
                <a:gd name="T21" fmla="*/ 0 h 114"/>
                <a:gd name="T22" fmla="*/ 101 w 101"/>
                <a:gd name="T23" fmla="*/ 0 h 114"/>
                <a:gd name="T24" fmla="*/ 101 w 101"/>
                <a:gd name="T25" fmla="*/ 1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1" h="114">
                  <a:moveTo>
                    <a:pt x="101" y="112"/>
                  </a:moveTo>
                  <a:cubicBezTo>
                    <a:pt x="76" y="112"/>
                    <a:pt x="76" y="112"/>
                    <a:pt x="76" y="112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68" y="109"/>
                    <a:pt x="58" y="114"/>
                    <a:pt x="43" y="114"/>
                  </a:cubicBezTo>
                  <a:cubicBezTo>
                    <a:pt x="17" y="114"/>
                    <a:pt x="0" y="96"/>
                    <a:pt x="0" y="6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81"/>
                    <a:pt x="34" y="92"/>
                    <a:pt x="50" y="92"/>
                  </a:cubicBezTo>
                  <a:cubicBezTo>
                    <a:pt x="65" y="92"/>
                    <a:pt x="75" y="81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101" y="0"/>
                    <a:pt x="101" y="0"/>
                    <a:pt x="101" y="0"/>
                  </a:cubicBezTo>
                  <a:lnTo>
                    <a:pt x="101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31" name="Freeform 14"/>
            <p:cNvSpPr>
              <a:spLocks/>
            </p:cNvSpPr>
            <p:nvPr userDrawn="1"/>
          </p:nvSpPr>
          <p:spPr bwMode="auto">
            <a:xfrm>
              <a:off x="7356475" y="4502150"/>
              <a:ext cx="665163" cy="439737"/>
            </a:xfrm>
            <a:custGeom>
              <a:avLst/>
              <a:gdLst>
                <a:gd name="T0" fmla="*/ 0 w 177"/>
                <a:gd name="T1" fmla="*/ 3 h 115"/>
                <a:gd name="T2" fmla="*/ 26 w 177"/>
                <a:gd name="T3" fmla="*/ 3 h 115"/>
                <a:gd name="T4" fmla="*/ 26 w 177"/>
                <a:gd name="T5" fmla="*/ 16 h 115"/>
                <a:gd name="T6" fmla="*/ 58 w 177"/>
                <a:gd name="T7" fmla="*/ 0 h 115"/>
                <a:gd name="T8" fmla="*/ 94 w 177"/>
                <a:gd name="T9" fmla="*/ 20 h 115"/>
                <a:gd name="T10" fmla="*/ 131 w 177"/>
                <a:gd name="T11" fmla="*/ 0 h 115"/>
                <a:gd name="T12" fmla="*/ 177 w 177"/>
                <a:gd name="T13" fmla="*/ 47 h 115"/>
                <a:gd name="T14" fmla="*/ 177 w 177"/>
                <a:gd name="T15" fmla="*/ 115 h 115"/>
                <a:gd name="T16" fmla="*/ 151 w 177"/>
                <a:gd name="T17" fmla="*/ 115 h 115"/>
                <a:gd name="T18" fmla="*/ 151 w 177"/>
                <a:gd name="T19" fmla="*/ 50 h 115"/>
                <a:gd name="T20" fmla="*/ 126 w 177"/>
                <a:gd name="T21" fmla="*/ 23 h 115"/>
                <a:gd name="T22" fmla="*/ 101 w 177"/>
                <a:gd name="T23" fmla="*/ 52 h 115"/>
                <a:gd name="T24" fmla="*/ 101 w 177"/>
                <a:gd name="T25" fmla="*/ 115 h 115"/>
                <a:gd name="T26" fmla="*/ 75 w 177"/>
                <a:gd name="T27" fmla="*/ 115 h 115"/>
                <a:gd name="T28" fmla="*/ 75 w 177"/>
                <a:gd name="T29" fmla="*/ 49 h 115"/>
                <a:gd name="T30" fmla="*/ 51 w 177"/>
                <a:gd name="T31" fmla="*/ 23 h 115"/>
                <a:gd name="T32" fmla="*/ 26 w 177"/>
                <a:gd name="T33" fmla="*/ 53 h 115"/>
                <a:gd name="T34" fmla="*/ 26 w 177"/>
                <a:gd name="T35" fmla="*/ 115 h 115"/>
                <a:gd name="T36" fmla="*/ 0 w 177"/>
                <a:gd name="T37" fmla="*/ 115 h 115"/>
                <a:gd name="T38" fmla="*/ 0 w 177"/>
                <a:gd name="T39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7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6"/>
                    <a:pt x="44" y="0"/>
                    <a:pt x="58" y="0"/>
                  </a:cubicBezTo>
                  <a:cubicBezTo>
                    <a:pt x="75" y="0"/>
                    <a:pt x="88" y="8"/>
                    <a:pt x="94" y="20"/>
                  </a:cubicBezTo>
                  <a:cubicBezTo>
                    <a:pt x="102" y="8"/>
                    <a:pt x="115" y="0"/>
                    <a:pt x="131" y="0"/>
                  </a:cubicBezTo>
                  <a:cubicBezTo>
                    <a:pt x="162" y="0"/>
                    <a:pt x="177" y="18"/>
                    <a:pt x="177" y="47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33"/>
                    <a:pt x="142" y="23"/>
                    <a:pt x="126" y="23"/>
                  </a:cubicBezTo>
                  <a:cubicBezTo>
                    <a:pt x="112" y="23"/>
                    <a:pt x="101" y="33"/>
                    <a:pt x="101" y="52"/>
                  </a:cubicBezTo>
                  <a:cubicBezTo>
                    <a:pt x="101" y="115"/>
                    <a:pt x="101" y="115"/>
                    <a:pt x="101" y="115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33"/>
                    <a:pt x="67" y="23"/>
                    <a:pt x="51" y="23"/>
                  </a:cubicBezTo>
                  <a:cubicBezTo>
                    <a:pt x="37" y="23"/>
                    <a:pt x="26" y="33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32" name="Freeform 15"/>
            <p:cNvSpPr>
              <a:spLocks noEditPoints="1"/>
            </p:cNvSpPr>
            <p:nvPr userDrawn="1"/>
          </p:nvSpPr>
          <p:spPr bwMode="auto">
            <a:xfrm>
              <a:off x="8062913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9 w 116"/>
                <a:gd name="T3" fmla="*/ 0 h 117"/>
                <a:gd name="T4" fmla="*/ 116 w 116"/>
                <a:gd name="T5" fmla="*/ 58 h 117"/>
                <a:gd name="T6" fmla="*/ 116 w 116"/>
                <a:gd name="T7" fmla="*/ 68 h 117"/>
                <a:gd name="T8" fmla="*/ 25 w 116"/>
                <a:gd name="T9" fmla="*/ 68 h 117"/>
                <a:gd name="T10" fmla="*/ 60 w 116"/>
                <a:gd name="T11" fmla="*/ 94 h 117"/>
                <a:gd name="T12" fmla="*/ 91 w 116"/>
                <a:gd name="T13" fmla="*/ 75 h 117"/>
                <a:gd name="T14" fmla="*/ 112 w 116"/>
                <a:gd name="T15" fmla="*/ 87 h 117"/>
                <a:gd name="T16" fmla="*/ 60 w 116"/>
                <a:gd name="T17" fmla="*/ 117 h 117"/>
                <a:gd name="T18" fmla="*/ 0 w 116"/>
                <a:gd name="T19" fmla="*/ 59 h 117"/>
                <a:gd name="T20" fmla="*/ 26 w 116"/>
                <a:gd name="T21" fmla="*/ 46 h 117"/>
                <a:gd name="T22" fmla="*/ 90 w 116"/>
                <a:gd name="T23" fmla="*/ 46 h 117"/>
                <a:gd name="T24" fmla="*/ 59 w 116"/>
                <a:gd name="T25" fmla="*/ 23 h 117"/>
                <a:gd name="T26" fmla="*/ 26 w 116"/>
                <a:gd name="T27" fmla="*/ 4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9" y="0"/>
                  </a:cubicBezTo>
                  <a:cubicBezTo>
                    <a:pt x="92" y="0"/>
                    <a:pt x="116" y="25"/>
                    <a:pt x="116" y="58"/>
                  </a:cubicBezTo>
                  <a:cubicBezTo>
                    <a:pt x="116" y="68"/>
                    <a:pt x="116" y="68"/>
                    <a:pt x="116" y="68"/>
                  </a:cubicBezTo>
                  <a:cubicBezTo>
                    <a:pt x="25" y="68"/>
                    <a:pt x="25" y="68"/>
                    <a:pt x="25" y="68"/>
                  </a:cubicBezTo>
                  <a:cubicBezTo>
                    <a:pt x="28" y="84"/>
                    <a:pt x="41" y="94"/>
                    <a:pt x="60" y="94"/>
                  </a:cubicBezTo>
                  <a:cubicBezTo>
                    <a:pt x="74" y="94"/>
                    <a:pt x="85" y="87"/>
                    <a:pt x="91" y="75"/>
                  </a:cubicBezTo>
                  <a:cubicBezTo>
                    <a:pt x="112" y="87"/>
                    <a:pt x="112" y="87"/>
                    <a:pt x="112" y="87"/>
                  </a:cubicBezTo>
                  <a:cubicBezTo>
                    <a:pt x="102" y="105"/>
                    <a:pt x="84" y="117"/>
                    <a:pt x="60" y="117"/>
                  </a:cubicBezTo>
                  <a:cubicBezTo>
                    <a:pt x="24" y="117"/>
                    <a:pt x="0" y="92"/>
                    <a:pt x="0" y="59"/>
                  </a:cubicBezTo>
                  <a:close/>
                  <a:moveTo>
                    <a:pt x="26" y="46"/>
                  </a:moveTo>
                  <a:cubicBezTo>
                    <a:pt x="90" y="46"/>
                    <a:pt x="90" y="46"/>
                    <a:pt x="90" y="46"/>
                  </a:cubicBezTo>
                  <a:cubicBezTo>
                    <a:pt x="86" y="31"/>
                    <a:pt x="75" y="23"/>
                    <a:pt x="59" y="23"/>
                  </a:cubicBezTo>
                  <a:cubicBezTo>
                    <a:pt x="43" y="23"/>
                    <a:pt x="31" y="33"/>
                    <a:pt x="26" y="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33" name="Freeform 16"/>
            <p:cNvSpPr>
              <a:spLocks/>
            </p:cNvSpPr>
            <p:nvPr userDrawn="1"/>
          </p:nvSpPr>
          <p:spPr bwMode="auto">
            <a:xfrm>
              <a:off x="8543925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59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7 w 104"/>
                <a:gd name="T13" fmla="*/ 115 h 115"/>
                <a:gd name="T14" fmla="*/ 77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59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34"/>
                    <a:pt x="69" y="23"/>
                    <a:pt x="52" y="23"/>
                  </a:cubicBezTo>
                  <a:cubicBezTo>
                    <a:pt x="37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34" name="Freeform 17"/>
            <p:cNvSpPr>
              <a:spLocks/>
            </p:cNvSpPr>
            <p:nvPr userDrawn="1"/>
          </p:nvSpPr>
          <p:spPr bwMode="auto">
            <a:xfrm>
              <a:off x="8956675" y="4379913"/>
              <a:ext cx="255588" cy="561975"/>
            </a:xfrm>
            <a:custGeom>
              <a:avLst/>
              <a:gdLst>
                <a:gd name="T0" fmla="*/ 0 w 68"/>
                <a:gd name="T1" fmla="*/ 35 h 147"/>
                <a:gd name="T2" fmla="*/ 19 w 68"/>
                <a:gd name="T3" fmla="*/ 35 h 147"/>
                <a:gd name="T4" fmla="*/ 19 w 68"/>
                <a:gd name="T5" fmla="*/ 18 h 147"/>
                <a:gd name="T6" fmla="*/ 45 w 68"/>
                <a:gd name="T7" fmla="*/ 0 h 147"/>
                <a:gd name="T8" fmla="*/ 45 w 68"/>
                <a:gd name="T9" fmla="*/ 35 h 147"/>
                <a:gd name="T10" fmla="*/ 68 w 68"/>
                <a:gd name="T11" fmla="*/ 35 h 147"/>
                <a:gd name="T12" fmla="*/ 68 w 68"/>
                <a:gd name="T13" fmla="*/ 58 h 147"/>
                <a:gd name="T14" fmla="*/ 45 w 68"/>
                <a:gd name="T15" fmla="*/ 58 h 147"/>
                <a:gd name="T16" fmla="*/ 45 w 68"/>
                <a:gd name="T17" fmla="*/ 100 h 147"/>
                <a:gd name="T18" fmla="*/ 68 w 68"/>
                <a:gd name="T19" fmla="*/ 123 h 147"/>
                <a:gd name="T20" fmla="*/ 68 w 68"/>
                <a:gd name="T21" fmla="*/ 147 h 147"/>
                <a:gd name="T22" fmla="*/ 64 w 68"/>
                <a:gd name="T23" fmla="*/ 147 h 147"/>
                <a:gd name="T24" fmla="*/ 19 w 68"/>
                <a:gd name="T25" fmla="*/ 100 h 147"/>
                <a:gd name="T26" fmla="*/ 19 w 68"/>
                <a:gd name="T27" fmla="*/ 58 h 147"/>
                <a:gd name="T28" fmla="*/ 0 w 68"/>
                <a:gd name="T29" fmla="*/ 58 h 147"/>
                <a:gd name="T30" fmla="*/ 0 w 68"/>
                <a:gd name="T31" fmla="*/ 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147">
                  <a:moveTo>
                    <a:pt x="0" y="35"/>
                  </a:moveTo>
                  <a:cubicBezTo>
                    <a:pt x="19" y="35"/>
                    <a:pt x="19" y="35"/>
                    <a:pt x="19" y="35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8" y="58"/>
                    <a:pt x="68" y="58"/>
                    <a:pt x="68" y="58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20"/>
                    <a:pt x="48" y="123"/>
                    <a:pt x="68" y="123"/>
                  </a:cubicBezTo>
                  <a:cubicBezTo>
                    <a:pt x="68" y="147"/>
                    <a:pt x="68" y="147"/>
                    <a:pt x="68" y="147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30" y="147"/>
                    <a:pt x="19" y="136"/>
                    <a:pt x="19" y="100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2620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DB50D-660B-C876-7848-AFF73E9C43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540" y="277200"/>
            <a:ext cx="11298548" cy="522000"/>
          </a:xfrm>
        </p:spPr>
        <p:txBody>
          <a:bodyPr tIns="90000" bIns="0" anchor="t"/>
          <a:lstStyle>
            <a:lvl1pPr>
              <a:defRPr kumimoji="0" lang="ko-KR" altLang="en-US" sz="2800" b="0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defRPr>
            </a:lvl1pPr>
          </a:lstStyle>
          <a:p>
            <a:pPr marL="0" marR="0" lvl="0" indent="0" defTabSz="685594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tabLst/>
            </a:pP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5BC83-1199-A34C-411B-003DD379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9677" y="6379968"/>
            <a:ext cx="452120" cy="365125"/>
          </a:xfrm>
        </p:spPr>
        <p:txBody>
          <a:bodyPr lIns="0" tIns="0" rIns="0" bIns="0"/>
          <a:lstStyle>
            <a:lvl1pPr algn="r">
              <a:defRPr sz="900">
                <a:latin typeface="Samsung SS Body Regular" pitchFamily="2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8C79CB-A4EA-4CBF-AB18-D1F07E4295B5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msung SS Body Regular" pitchFamily="2" charset="0"/>
                <a:ea typeface="Samsung SS Body KR Regular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 SS Body Regular" pitchFamily="2" charset="0"/>
              <a:ea typeface="Samsung SS Body KR Regular"/>
              <a:cs typeface="+mn-cs"/>
            </a:endParaRP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4750CF2-AC2E-D6B4-A0AF-AA337456D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159" y="155595"/>
            <a:ext cx="585097" cy="104755"/>
          </a:xfrm>
          <a:noFill/>
        </p:spPr>
        <p:txBody>
          <a:bodyPr wrap="none" lIns="90000" tIns="0" rIns="0" bIns="0" rtlCol="0">
            <a:noAutofit/>
          </a:bodyPr>
          <a:lstStyle>
            <a:lvl1pPr marL="0" indent="0">
              <a:buNone/>
              <a:defRPr lang="ko-KR" altLang="en-US" sz="900" smtClean="0">
                <a:solidFill>
                  <a:schemeClr val="bg1">
                    <a:lumMod val="65000"/>
                  </a:schemeClr>
                </a:solidFill>
                <a:latin typeface="Samsung SS Body KR Bold" pitchFamily="2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en-US" altLang="ko-KR" dirty="0"/>
              <a:t>breadcrumb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7689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279">
          <p15:clr>
            <a:srgbClr val="FBAE40"/>
          </p15:clr>
        </p15:guide>
        <p15:guide id="5" orient="horz" pos="504">
          <p15:clr>
            <a:srgbClr val="FBAE40"/>
          </p15:clr>
        </p15:guide>
        <p15:guide id="6" orient="horz" pos="164">
          <p15:clr>
            <a:srgbClr val="FBAE40"/>
          </p15:clr>
        </p15:guide>
        <p15:guide id="7" orient="horz" pos="96">
          <p15:clr>
            <a:srgbClr val="FBAE40"/>
          </p15:clr>
        </p15:guide>
        <p15:guide id="8" orient="horz" pos="4088">
          <p15:clr>
            <a:srgbClr val="FBAE40"/>
          </p15:clr>
        </p15:guide>
        <p15:guide id="9" orient="horz" pos="1298">
          <p15:clr>
            <a:srgbClr val="FBAE40"/>
          </p15:clr>
        </p15:guide>
        <p15:guide id="10" orient="horz" pos="709">
          <p15:clr>
            <a:srgbClr val="547EBF"/>
          </p15:clr>
        </p15:guide>
        <p15:guide id="11" orient="horz" pos="1570">
          <p15:clr>
            <a:srgbClr val="547EB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Appendix (w/o 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Title (Max 1 line) – Korean 700 / 28pt / </a:t>
            </a:r>
            <a:r>
              <a:rPr lang="ko-KR" altLang="en-US" dirty="0"/>
              <a:t>검정</a:t>
            </a:r>
          </a:p>
        </p:txBody>
      </p:sp>
    </p:spTree>
    <p:extLst>
      <p:ext uri="{BB962C8B-B14F-4D97-AF65-F5344CB8AC3E}">
        <p14:creationId xmlns:p14="http://schemas.microsoft.com/office/powerpoint/2010/main" val="1817875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95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Contents Page (w/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368300"/>
            <a:ext cx="11306175" cy="3604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Title (Max 1 line) - </a:t>
            </a:r>
            <a:r>
              <a:rPr lang="en-US" altLang="ko-KR" dirty="0" err="1"/>
              <a:t>SamsungOneKorean</a:t>
            </a:r>
            <a:r>
              <a:rPr lang="en-US" altLang="ko-KR" dirty="0"/>
              <a:t> 700 / 20pt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Governing Msg. (Max 1 line) – Korean 700 / 28pt / </a:t>
            </a:r>
            <a:r>
              <a:rPr lang="ko-KR" altLang="en-US" dirty="0"/>
              <a:t>검정</a:t>
            </a:r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299409"/>
            <a:ext cx="11306175" cy="673769"/>
          </a:xfrm>
          <a:prstGeom prst="rect">
            <a:avLst/>
          </a:prstGeom>
        </p:spPr>
        <p:txBody>
          <a:bodyPr anchor="t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Msg. (Max 2 line) - Korean 400 / 16pt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  <a:endParaRPr lang="en-US" altLang="ko-KR" dirty="0"/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Msg. (Max 2 line) - Korean 400 / 16pt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42213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136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5" name="텍스트 개체 틀 11">
            <a:extLst>
              <a:ext uri="{FF2B5EF4-FFF2-40B4-BE49-F238E27FC236}">
                <a16:creationId xmlns:a16="http://schemas.microsoft.com/office/drawing/2014/main" id="{FAC7619F-A173-DF91-68A0-75BCBB7982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3680823"/>
            <a:ext cx="9597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S Body KR Bold" pitchFamily="2" charset="-127"/>
                <a:ea typeface="+mn-ea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 dirty="0"/>
              <a:t>Description</a:t>
            </a:r>
          </a:p>
          <a:p>
            <a:pPr marL="0" lvl="0" algn="l" defTabSz="914400" rtl="0" eaLnBrk="1" latin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3354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bg>
      <p:bgPr>
        <a:solidFill>
          <a:srgbClr val="1728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21F6DD44-CCCA-98BA-A895-BAAA21E400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80823"/>
            <a:ext cx="1051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S Body KR Bold" pitchFamily="2" charset="-127"/>
                <a:ea typeface="+mn-ea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 dirty="0"/>
              <a:t>Description</a:t>
            </a:r>
          </a:p>
          <a:p>
            <a:pPr marL="0" lvl="0" algn="l" defTabSz="914400" rtl="0" eaLnBrk="1" latin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3103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v1">
    <p:bg>
      <p:bgPr>
        <a:solidFill>
          <a:srgbClr val="0000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3278" y="2270272"/>
            <a:ext cx="11282119" cy="88024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 sz="4400" b="0" baseline="0">
                <a:solidFill>
                  <a:schemeClr val="bg1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  <a:lvl2pPr>
              <a:defRPr sz="4800">
                <a:solidFill>
                  <a:schemeClr val="bg1"/>
                </a:solidFill>
                <a:latin typeface="+mj-lt"/>
                <a:ea typeface="+mn-ea"/>
              </a:defRPr>
            </a:lvl2pPr>
            <a:lvl3pPr>
              <a:defRPr sz="4800">
                <a:solidFill>
                  <a:schemeClr val="bg1"/>
                </a:solidFill>
                <a:latin typeface="+mj-lt"/>
                <a:ea typeface="+mn-ea"/>
              </a:defRPr>
            </a:lvl3pPr>
            <a:lvl4pPr>
              <a:defRPr sz="4800">
                <a:solidFill>
                  <a:schemeClr val="bg1"/>
                </a:solidFill>
                <a:latin typeface="+mj-lt"/>
                <a:ea typeface="+mn-ea"/>
              </a:defRPr>
            </a:lvl4pPr>
            <a:lvl5pPr>
              <a:defRPr sz="4800">
                <a:solidFill>
                  <a:schemeClr val="bg1"/>
                </a:solidFill>
                <a:latin typeface="+mj-lt"/>
                <a:ea typeface="+mn-ea"/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/>
            </a:pPr>
            <a:r>
              <a:rPr lang="en-US" altLang="ko-KR" dirty="0"/>
              <a:t>Project name or document title</a:t>
            </a:r>
          </a:p>
        </p:txBody>
      </p:sp>
      <p:pic>
        <p:nvPicPr>
          <p:cNvPr id="8" name="Shape 230" descr="Samsung logo white.png"/>
          <p:cNvPicPr preferRelativeResize="0"/>
          <p:nvPr userDrawn="1"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6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78" y="5005162"/>
            <a:ext cx="1144544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6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Body KR Regular" pitchFamily="2" charset="-127"/>
                <a:ea typeface="Samsung SS Body KR Bold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Month, year</a:t>
            </a:r>
          </a:p>
        </p:txBody>
      </p:sp>
      <p:sp>
        <p:nvSpPr>
          <p:cNvPr id="288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278" y="5334424"/>
            <a:ext cx="2701060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lvl="0"/>
            <a:r>
              <a:rPr kumimoji="1" lang="en-US" altLang="ja-JP" dirty="0"/>
              <a:t>Digital Marketing Group</a:t>
            </a:r>
          </a:p>
        </p:txBody>
      </p:sp>
      <p:sp>
        <p:nvSpPr>
          <p:cNvPr id="291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278" y="3392996"/>
            <a:ext cx="1128571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Samsung SS Body KR Regular" pitchFamily="2" charset="-127"/>
                <a:ea typeface="Samsung SS Body KR Bold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Type of document (Max. two lines)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3A4CF73-1121-4EA1-9F75-1DBBB537070E}"/>
              </a:ext>
            </a:extLst>
          </p:cNvPr>
          <p:cNvSpPr txBox="1"/>
          <p:nvPr userDrawn="1"/>
        </p:nvSpPr>
        <p:spPr>
          <a:xfrm>
            <a:off x="444969" y="6375074"/>
            <a:ext cx="11304119" cy="103237"/>
          </a:xfrm>
          <a:custGeom>
            <a:avLst/>
            <a:gdLst/>
            <a:ahLst/>
            <a:cxnLst/>
            <a:rect l="l" t="t" r="r" b="b"/>
            <a:pathLst>
              <a:path w="11248345" h="102728">
                <a:moveTo>
                  <a:pt x="9431377" y="73298"/>
                </a:moveTo>
                <a:lnTo>
                  <a:pt x="9437330" y="73298"/>
                </a:lnTo>
                <a:cubicBezTo>
                  <a:pt x="9437528" y="74885"/>
                  <a:pt x="9437627" y="76324"/>
                  <a:pt x="9437627" y="77614"/>
                </a:cubicBezTo>
                <a:cubicBezTo>
                  <a:pt x="9437627" y="80739"/>
                  <a:pt x="9436920" y="83579"/>
                  <a:pt x="9435507" y="86134"/>
                </a:cubicBezTo>
                <a:cubicBezTo>
                  <a:pt x="9434093" y="88689"/>
                  <a:pt x="9431897" y="91132"/>
                  <a:pt x="9428921" y="93464"/>
                </a:cubicBezTo>
                <a:lnTo>
                  <a:pt x="9426242" y="90636"/>
                </a:lnTo>
                <a:cubicBezTo>
                  <a:pt x="9428177" y="88553"/>
                  <a:pt x="9429566" y="86506"/>
                  <a:pt x="9430409" y="84497"/>
                </a:cubicBezTo>
                <a:cubicBezTo>
                  <a:pt x="9431252" y="82488"/>
                  <a:pt x="9431674" y="80218"/>
                  <a:pt x="9431674" y="77688"/>
                </a:cubicBezTo>
                <a:cubicBezTo>
                  <a:pt x="9431674" y="76349"/>
                  <a:pt x="9431575" y="74885"/>
                  <a:pt x="9431377" y="73298"/>
                </a:cubicBezTo>
                <a:close/>
                <a:moveTo>
                  <a:pt x="8364577" y="73298"/>
                </a:moveTo>
                <a:lnTo>
                  <a:pt x="8370529" y="73298"/>
                </a:lnTo>
                <a:cubicBezTo>
                  <a:pt x="8370729" y="74885"/>
                  <a:pt x="8370827" y="76324"/>
                  <a:pt x="8370827" y="77614"/>
                </a:cubicBezTo>
                <a:cubicBezTo>
                  <a:pt x="8370827" y="80739"/>
                  <a:pt x="8370121" y="83579"/>
                  <a:pt x="8368707" y="86134"/>
                </a:cubicBezTo>
                <a:cubicBezTo>
                  <a:pt x="8367293" y="88689"/>
                  <a:pt x="8365097" y="91132"/>
                  <a:pt x="8362121" y="93464"/>
                </a:cubicBezTo>
                <a:lnTo>
                  <a:pt x="8359442" y="90636"/>
                </a:lnTo>
                <a:cubicBezTo>
                  <a:pt x="8361377" y="88553"/>
                  <a:pt x="8362766" y="86506"/>
                  <a:pt x="8363609" y="84497"/>
                </a:cubicBezTo>
                <a:cubicBezTo>
                  <a:pt x="8364452" y="82488"/>
                  <a:pt x="8364874" y="80218"/>
                  <a:pt x="8364874" y="77688"/>
                </a:cubicBezTo>
                <a:cubicBezTo>
                  <a:pt x="8364874" y="76349"/>
                  <a:pt x="8364775" y="74885"/>
                  <a:pt x="8364577" y="73298"/>
                </a:cubicBezTo>
                <a:close/>
                <a:moveTo>
                  <a:pt x="8012151" y="73298"/>
                </a:moveTo>
                <a:lnTo>
                  <a:pt x="8018105" y="73298"/>
                </a:lnTo>
                <a:cubicBezTo>
                  <a:pt x="8018303" y="74885"/>
                  <a:pt x="8018403" y="76324"/>
                  <a:pt x="8018403" y="77614"/>
                </a:cubicBezTo>
                <a:cubicBezTo>
                  <a:pt x="8018403" y="80739"/>
                  <a:pt x="8017695" y="83579"/>
                  <a:pt x="8016281" y="86134"/>
                </a:cubicBezTo>
                <a:cubicBezTo>
                  <a:pt x="8014867" y="88689"/>
                  <a:pt x="8012673" y="91132"/>
                  <a:pt x="8009696" y="93464"/>
                </a:cubicBezTo>
                <a:lnTo>
                  <a:pt x="8007017" y="90636"/>
                </a:lnTo>
                <a:cubicBezTo>
                  <a:pt x="8008951" y="88553"/>
                  <a:pt x="8010341" y="86506"/>
                  <a:pt x="8011184" y="84497"/>
                </a:cubicBezTo>
                <a:cubicBezTo>
                  <a:pt x="8012027" y="82488"/>
                  <a:pt x="8012449" y="80218"/>
                  <a:pt x="8012449" y="77688"/>
                </a:cubicBezTo>
                <a:cubicBezTo>
                  <a:pt x="8012449" y="76349"/>
                  <a:pt x="8012351" y="74885"/>
                  <a:pt x="8012151" y="73298"/>
                </a:cubicBezTo>
                <a:close/>
                <a:moveTo>
                  <a:pt x="7754977" y="73298"/>
                </a:moveTo>
                <a:lnTo>
                  <a:pt x="7760930" y="73298"/>
                </a:lnTo>
                <a:cubicBezTo>
                  <a:pt x="7761128" y="74885"/>
                  <a:pt x="7761228" y="76324"/>
                  <a:pt x="7761228" y="77614"/>
                </a:cubicBezTo>
                <a:cubicBezTo>
                  <a:pt x="7761228" y="80739"/>
                  <a:pt x="7760521" y="83579"/>
                  <a:pt x="7759107" y="86134"/>
                </a:cubicBezTo>
                <a:cubicBezTo>
                  <a:pt x="7757693" y="88689"/>
                  <a:pt x="7755498" y="91132"/>
                  <a:pt x="7752521" y="93464"/>
                </a:cubicBezTo>
                <a:lnTo>
                  <a:pt x="7749842" y="90636"/>
                </a:lnTo>
                <a:cubicBezTo>
                  <a:pt x="7751777" y="88553"/>
                  <a:pt x="7753166" y="86506"/>
                  <a:pt x="7754009" y="84497"/>
                </a:cubicBezTo>
                <a:cubicBezTo>
                  <a:pt x="7754853" y="82488"/>
                  <a:pt x="7755274" y="80218"/>
                  <a:pt x="7755274" y="77688"/>
                </a:cubicBezTo>
                <a:cubicBezTo>
                  <a:pt x="7755274" y="76349"/>
                  <a:pt x="7755175" y="74885"/>
                  <a:pt x="7754977" y="73298"/>
                </a:cubicBezTo>
                <a:close/>
                <a:moveTo>
                  <a:pt x="7354927" y="73298"/>
                </a:moveTo>
                <a:lnTo>
                  <a:pt x="7360880" y="73298"/>
                </a:lnTo>
                <a:cubicBezTo>
                  <a:pt x="7361078" y="74885"/>
                  <a:pt x="7361178" y="76324"/>
                  <a:pt x="7361178" y="77614"/>
                </a:cubicBezTo>
                <a:cubicBezTo>
                  <a:pt x="7361178" y="80739"/>
                  <a:pt x="7360471" y="83579"/>
                  <a:pt x="7359057" y="86134"/>
                </a:cubicBezTo>
                <a:cubicBezTo>
                  <a:pt x="7357643" y="88689"/>
                  <a:pt x="7355448" y="91132"/>
                  <a:pt x="7352471" y="93464"/>
                </a:cubicBezTo>
                <a:lnTo>
                  <a:pt x="7349792" y="90636"/>
                </a:lnTo>
                <a:cubicBezTo>
                  <a:pt x="7351727" y="88553"/>
                  <a:pt x="7353116" y="86506"/>
                  <a:pt x="7353959" y="84497"/>
                </a:cubicBezTo>
                <a:cubicBezTo>
                  <a:pt x="7354803" y="82488"/>
                  <a:pt x="7355224" y="80218"/>
                  <a:pt x="7355224" y="77688"/>
                </a:cubicBezTo>
                <a:cubicBezTo>
                  <a:pt x="7355224" y="76349"/>
                  <a:pt x="7355125" y="74885"/>
                  <a:pt x="7354927" y="73298"/>
                </a:cubicBezTo>
                <a:close/>
                <a:moveTo>
                  <a:pt x="11244252" y="72851"/>
                </a:moveTo>
                <a:cubicBezTo>
                  <a:pt x="11245541" y="72851"/>
                  <a:pt x="11246546" y="73211"/>
                  <a:pt x="11247266" y="73930"/>
                </a:cubicBezTo>
                <a:cubicBezTo>
                  <a:pt x="11247985" y="74650"/>
                  <a:pt x="11248345" y="75654"/>
                  <a:pt x="11248345" y="76944"/>
                </a:cubicBezTo>
                <a:cubicBezTo>
                  <a:pt x="11248345" y="78283"/>
                  <a:pt x="11247985" y="79325"/>
                  <a:pt x="11247266" y="80069"/>
                </a:cubicBezTo>
                <a:cubicBezTo>
                  <a:pt x="11246546" y="80814"/>
                  <a:pt x="11245541" y="81186"/>
                  <a:pt x="11244252" y="81186"/>
                </a:cubicBezTo>
                <a:cubicBezTo>
                  <a:pt x="11242962" y="81186"/>
                  <a:pt x="11241958" y="80814"/>
                  <a:pt x="11241238" y="80069"/>
                </a:cubicBezTo>
                <a:cubicBezTo>
                  <a:pt x="11240518" y="79325"/>
                  <a:pt x="11240159" y="78308"/>
                  <a:pt x="11240159" y="77018"/>
                </a:cubicBezTo>
                <a:cubicBezTo>
                  <a:pt x="11240159" y="75729"/>
                  <a:pt x="11240518" y="74712"/>
                  <a:pt x="11241238" y="73967"/>
                </a:cubicBezTo>
                <a:cubicBezTo>
                  <a:pt x="11241958" y="73223"/>
                  <a:pt x="11242962" y="72851"/>
                  <a:pt x="11244252" y="72851"/>
                </a:cubicBezTo>
                <a:close/>
                <a:moveTo>
                  <a:pt x="6310302" y="72851"/>
                </a:moveTo>
                <a:cubicBezTo>
                  <a:pt x="6311592" y="72851"/>
                  <a:pt x="6312597" y="73211"/>
                  <a:pt x="6313316" y="73930"/>
                </a:cubicBezTo>
                <a:cubicBezTo>
                  <a:pt x="6314036" y="74650"/>
                  <a:pt x="6314395" y="75654"/>
                  <a:pt x="6314395" y="76944"/>
                </a:cubicBezTo>
                <a:cubicBezTo>
                  <a:pt x="6314395" y="78283"/>
                  <a:pt x="6314036" y="79325"/>
                  <a:pt x="6313316" y="80069"/>
                </a:cubicBezTo>
                <a:cubicBezTo>
                  <a:pt x="6312597" y="80814"/>
                  <a:pt x="6311592" y="81186"/>
                  <a:pt x="6310302" y="81186"/>
                </a:cubicBezTo>
                <a:cubicBezTo>
                  <a:pt x="6309013" y="81186"/>
                  <a:pt x="6308008" y="80814"/>
                  <a:pt x="6307288" y="80069"/>
                </a:cubicBezTo>
                <a:cubicBezTo>
                  <a:pt x="6306569" y="79325"/>
                  <a:pt x="6306209" y="78308"/>
                  <a:pt x="6306209" y="77018"/>
                </a:cubicBezTo>
                <a:cubicBezTo>
                  <a:pt x="6306209" y="75729"/>
                  <a:pt x="6306569" y="74712"/>
                  <a:pt x="6307288" y="73967"/>
                </a:cubicBezTo>
                <a:cubicBezTo>
                  <a:pt x="6308008" y="73223"/>
                  <a:pt x="6309013" y="72851"/>
                  <a:pt x="6310302" y="72851"/>
                </a:cubicBezTo>
                <a:close/>
                <a:moveTo>
                  <a:pt x="2947978" y="72851"/>
                </a:moveTo>
                <a:cubicBezTo>
                  <a:pt x="2949268" y="72851"/>
                  <a:pt x="2950272" y="73211"/>
                  <a:pt x="2950992" y="73930"/>
                </a:cubicBezTo>
                <a:cubicBezTo>
                  <a:pt x="2951711" y="74650"/>
                  <a:pt x="2952071" y="75654"/>
                  <a:pt x="2952071" y="76944"/>
                </a:cubicBezTo>
                <a:cubicBezTo>
                  <a:pt x="2952071" y="78283"/>
                  <a:pt x="2951711" y="79325"/>
                  <a:pt x="2950992" y="80069"/>
                </a:cubicBezTo>
                <a:cubicBezTo>
                  <a:pt x="2950272" y="80814"/>
                  <a:pt x="2949268" y="81186"/>
                  <a:pt x="2947978" y="81186"/>
                </a:cubicBezTo>
                <a:cubicBezTo>
                  <a:pt x="2946688" y="81186"/>
                  <a:pt x="2945683" y="80814"/>
                  <a:pt x="2944964" y="80069"/>
                </a:cubicBezTo>
                <a:cubicBezTo>
                  <a:pt x="2944244" y="79325"/>
                  <a:pt x="2943885" y="78308"/>
                  <a:pt x="2943885" y="77018"/>
                </a:cubicBezTo>
                <a:cubicBezTo>
                  <a:pt x="2943885" y="75729"/>
                  <a:pt x="2944244" y="74712"/>
                  <a:pt x="2944964" y="73967"/>
                </a:cubicBezTo>
                <a:cubicBezTo>
                  <a:pt x="2945683" y="73223"/>
                  <a:pt x="2946688" y="72851"/>
                  <a:pt x="2947978" y="72851"/>
                </a:cubicBezTo>
                <a:close/>
                <a:moveTo>
                  <a:pt x="10595808" y="59754"/>
                </a:moveTo>
                <a:cubicBezTo>
                  <a:pt x="10589408" y="59804"/>
                  <a:pt x="10584696" y="60561"/>
                  <a:pt x="10581669" y="62024"/>
                </a:cubicBezTo>
                <a:cubicBezTo>
                  <a:pt x="10578643" y="63487"/>
                  <a:pt x="10577130" y="65757"/>
                  <a:pt x="10577130" y="68833"/>
                </a:cubicBezTo>
                <a:cubicBezTo>
                  <a:pt x="10577130" y="71214"/>
                  <a:pt x="10577824" y="73025"/>
                  <a:pt x="10579213" y="74265"/>
                </a:cubicBezTo>
                <a:cubicBezTo>
                  <a:pt x="10580603" y="75505"/>
                  <a:pt x="10582661" y="76125"/>
                  <a:pt x="10585390" y="76125"/>
                </a:cubicBezTo>
                <a:cubicBezTo>
                  <a:pt x="10587523" y="76125"/>
                  <a:pt x="10589433" y="75729"/>
                  <a:pt x="10591120" y="74935"/>
                </a:cubicBezTo>
                <a:cubicBezTo>
                  <a:pt x="10592807" y="74141"/>
                  <a:pt x="10594370" y="72926"/>
                  <a:pt x="10595808" y="71289"/>
                </a:cubicBezTo>
                <a:close/>
                <a:moveTo>
                  <a:pt x="9357558" y="59754"/>
                </a:moveTo>
                <a:cubicBezTo>
                  <a:pt x="9351158" y="59804"/>
                  <a:pt x="9346446" y="60561"/>
                  <a:pt x="9343419" y="62024"/>
                </a:cubicBezTo>
                <a:cubicBezTo>
                  <a:pt x="9340393" y="63487"/>
                  <a:pt x="9338880" y="65757"/>
                  <a:pt x="9338880" y="68833"/>
                </a:cubicBezTo>
                <a:cubicBezTo>
                  <a:pt x="9338880" y="71214"/>
                  <a:pt x="9339574" y="73025"/>
                  <a:pt x="9340963" y="74265"/>
                </a:cubicBezTo>
                <a:cubicBezTo>
                  <a:pt x="9342353" y="75505"/>
                  <a:pt x="9344411" y="76125"/>
                  <a:pt x="9347140" y="76125"/>
                </a:cubicBezTo>
                <a:cubicBezTo>
                  <a:pt x="9349273" y="76125"/>
                  <a:pt x="9351183" y="75729"/>
                  <a:pt x="9352870" y="74935"/>
                </a:cubicBezTo>
                <a:cubicBezTo>
                  <a:pt x="9354557" y="74141"/>
                  <a:pt x="9356120" y="72926"/>
                  <a:pt x="9357558" y="71289"/>
                </a:cubicBezTo>
                <a:close/>
                <a:moveTo>
                  <a:pt x="8481258" y="59754"/>
                </a:moveTo>
                <a:cubicBezTo>
                  <a:pt x="8474858" y="59804"/>
                  <a:pt x="8470146" y="60561"/>
                  <a:pt x="8467119" y="62024"/>
                </a:cubicBezTo>
                <a:cubicBezTo>
                  <a:pt x="8464093" y="63487"/>
                  <a:pt x="8462580" y="65757"/>
                  <a:pt x="8462580" y="68833"/>
                </a:cubicBezTo>
                <a:cubicBezTo>
                  <a:pt x="8462580" y="71214"/>
                  <a:pt x="8463274" y="73025"/>
                  <a:pt x="8464663" y="74265"/>
                </a:cubicBezTo>
                <a:cubicBezTo>
                  <a:pt x="8466053" y="75505"/>
                  <a:pt x="8468111" y="76125"/>
                  <a:pt x="8470840" y="76125"/>
                </a:cubicBezTo>
                <a:cubicBezTo>
                  <a:pt x="8472973" y="76125"/>
                  <a:pt x="8474883" y="75729"/>
                  <a:pt x="8476570" y="74935"/>
                </a:cubicBezTo>
                <a:cubicBezTo>
                  <a:pt x="8478257" y="74141"/>
                  <a:pt x="8479820" y="72926"/>
                  <a:pt x="8481258" y="71289"/>
                </a:cubicBezTo>
                <a:close/>
                <a:moveTo>
                  <a:pt x="6900108" y="59754"/>
                </a:moveTo>
                <a:cubicBezTo>
                  <a:pt x="6893708" y="59804"/>
                  <a:pt x="6888995" y="60561"/>
                  <a:pt x="6885969" y="62024"/>
                </a:cubicBezTo>
                <a:cubicBezTo>
                  <a:pt x="6882943" y="63487"/>
                  <a:pt x="6881430" y="65757"/>
                  <a:pt x="6881430" y="68833"/>
                </a:cubicBezTo>
                <a:cubicBezTo>
                  <a:pt x="6881430" y="71214"/>
                  <a:pt x="6882125" y="73025"/>
                  <a:pt x="6883514" y="74265"/>
                </a:cubicBezTo>
                <a:cubicBezTo>
                  <a:pt x="6884903" y="75505"/>
                  <a:pt x="6886962" y="76125"/>
                  <a:pt x="6889690" y="76125"/>
                </a:cubicBezTo>
                <a:cubicBezTo>
                  <a:pt x="6891823" y="76125"/>
                  <a:pt x="6893733" y="75729"/>
                  <a:pt x="6895420" y="74935"/>
                </a:cubicBezTo>
                <a:cubicBezTo>
                  <a:pt x="6897106" y="74141"/>
                  <a:pt x="6898669" y="72926"/>
                  <a:pt x="6900108" y="71289"/>
                </a:cubicBezTo>
                <a:close/>
                <a:moveTo>
                  <a:pt x="6738183" y="59754"/>
                </a:moveTo>
                <a:cubicBezTo>
                  <a:pt x="6731783" y="59804"/>
                  <a:pt x="6727070" y="60561"/>
                  <a:pt x="6724044" y="62024"/>
                </a:cubicBezTo>
                <a:cubicBezTo>
                  <a:pt x="6721018" y="63487"/>
                  <a:pt x="6719505" y="65757"/>
                  <a:pt x="6719505" y="68833"/>
                </a:cubicBezTo>
                <a:cubicBezTo>
                  <a:pt x="6719505" y="71214"/>
                  <a:pt x="6720200" y="73025"/>
                  <a:pt x="6721589" y="74265"/>
                </a:cubicBezTo>
                <a:cubicBezTo>
                  <a:pt x="6722978" y="75505"/>
                  <a:pt x="6725037" y="76125"/>
                  <a:pt x="6727765" y="76125"/>
                </a:cubicBezTo>
                <a:cubicBezTo>
                  <a:pt x="6729899" y="76125"/>
                  <a:pt x="6731808" y="75729"/>
                  <a:pt x="6733495" y="74935"/>
                </a:cubicBezTo>
                <a:cubicBezTo>
                  <a:pt x="6735182" y="74141"/>
                  <a:pt x="6736745" y="72926"/>
                  <a:pt x="6738183" y="71289"/>
                </a:cubicBezTo>
                <a:close/>
                <a:moveTo>
                  <a:pt x="6585783" y="59754"/>
                </a:moveTo>
                <a:cubicBezTo>
                  <a:pt x="6579383" y="59804"/>
                  <a:pt x="6574671" y="60561"/>
                  <a:pt x="6571644" y="62024"/>
                </a:cubicBezTo>
                <a:cubicBezTo>
                  <a:pt x="6568618" y="63487"/>
                  <a:pt x="6567105" y="65757"/>
                  <a:pt x="6567105" y="68833"/>
                </a:cubicBezTo>
                <a:cubicBezTo>
                  <a:pt x="6567105" y="71214"/>
                  <a:pt x="6567800" y="73025"/>
                  <a:pt x="6569189" y="74265"/>
                </a:cubicBezTo>
                <a:cubicBezTo>
                  <a:pt x="6570578" y="75505"/>
                  <a:pt x="6572637" y="76125"/>
                  <a:pt x="6575365" y="76125"/>
                </a:cubicBezTo>
                <a:cubicBezTo>
                  <a:pt x="6577499" y="76125"/>
                  <a:pt x="6579408" y="75729"/>
                  <a:pt x="6581095" y="74935"/>
                </a:cubicBezTo>
                <a:cubicBezTo>
                  <a:pt x="6582782" y="74141"/>
                  <a:pt x="6584345" y="72926"/>
                  <a:pt x="6585783" y="71289"/>
                </a:cubicBezTo>
                <a:close/>
                <a:moveTo>
                  <a:pt x="5661858" y="59754"/>
                </a:moveTo>
                <a:cubicBezTo>
                  <a:pt x="5655459" y="59804"/>
                  <a:pt x="5650745" y="60561"/>
                  <a:pt x="5647719" y="62024"/>
                </a:cubicBezTo>
                <a:cubicBezTo>
                  <a:pt x="5644693" y="63487"/>
                  <a:pt x="5643180" y="65757"/>
                  <a:pt x="5643180" y="68833"/>
                </a:cubicBezTo>
                <a:cubicBezTo>
                  <a:pt x="5643180" y="71214"/>
                  <a:pt x="5643875" y="73025"/>
                  <a:pt x="5645264" y="74265"/>
                </a:cubicBezTo>
                <a:cubicBezTo>
                  <a:pt x="5646653" y="75505"/>
                  <a:pt x="5648712" y="76125"/>
                  <a:pt x="5651440" y="76125"/>
                </a:cubicBezTo>
                <a:cubicBezTo>
                  <a:pt x="5653574" y="76125"/>
                  <a:pt x="5655483" y="75729"/>
                  <a:pt x="5657170" y="74935"/>
                </a:cubicBezTo>
                <a:cubicBezTo>
                  <a:pt x="5658857" y="74141"/>
                  <a:pt x="5660419" y="72926"/>
                  <a:pt x="5661858" y="71289"/>
                </a:cubicBezTo>
                <a:close/>
                <a:moveTo>
                  <a:pt x="4633159" y="59754"/>
                </a:moveTo>
                <a:cubicBezTo>
                  <a:pt x="4626758" y="59804"/>
                  <a:pt x="4622046" y="60561"/>
                  <a:pt x="4619019" y="62024"/>
                </a:cubicBezTo>
                <a:cubicBezTo>
                  <a:pt x="4615993" y="63487"/>
                  <a:pt x="4614480" y="65757"/>
                  <a:pt x="4614480" y="68833"/>
                </a:cubicBezTo>
                <a:cubicBezTo>
                  <a:pt x="4614480" y="71214"/>
                  <a:pt x="4615175" y="73025"/>
                  <a:pt x="4616564" y="74265"/>
                </a:cubicBezTo>
                <a:cubicBezTo>
                  <a:pt x="4617953" y="75505"/>
                  <a:pt x="4620011" y="76125"/>
                  <a:pt x="4622741" y="76125"/>
                </a:cubicBezTo>
                <a:cubicBezTo>
                  <a:pt x="4624873" y="76125"/>
                  <a:pt x="4626783" y="75729"/>
                  <a:pt x="4628470" y="74935"/>
                </a:cubicBezTo>
                <a:cubicBezTo>
                  <a:pt x="4630157" y="74141"/>
                  <a:pt x="4631719" y="72926"/>
                  <a:pt x="4633159" y="71289"/>
                </a:cubicBezTo>
                <a:close/>
                <a:moveTo>
                  <a:pt x="4328358" y="59754"/>
                </a:moveTo>
                <a:cubicBezTo>
                  <a:pt x="4321958" y="59804"/>
                  <a:pt x="4317246" y="60561"/>
                  <a:pt x="4314219" y="62024"/>
                </a:cubicBezTo>
                <a:cubicBezTo>
                  <a:pt x="4311194" y="63487"/>
                  <a:pt x="4309680" y="65757"/>
                  <a:pt x="4309680" y="68833"/>
                </a:cubicBezTo>
                <a:cubicBezTo>
                  <a:pt x="4309680" y="71214"/>
                  <a:pt x="4310375" y="73025"/>
                  <a:pt x="4311764" y="74265"/>
                </a:cubicBezTo>
                <a:cubicBezTo>
                  <a:pt x="4313153" y="75505"/>
                  <a:pt x="4315211" y="76125"/>
                  <a:pt x="4317940" y="76125"/>
                </a:cubicBezTo>
                <a:cubicBezTo>
                  <a:pt x="4320073" y="76125"/>
                  <a:pt x="4321983" y="75729"/>
                  <a:pt x="4323670" y="74935"/>
                </a:cubicBezTo>
                <a:cubicBezTo>
                  <a:pt x="4325357" y="74141"/>
                  <a:pt x="4326919" y="72926"/>
                  <a:pt x="4328358" y="71289"/>
                </a:cubicBezTo>
                <a:close/>
                <a:moveTo>
                  <a:pt x="3842583" y="59754"/>
                </a:moveTo>
                <a:cubicBezTo>
                  <a:pt x="3836183" y="59804"/>
                  <a:pt x="3831471" y="60561"/>
                  <a:pt x="3828444" y="62024"/>
                </a:cubicBezTo>
                <a:cubicBezTo>
                  <a:pt x="3825418" y="63487"/>
                  <a:pt x="3823905" y="65757"/>
                  <a:pt x="3823905" y="68833"/>
                </a:cubicBezTo>
                <a:cubicBezTo>
                  <a:pt x="3823905" y="71214"/>
                  <a:pt x="3824599" y="73025"/>
                  <a:pt x="3825989" y="74265"/>
                </a:cubicBezTo>
                <a:cubicBezTo>
                  <a:pt x="3827378" y="75505"/>
                  <a:pt x="3829437" y="76125"/>
                  <a:pt x="3832165" y="76125"/>
                </a:cubicBezTo>
                <a:cubicBezTo>
                  <a:pt x="3834299" y="76125"/>
                  <a:pt x="3836208" y="75729"/>
                  <a:pt x="3837895" y="74935"/>
                </a:cubicBezTo>
                <a:cubicBezTo>
                  <a:pt x="3839582" y="74141"/>
                  <a:pt x="3841144" y="72926"/>
                  <a:pt x="3842583" y="71289"/>
                </a:cubicBezTo>
                <a:close/>
                <a:moveTo>
                  <a:pt x="3442533" y="59754"/>
                </a:moveTo>
                <a:cubicBezTo>
                  <a:pt x="3436134" y="59804"/>
                  <a:pt x="3431421" y="60561"/>
                  <a:pt x="3428395" y="62024"/>
                </a:cubicBezTo>
                <a:cubicBezTo>
                  <a:pt x="3425369" y="63487"/>
                  <a:pt x="3423856" y="65757"/>
                  <a:pt x="3423856" y="68833"/>
                </a:cubicBezTo>
                <a:cubicBezTo>
                  <a:pt x="3423856" y="71214"/>
                  <a:pt x="3424550" y="73025"/>
                  <a:pt x="3425939" y="74265"/>
                </a:cubicBezTo>
                <a:cubicBezTo>
                  <a:pt x="3427328" y="75505"/>
                  <a:pt x="3429388" y="76125"/>
                  <a:pt x="3432115" y="76125"/>
                </a:cubicBezTo>
                <a:cubicBezTo>
                  <a:pt x="3434249" y="76125"/>
                  <a:pt x="3436159" y="75729"/>
                  <a:pt x="3437846" y="74935"/>
                </a:cubicBezTo>
                <a:cubicBezTo>
                  <a:pt x="3439532" y="74141"/>
                  <a:pt x="3441094" y="72926"/>
                  <a:pt x="3442533" y="71289"/>
                </a:cubicBezTo>
                <a:close/>
                <a:moveTo>
                  <a:pt x="3223459" y="59754"/>
                </a:moveTo>
                <a:cubicBezTo>
                  <a:pt x="3217059" y="59804"/>
                  <a:pt x="3212346" y="60561"/>
                  <a:pt x="3209320" y="62024"/>
                </a:cubicBezTo>
                <a:cubicBezTo>
                  <a:pt x="3206294" y="63487"/>
                  <a:pt x="3204781" y="65757"/>
                  <a:pt x="3204781" y="68833"/>
                </a:cubicBezTo>
                <a:cubicBezTo>
                  <a:pt x="3204781" y="71214"/>
                  <a:pt x="3205475" y="73025"/>
                  <a:pt x="3206864" y="74265"/>
                </a:cubicBezTo>
                <a:cubicBezTo>
                  <a:pt x="3208253" y="75505"/>
                  <a:pt x="3210312" y="76125"/>
                  <a:pt x="3213041" y="76125"/>
                </a:cubicBezTo>
                <a:cubicBezTo>
                  <a:pt x="3215174" y="76125"/>
                  <a:pt x="3217084" y="75729"/>
                  <a:pt x="3218770" y="74935"/>
                </a:cubicBezTo>
                <a:cubicBezTo>
                  <a:pt x="3220457" y="74141"/>
                  <a:pt x="3222020" y="72926"/>
                  <a:pt x="3223459" y="71289"/>
                </a:cubicBezTo>
                <a:close/>
                <a:moveTo>
                  <a:pt x="2299534" y="59754"/>
                </a:moveTo>
                <a:cubicBezTo>
                  <a:pt x="2293134" y="59804"/>
                  <a:pt x="2288421" y="60561"/>
                  <a:pt x="2285395" y="62024"/>
                </a:cubicBezTo>
                <a:cubicBezTo>
                  <a:pt x="2282369" y="63487"/>
                  <a:pt x="2280856" y="65757"/>
                  <a:pt x="2280856" y="68833"/>
                </a:cubicBezTo>
                <a:cubicBezTo>
                  <a:pt x="2280856" y="71214"/>
                  <a:pt x="2281550" y="73025"/>
                  <a:pt x="2282939" y="74265"/>
                </a:cubicBezTo>
                <a:cubicBezTo>
                  <a:pt x="2284328" y="75505"/>
                  <a:pt x="2286387" y="76125"/>
                  <a:pt x="2289116" y="76125"/>
                </a:cubicBezTo>
                <a:cubicBezTo>
                  <a:pt x="2291248" y="76125"/>
                  <a:pt x="2293159" y="75729"/>
                  <a:pt x="2294846" y="74935"/>
                </a:cubicBezTo>
                <a:cubicBezTo>
                  <a:pt x="2296532" y="74141"/>
                  <a:pt x="2298095" y="72926"/>
                  <a:pt x="2299534" y="71289"/>
                </a:cubicBezTo>
                <a:close/>
                <a:moveTo>
                  <a:pt x="2051884" y="59754"/>
                </a:moveTo>
                <a:cubicBezTo>
                  <a:pt x="2045484" y="59804"/>
                  <a:pt x="2040771" y="60561"/>
                  <a:pt x="2037745" y="62024"/>
                </a:cubicBezTo>
                <a:cubicBezTo>
                  <a:pt x="2034719" y="63487"/>
                  <a:pt x="2033206" y="65757"/>
                  <a:pt x="2033206" y="68833"/>
                </a:cubicBezTo>
                <a:cubicBezTo>
                  <a:pt x="2033206" y="71214"/>
                  <a:pt x="2033901" y="73025"/>
                  <a:pt x="2035289" y="74265"/>
                </a:cubicBezTo>
                <a:cubicBezTo>
                  <a:pt x="2036678" y="75505"/>
                  <a:pt x="2038738" y="76125"/>
                  <a:pt x="2041466" y="76125"/>
                </a:cubicBezTo>
                <a:cubicBezTo>
                  <a:pt x="2043599" y="76125"/>
                  <a:pt x="2045509" y="75729"/>
                  <a:pt x="2047196" y="74935"/>
                </a:cubicBezTo>
                <a:cubicBezTo>
                  <a:pt x="2048882" y="74141"/>
                  <a:pt x="2050445" y="72926"/>
                  <a:pt x="2051884" y="71289"/>
                </a:cubicBezTo>
                <a:close/>
                <a:moveTo>
                  <a:pt x="1642308" y="59754"/>
                </a:moveTo>
                <a:cubicBezTo>
                  <a:pt x="1635909" y="59804"/>
                  <a:pt x="1631196" y="60561"/>
                  <a:pt x="1628170" y="62024"/>
                </a:cubicBezTo>
                <a:cubicBezTo>
                  <a:pt x="1625144" y="63487"/>
                  <a:pt x="1623631" y="65757"/>
                  <a:pt x="1623631" y="68833"/>
                </a:cubicBezTo>
                <a:cubicBezTo>
                  <a:pt x="1623631" y="71214"/>
                  <a:pt x="1624326" y="73025"/>
                  <a:pt x="1625714" y="74265"/>
                </a:cubicBezTo>
                <a:cubicBezTo>
                  <a:pt x="1627104" y="75505"/>
                  <a:pt x="1629162" y="76125"/>
                  <a:pt x="1631891" y="76125"/>
                </a:cubicBezTo>
                <a:cubicBezTo>
                  <a:pt x="1634024" y="76125"/>
                  <a:pt x="1635934" y="75729"/>
                  <a:pt x="1637621" y="74935"/>
                </a:cubicBezTo>
                <a:cubicBezTo>
                  <a:pt x="1639307" y="74141"/>
                  <a:pt x="1640870" y="72926"/>
                  <a:pt x="1642308" y="71289"/>
                </a:cubicBezTo>
                <a:close/>
                <a:moveTo>
                  <a:pt x="1489909" y="59754"/>
                </a:moveTo>
                <a:cubicBezTo>
                  <a:pt x="1483509" y="59804"/>
                  <a:pt x="1478796" y="60561"/>
                  <a:pt x="1475770" y="62024"/>
                </a:cubicBezTo>
                <a:cubicBezTo>
                  <a:pt x="1472744" y="63487"/>
                  <a:pt x="1471231" y="65757"/>
                  <a:pt x="1471231" y="68833"/>
                </a:cubicBezTo>
                <a:cubicBezTo>
                  <a:pt x="1471231" y="71214"/>
                  <a:pt x="1471925" y="73025"/>
                  <a:pt x="1473315" y="74265"/>
                </a:cubicBezTo>
                <a:cubicBezTo>
                  <a:pt x="1474704" y="75505"/>
                  <a:pt x="1476763" y="76125"/>
                  <a:pt x="1479491" y="76125"/>
                </a:cubicBezTo>
                <a:cubicBezTo>
                  <a:pt x="1481624" y="76125"/>
                  <a:pt x="1483534" y="75729"/>
                  <a:pt x="1485221" y="74935"/>
                </a:cubicBezTo>
                <a:cubicBezTo>
                  <a:pt x="1486907" y="74141"/>
                  <a:pt x="1488470" y="72926"/>
                  <a:pt x="1489909" y="71289"/>
                </a:cubicBezTo>
                <a:close/>
                <a:moveTo>
                  <a:pt x="954927" y="53615"/>
                </a:moveTo>
                <a:cubicBezTo>
                  <a:pt x="947765" y="53752"/>
                  <a:pt x="942547" y="54621"/>
                  <a:pt x="939272" y="56224"/>
                </a:cubicBezTo>
                <a:cubicBezTo>
                  <a:pt x="935998" y="57827"/>
                  <a:pt x="934361" y="60334"/>
                  <a:pt x="934361" y="63745"/>
                </a:cubicBezTo>
                <a:cubicBezTo>
                  <a:pt x="934361" y="68588"/>
                  <a:pt x="937089" y="71010"/>
                  <a:pt x="942547" y="71010"/>
                </a:cubicBezTo>
                <a:cubicBezTo>
                  <a:pt x="947390" y="71010"/>
                  <a:pt x="951516" y="69100"/>
                  <a:pt x="954927" y="65280"/>
                </a:cubicBezTo>
                <a:close/>
                <a:moveTo>
                  <a:pt x="507252" y="53615"/>
                </a:moveTo>
                <a:cubicBezTo>
                  <a:pt x="500090" y="53752"/>
                  <a:pt x="494872" y="54621"/>
                  <a:pt x="491598" y="56224"/>
                </a:cubicBezTo>
                <a:cubicBezTo>
                  <a:pt x="488323" y="57827"/>
                  <a:pt x="486686" y="60334"/>
                  <a:pt x="486686" y="63745"/>
                </a:cubicBezTo>
                <a:cubicBezTo>
                  <a:pt x="486686" y="68588"/>
                  <a:pt x="489415" y="71010"/>
                  <a:pt x="494872" y="71010"/>
                </a:cubicBezTo>
                <a:cubicBezTo>
                  <a:pt x="499715" y="71010"/>
                  <a:pt x="503842" y="69100"/>
                  <a:pt x="507252" y="65280"/>
                </a:cubicBezTo>
                <a:close/>
                <a:moveTo>
                  <a:pt x="9971399" y="44723"/>
                </a:moveTo>
                <a:cubicBezTo>
                  <a:pt x="9969465" y="44723"/>
                  <a:pt x="9967703" y="45107"/>
                  <a:pt x="9966116" y="45876"/>
                </a:cubicBezTo>
                <a:cubicBezTo>
                  <a:pt x="9964529" y="46645"/>
                  <a:pt x="9963015" y="47873"/>
                  <a:pt x="9961577" y="49560"/>
                </a:cubicBezTo>
                <a:lnTo>
                  <a:pt x="9961577" y="71661"/>
                </a:lnTo>
                <a:cubicBezTo>
                  <a:pt x="9962866" y="73099"/>
                  <a:pt x="9964404" y="74228"/>
                  <a:pt x="9966190" y="75046"/>
                </a:cubicBezTo>
                <a:cubicBezTo>
                  <a:pt x="9967976" y="75865"/>
                  <a:pt x="9969861" y="76274"/>
                  <a:pt x="9971846" y="76274"/>
                </a:cubicBezTo>
                <a:cubicBezTo>
                  <a:pt x="9975219" y="76274"/>
                  <a:pt x="9977775" y="74960"/>
                  <a:pt x="9979511" y="72330"/>
                </a:cubicBezTo>
                <a:cubicBezTo>
                  <a:pt x="9981246" y="69701"/>
                  <a:pt x="9982115" y="65807"/>
                  <a:pt x="9982115" y="60647"/>
                </a:cubicBezTo>
                <a:cubicBezTo>
                  <a:pt x="9982115" y="55389"/>
                  <a:pt x="9981209" y="51420"/>
                  <a:pt x="9979399" y="48741"/>
                </a:cubicBezTo>
                <a:cubicBezTo>
                  <a:pt x="9977589" y="46062"/>
                  <a:pt x="9974921" y="44723"/>
                  <a:pt x="9971399" y="44723"/>
                </a:cubicBezTo>
                <a:close/>
                <a:moveTo>
                  <a:pt x="9314174" y="44723"/>
                </a:moveTo>
                <a:cubicBezTo>
                  <a:pt x="9312240" y="44723"/>
                  <a:pt x="9310478" y="45107"/>
                  <a:pt x="9308891" y="45876"/>
                </a:cubicBezTo>
                <a:cubicBezTo>
                  <a:pt x="9307304" y="46645"/>
                  <a:pt x="9305790" y="47873"/>
                  <a:pt x="9304352" y="49560"/>
                </a:cubicBezTo>
                <a:lnTo>
                  <a:pt x="9304352" y="71661"/>
                </a:lnTo>
                <a:cubicBezTo>
                  <a:pt x="9305641" y="73099"/>
                  <a:pt x="9307179" y="74228"/>
                  <a:pt x="9308965" y="75046"/>
                </a:cubicBezTo>
                <a:cubicBezTo>
                  <a:pt x="9310751" y="75865"/>
                  <a:pt x="9312636" y="76274"/>
                  <a:pt x="9314621" y="76274"/>
                </a:cubicBezTo>
                <a:cubicBezTo>
                  <a:pt x="9317994" y="76274"/>
                  <a:pt x="9320550" y="74960"/>
                  <a:pt x="9322286" y="72330"/>
                </a:cubicBezTo>
                <a:cubicBezTo>
                  <a:pt x="9324021" y="69701"/>
                  <a:pt x="9324890" y="65807"/>
                  <a:pt x="9324890" y="60647"/>
                </a:cubicBezTo>
                <a:cubicBezTo>
                  <a:pt x="9324890" y="55389"/>
                  <a:pt x="9323984" y="51420"/>
                  <a:pt x="9322174" y="48741"/>
                </a:cubicBezTo>
                <a:cubicBezTo>
                  <a:pt x="9320364" y="46062"/>
                  <a:pt x="9317696" y="44723"/>
                  <a:pt x="9314174" y="44723"/>
                </a:cubicBezTo>
                <a:close/>
                <a:moveTo>
                  <a:pt x="7894950" y="44723"/>
                </a:moveTo>
                <a:cubicBezTo>
                  <a:pt x="7893015" y="44723"/>
                  <a:pt x="7891254" y="45107"/>
                  <a:pt x="7889666" y="45876"/>
                </a:cubicBezTo>
                <a:cubicBezTo>
                  <a:pt x="7888079" y="46645"/>
                  <a:pt x="7886566" y="47873"/>
                  <a:pt x="7885127" y="49560"/>
                </a:cubicBezTo>
                <a:lnTo>
                  <a:pt x="7885127" y="71661"/>
                </a:lnTo>
                <a:cubicBezTo>
                  <a:pt x="7886417" y="73099"/>
                  <a:pt x="7887955" y="74228"/>
                  <a:pt x="7889741" y="75046"/>
                </a:cubicBezTo>
                <a:cubicBezTo>
                  <a:pt x="7891527" y="75865"/>
                  <a:pt x="7893411" y="76274"/>
                  <a:pt x="7895396" y="76274"/>
                </a:cubicBezTo>
                <a:cubicBezTo>
                  <a:pt x="7898769" y="76274"/>
                  <a:pt x="7901325" y="74960"/>
                  <a:pt x="7903061" y="72330"/>
                </a:cubicBezTo>
                <a:cubicBezTo>
                  <a:pt x="7904797" y="69701"/>
                  <a:pt x="7905665" y="65807"/>
                  <a:pt x="7905665" y="60647"/>
                </a:cubicBezTo>
                <a:cubicBezTo>
                  <a:pt x="7905665" y="55389"/>
                  <a:pt x="7904760" y="51420"/>
                  <a:pt x="7902949" y="48741"/>
                </a:cubicBezTo>
                <a:cubicBezTo>
                  <a:pt x="7901139" y="46062"/>
                  <a:pt x="7898472" y="44723"/>
                  <a:pt x="7894950" y="44723"/>
                </a:cubicBezTo>
                <a:close/>
                <a:moveTo>
                  <a:pt x="7475850" y="44723"/>
                </a:moveTo>
                <a:cubicBezTo>
                  <a:pt x="7473915" y="44723"/>
                  <a:pt x="7472154" y="45107"/>
                  <a:pt x="7470566" y="45876"/>
                </a:cubicBezTo>
                <a:cubicBezTo>
                  <a:pt x="7468979" y="46645"/>
                  <a:pt x="7467466" y="47873"/>
                  <a:pt x="7466027" y="49560"/>
                </a:cubicBezTo>
                <a:lnTo>
                  <a:pt x="7466027" y="71661"/>
                </a:lnTo>
                <a:cubicBezTo>
                  <a:pt x="7467317" y="73099"/>
                  <a:pt x="7468855" y="74228"/>
                  <a:pt x="7470641" y="75046"/>
                </a:cubicBezTo>
                <a:cubicBezTo>
                  <a:pt x="7472427" y="75865"/>
                  <a:pt x="7474312" y="76274"/>
                  <a:pt x="7476296" y="76274"/>
                </a:cubicBezTo>
                <a:cubicBezTo>
                  <a:pt x="7479670" y="76274"/>
                  <a:pt x="7482224" y="74960"/>
                  <a:pt x="7483961" y="72330"/>
                </a:cubicBezTo>
                <a:cubicBezTo>
                  <a:pt x="7485697" y="69701"/>
                  <a:pt x="7486565" y="65807"/>
                  <a:pt x="7486565" y="60647"/>
                </a:cubicBezTo>
                <a:cubicBezTo>
                  <a:pt x="7486565" y="55389"/>
                  <a:pt x="7485660" y="51420"/>
                  <a:pt x="7483849" y="48741"/>
                </a:cubicBezTo>
                <a:cubicBezTo>
                  <a:pt x="7482038" y="46062"/>
                  <a:pt x="7479372" y="44723"/>
                  <a:pt x="7475850" y="44723"/>
                </a:cubicBezTo>
                <a:close/>
                <a:moveTo>
                  <a:pt x="7123425" y="44723"/>
                </a:moveTo>
                <a:cubicBezTo>
                  <a:pt x="7121490" y="44723"/>
                  <a:pt x="7119729" y="45107"/>
                  <a:pt x="7118141" y="45876"/>
                </a:cubicBezTo>
                <a:cubicBezTo>
                  <a:pt x="7116554" y="46645"/>
                  <a:pt x="7115041" y="47873"/>
                  <a:pt x="7113602" y="49560"/>
                </a:cubicBezTo>
                <a:lnTo>
                  <a:pt x="7113602" y="71661"/>
                </a:lnTo>
                <a:cubicBezTo>
                  <a:pt x="7114892" y="73099"/>
                  <a:pt x="7116430" y="74228"/>
                  <a:pt x="7118216" y="75046"/>
                </a:cubicBezTo>
                <a:cubicBezTo>
                  <a:pt x="7120002" y="75865"/>
                  <a:pt x="7121887" y="76274"/>
                  <a:pt x="7123871" y="76274"/>
                </a:cubicBezTo>
                <a:cubicBezTo>
                  <a:pt x="7127245" y="76274"/>
                  <a:pt x="7129799" y="74960"/>
                  <a:pt x="7131536" y="72330"/>
                </a:cubicBezTo>
                <a:cubicBezTo>
                  <a:pt x="7133272" y="69701"/>
                  <a:pt x="7134140" y="65807"/>
                  <a:pt x="7134140" y="60647"/>
                </a:cubicBezTo>
                <a:cubicBezTo>
                  <a:pt x="7134140" y="55389"/>
                  <a:pt x="7133235" y="51420"/>
                  <a:pt x="7131424" y="48741"/>
                </a:cubicBezTo>
                <a:cubicBezTo>
                  <a:pt x="7129613" y="46062"/>
                  <a:pt x="7126947" y="44723"/>
                  <a:pt x="7123425" y="44723"/>
                </a:cubicBezTo>
                <a:close/>
                <a:moveTo>
                  <a:pt x="5342250" y="44723"/>
                </a:moveTo>
                <a:cubicBezTo>
                  <a:pt x="5340315" y="44723"/>
                  <a:pt x="5338553" y="45107"/>
                  <a:pt x="5336966" y="45876"/>
                </a:cubicBezTo>
                <a:cubicBezTo>
                  <a:pt x="5335380" y="46645"/>
                  <a:pt x="5333865" y="47873"/>
                  <a:pt x="5332427" y="49560"/>
                </a:cubicBezTo>
                <a:lnTo>
                  <a:pt x="5332427" y="71661"/>
                </a:lnTo>
                <a:cubicBezTo>
                  <a:pt x="5333716" y="73099"/>
                  <a:pt x="5335255" y="74228"/>
                  <a:pt x="5337041" y="75046"/>
                </a:cubicBezTo>
                <a:cubicBezTo>
                  <a:pt x="5338827" y="75865"/>
                  <a:pt x="5340711" y="76274"/>
                  <a:pt x="5342696" y="76274"/>
                </a:cubicBezTo>
                <a:cubicBezTo>
                  <a:pt x="5346069" y="76274"/>
                  <a:pt x="5348625" y="74960"/>
                  <a:pt x="5350361" y="72330"/>
                </a:cubicBezTo>
                <a:cubicBezTo>
                  <a:pt x="5352097" y="69701"/>
                  <a:pt x="5352966" y="65807"/>
                  <a:pt x="5352966" y="60647"/>
                </a:cubicBezTo>
                <a:cubicBezTo>
                  <a:pt x="5352966" y="55389"/>
                  <a:pt x="5352060" y="51420"/>
                  <a:pt x="5350249" y="48741"/>
                </a:cubicBezTo>
                <a:cubicBezTo>
                  <a:pt x="5348439" y="46062"/>
                  <a:pt x="5345772" y="44723"/>
                  <a:pt x="5342250" y="44723"/>
                </a:cubicBezTo>
                <a:close/>
                <a:moveTo>
                  <a:pt x="5237475" y="44723"/>
                </a:moveTo>
                <a:cubicBezTo>
                  <a:pt x="5235540" y="44723"/>
                  <a:pt x="5233778" y="45107"/>
                  <a:pt x="5232192" y="45876"/>
                </a:cubicBezTo>
                <a:cubicBezTo>
                  <a:pt x="5230604" y="46645"/>
                  <a:pt x="5229091" y="47873"/>
                  <a:pt x="5227652" y="49560"/>
                </a:cubicBezTo>
                <a:lnTo>
                  <a:pt x="5227652" y="71661"/>
                </a:lnTo>
                <a:cubicBezTo>
                  <a:pt x="5228941" y="73099"/>
                  <a:pt x="5230480" y="74228"/>
                  <a:pt x="5232266" y="75046"/>
                </a:cubicBezTo>
                <a:cubicBezTo>
                  <a:pt x="5234052" y="75865"/>
                  <a:pt x="5235936" y="76274"/>
                  <a:pt x="5237921" y="76274"/>
                </a:cubicBezTo>
                <a:cubicBezTo>
                  <a:pt x="5241294" y="76274"/>
                  <a:pt x="5243850" y="74960"/>
                  <a:pt x="5245586" y="72330"/>
                </a:cubicBezTo>
                <a:cubicBezTo>
                  <a:pt x="5247322" y="69701"/>
                  <a:pt x="5248190" y="65807"/>
                  <a:pt x="5248190" y="60647"/>
                </a:cubicBezTo>
                <a:cubicBezTo>
                  <a:pt x="5248190" y="55389"/>
                  <a:pt x="5247285" y="51420"/>
                  <a:pt x="5245474" y="48741"/>
                </a:cubicBezTo>
                <a:cubicBezTo>
                  <a:pt x="5243664" y="46062"/>
                  <a:pt x="5240997" y="44723"/>
                  <a:pt x="5237475" y="44723"/>
                </a:cubicBezTo>
                <a:close/>
                <a:moveTo>
                  <a:pt x="1894200" y="44723"/>
                </a:moveTo>
                <a:cubicBezTo>
                  <a:pt x="1892265" y="44723"/>
                  <a:pt x="1890505" y="45107"/>
                  <a:pt x="1888917" y="45876"/>
                </a:cubicBezTo>
                <a:cubicBezTo>
                  <a:pt x="1887329" y="46645"/>
                  <a:pt x="1885816" y="47873"/>
                  <a:pt x="1884377" y="49560"/>
                </a:cubicBezTo>
                <a:lnTo>
                  <a:pt x="1884377" y="71661"/>
                </a:lnTo>
                <a:cubicBezTo>
                  <a:pt x="1885668" y="73099"/>
                  <a:pt x="1887205" y="74228"/>
                  <a:pt x="1888992" y="75046"/>
                </a:cubicBezTo>
                <a:cubicBezTo>
                  <a:pt x="1890777" y="75865"/>
                  <a:pt x="1892662" y="76274"/>
                  <a:pt x="1894647" y="76274"/>
                </a:cubicBezTo>
                <a:cubicBezTo>
                  <a:pt x="1898020" y="76274"/>
                  <a:pt x="1900575" y="74960"/>
                  <a:pt x="1902311" y="72330"/>
                </a:cubicBezTo>
                <a:cubicBezTo>
                  <a:pt x="1904048" y="69701"/>
                  <a:pt x="1904916" y="65807"/>
                  <a:pt x="1904916" y="60647"/>
                </a:cubicBezTo>
                <a:cubicBezTo>
                  <a:pt x="1904916" y="55389"/>
                  <a:pt x="1904011" y="51420"/>
                  <a:pt x="1902200" y="48741"/>
                </a:cubicBezTo>
                <a:cubicBezTo>
                  <a:pt x="1900389" y="46062"/>
                  <a:pt x="1897722" y="44723"/>
                  <a:pt x="1894200" y="44723"/>
                </a:cubicBezTo>
                <a:close/>
                <a:moveTo>
                  <a:pt x="1789426" y="44723"/>
                </a:moveTo>
                <a:cubicBezTo>
                  <a:pt x="1787491" y="44723"/>
                  <a:pt x="1785730" y="45107"/>
                  <a:pt x="1784142" y="45876"/>
                </a:cubicBezTo>
                <a:cubicBezTo>
                  <a:pt x="1782554" y="46645"/>
                  <a:pt x="1781041" y="47873"/>
                  <a:pt x="1779602" y="49560"/>
                </a:cubicBezTo>
                <a:lnTo>
                  <a:pt x="1779602" y="71661"/>
                </a:lnTo>
                <a:cubicBezTo>
                  <a:pt x="1780892" y="73099"/>
                  <a:pt x="1782430" y="74228"/>
                  <a:pt x="1784217" y="75046"/>
                </a:cubicBezTo>
                <a:cubicBezTo>
                  <a:pt x="1786002" y="75865"/>
                  <a:pt x="1787888" y="76274"/>
                  <a:pt x="1789871" y="76274"/>
                </a:cubicBezTo>
                <a:cubicBezTo>
                  <a:pt x="1793245" y="76274"/>
                  <a:pt x="1795800" y="74960"/>
                  <a:pt x="1797536" y="72330"/>
                </a:cubicBezTo>
                <a:cubicBezTo>
                  <a:pt x="1799273" y="69701"/>
                  <a:pt x="1800141" y="65807"/>
                  <a:pt x="1800141" y="60647"/>
                </a:cubicBezTo>
                <a:cubicBezTo>
                  <a:pt x="1800141" y="55389"/>
                  <a:pt x="1799236" y="51420"/>
                  <a:pt x="1797425" y="48741"/>
                </a:cubicBezTo>
                <a:cubicBezTo>
                  <a:pt x="1795614" y="46062"/>
                  <a:pt x="1792948" y="44723"/>
                  <a:pt x="1789426" y="44723"/>
                </a:cubicBezTo>
                <a:close/>
                <a:moveTo>
                  <a:pt x="10817190" y="44425"/>
                </a:moveTo>
                <a:cubicBezTo>
                  <a:pt x="10813767" y="44425"/>
                  <a:pt x="10811175" y="45641"/>
                  <a:pt x="10809413" y="48071"/>
                </a:cubicBezTo>
                <a:cubicBezTo>
                  <a:pt x="10807652" y="50502"/>
                  <a:pt x="10806772" y="54124"/>
                  <a:pt x="10806772" y="58936"/>
                </a:cubicBezTo>
                <a:cubicBezTo>
                  <a:pt x="10806772" y="63798"/>
                  <a:pt x="10807689" y="67481"/>
                  <a:pt x="10809525" y="69986"/>
                </a:cubicBezTo>
                <a:cubicBezTo>
                  <a:pt x="10811361" y="72492"/>
                  <a:pt x="10814089" y="73744"/>
                  <a:pt x="10817711" y="73744"/>
                </a:cubicBezTo>
                <a:cubicBezTo>
                  <a:pt x="10819645" y="73744"/>
                  <a:pt x="10821407" y="73360"/>
                  <a:pt x="10822994" y="72591"/>
                </a:cubicBezTo>
                <a:cubicBezTo>
                  <a:pt x="10824581" y="71822"/>
                  <a:pt x="10826095" y="70594"/>
                  <a:pt x="10827533" y="68907"/>
                </a:cubicBezTo>
                <a:lnTo>
                  <a:pt x="10827533" y="49039"/>
                </a:lnTo>
                <a:cubicBezTo>
                  <a:pt x="10826194" y="47550"/>
                  <a:pt x="10824631" y="46409"/>
                  <a:pt x="10822845" y="45616"/>
                </a:cubicBezTo>
                <a:cubicBezTo>
                  <a:pt x="10821059" y="44822"/>
                  <a:pt x="10819174" y="44425"/>
                  <a:pt x="10817190" y="44425"/>
                </a:cubicBezTo>
                <a:close/>
                <a:moveTo>
                  <a:pt x="8778691" y="44425"/>
                </a:moveTo>
                <a:cubicBezTo>
                  <a:pt x="8775318" y="44425"/>
                  <a:pt x="8772762" y="45740"/>
                  <a:pt x="8771026" y="48369"/>
                </a:cubicBezTo>
                <a:cubicBezTo>
                  <a:pt x="8769290" y="50998"/>
                  <a:pt x="8768422" y="54893"/>
                  <a:pt x="8768422" y="60052"/>
                </a:cubicBezTo>
                <a:cubicBezTo>
                  <a:pt x="8768422" y="65311"/>
                  <a:pt x="8769327" y="69279"/>
                  <a:pt x="8771138" y="71958"/>
                </a:cubicBezTo>
                <a:cubicBezTo>
                  <a:pt x="8772948" y="74637"/>
                  <a:pt x="8775615" y="75977"/>
                  <a:pt x="8779137" y="75977"/>
                </a:cubicBezTo>
                <a:cubicBezTo>
                  <a:pt x="8781072" y="75977"/>
                  <a:pt x="8782834" y="75592"/>
                  <a:pt x="8784421" y="74823"/>
                </a:cubicBezTo>
                <a:cubicBezTo>
                  <a:pt x="8786008" y="74054"/>
                  <a:pt x="8787522" y="72826"/>
                  <a:pt x="8788960" y="71140"/>
                </a:cubicBezTo>
                <a:lnTo>
                  <a:pt x="8788960" y="49039"/>
                </a:lnTo>
                <a:cubicBezTo>
                  <a:pt x="8787670" y="47600"/>
                  <a:pt x="8786132" y="46471"/>
                  <a:pt x="8784346" y="45653"/>
                </a:cubicBezTo>
                <a:cubicBezTo>
                  <a:pt x="8782560" y="44834"/>
                  <a:pt x="8780676" y="44425"/>
                  <a:pt x="8778691" y="44425"/>
                </a:cubicBezTo>
                <a:close/>
                <a:moveTo>
                  <a:pt x="8340541" y="44425"/>
                </a:moveTo>
                <a:cubicBezTo>
                  <a:pt x="8337167" y="44425"/>
                  <a:pt x="8334612" y="45740"/>
                  <a:pt x="8332876" y="48369"/>
                </a:cubicBezTo>
                <a:cubicBezTo>
                  <a:pt x="8331140" y="50998"/>
                  <a:pt x="8330271" y="54893"/>
                  <a:pt x="8330271" y="60052"/>
                </a:cubicBezTo>
                <a:cubicBezTo>
                  <a:pt x="8330271" y="65311"/>
                  <a:pt x="8331177" y="69279"/>
                  <a:pt x="8332988" y="71958"/>
                </a:cubicBezTo>
                <a:cubicBezTo>
                  <a:pt x="8334798" y="74637"/>
                  <a:pt x="8337465" y="75977"/>
                  <a:pt x="8340987" y="75977"/>
                </a:cubicBezTo>
                <a:cubicBezTo>
                  <a:pt x="8342922" y="75977"/>
                  <a:pt x="8344683" y="75592"/>
                  <a:pt x="8346271" y="74823"/>
                </a:cubicBezTo>
                <a:cubicBezTo>
                  <a:pt x="8347858" y="74054"/>
                  <a:pt x="8349371" y="72826"/>
                  <a:pt x="8350810" y="71140"/>
                </a:cubicBezTo>
                <a:lnTo>
                  <a:pt x="8350810" y="49039"/>
                </a:lnTo>
                <a:cubicBezTo>
                  <a:pt x="8349521" y="47600"/>
                  <a:pt x="8347982" y="46471"/>
                  <a:pt x="8346197" y="45653"/>
                </a:cubicBezTo>
                <a:cubicBezTo>
                  <a:pt x="8344411" y="44834"/>
                  <a:pt x="8342525" y="44425"/>
                  <a:pt x="8340541" y="44425"/>
                </a:cubicBezTo>
                <a:close/>
                <a:moveTo>
                  <a:pt x="8073841" y="44425"/>
                </a:moveTo>
                <a:cubicBezTo>
                  <a:pt x="8070467" y="44425"/>
                  <a:pt x="8067912" y="45740"/>
                  <a:pt x="8066176" y="48369"/>
                </a:cubicBezTo>
                <a:cubicBezTo>
                  <a:pt x="8064440" y="50998"/>
                  <a:pt x="8063571" y="54893"/>
                  <a:pt x="8063571" y="60052"/>
                </a:cubicBezTo>
                <a:cubicBezTo>
                  <a:pt x="8063571" y="65311"/>
                  <a:pt x="8064477" y="69279"/>
                  <a:pt x="8066288" y="71958"/>
                </a:cubicBezTo>
                <a:cubicBezTo>
                  <a:pt x="8068098" y="74637"/>
                  <a:pt x="8070765" y="75977"/>
                  <a:pt x="8074287" y="75977"/>
                </a:cubicBezTo>
                <a:cubicBezTo>
                  <a:pt x="8076222" y="75977"/>
                  <a:pt x="8077983" y="75592"/>
                  <a:pt x="8079571" y="74823"/>
                </a:cubicBezTo>
                <a:cubicBezTo>
                  <a:pt x="8081158" y="74054"/>
                  <a:pt x="8082671" y="72826"/>
                  <a:pt x="8084110" y="71140"/>
                </a:cubicBezTo>
                <a:lnTo>
                  <a:pt x="8084110" y="49039"/>
                </a:lnTo>
                <a:cubicBezTo>
                  <a:pt x="8082821" y="47600"/>
                  <a:pt x="8081282" y="46471"/>
                  <a:pt x="8079497" y="45653"/>
                </a:cubicBezTo>
                <a:cubicBezTo>
                  <a:pt x="8077711" y="44834"/>
                  <a:pt x="8075825" y="44425"/>
                  <a:pt x="8073841" y="44425"/>
                </a:cubicBezTo>
                <a:close/>
                <a:moveTo>
                  <a:pt x="7988116" y="44425"/>
                </a:moveTo>
                <a:cubicBezTo>
                  <a:pt x="7984743" y="44425"/>
                  <a:pt x="7982187" y="45740"/>
                  <a:pt x="7980451" y="48369"/>
                </a:cubicBezTo>
                <a:cubicBezTo>
                  <a:pt x="7978715" y="50998"/>
                  <a:pt x="7977847" y="54893"/>
                  <a:pt x="7977847" y="60052"/>
                </a:cubicBezTo>
                <a:cubicBezTo>
                  <a:pt x="7977847" y="65311"/>
                  <a:pt x="7978753" y="69279"/>
                  <a:pt x="7980563" y="71958"/>
                </a:cubicBezTo>
                <a:cubicBezTo>
                  <a:pt x="7982373" y="74637"/>
                  <a:pt x="7985041" y="75977"/>
                  <a:pt x="7988563" y="75977"/>
                </a:cubicBezTo>
                <a:cubicBezTo>
                  <a:pt x="7990497" y="75977"/>
                  <a:pt x="7992259" y="75592"/>
                  <a:pt x="7993845" y="74823"/>
                </a:cubicBezTo>
                <a:cubicBezTo>
                  <a:pt x="7995433" y="74054"/>
                  <a:pt x="7996947" y="72826"/>
                  <a:pt x="7998385" y="71140"/>
                </a:cubicBezTo>
                <a:lnTo>
                  <a:pt x="7998385" y="49039"/>
                </a:lnTo>
                <a:cubicBezTo>
                  <a:pt x="7997095" y="47600"/>
                  <a:pt x="7995557" y="46471"/>
                  <a:pt x="7993771" y="45653"/>
                </a:cubicBezTo>
                <a:cubicBezTo>
                  <a:pt x="7991985" y="44834"/>
                  <a:pt x="7990101" y="44425"/>
                  <a:pt x="7988116" y="44425"/>
                </a:cubicBezTo>
                <a:close/>
                <a:moveTo>
                  <a:pt x="7730941" y="44425"/>
                </a:moveTo>
                <a:cubicBezTo>
                  <a:pt x="7727567" y="44425"/>
                  <a:pt x="7725013" y="45740"/>
                  <a:pt x="7723276" y="48369"/>
                </a:cubicBezTo>
                <a:cubicBezTo>
                  <a:pt x="7721540" y="50998"/>
                  <a:pt x="7720672" y="54893"/>
                  <a:pt x="7720672" y="60052"/>
                </a:cubicBezTo>
                <a:cubicBezTo>
                  <a:pt x="7720672" y="65311"/>
                  <a:pt x="7721577" y="69279"/>
                  <a:pt x="7723388" y="71958"/>
                </a:cubicBezTo>
                <a:cubicBezTo>
                  <a:pt x="7725199" y="74637"/>
                  <a:pt x="7727865" y="75977"/>
                  <a:pt x="7731388" y="75977"/>
                </a:cubicBezTo>
                <a:cubicBezTo>
                  <a:pt x="7733322" y="75977"/>
                  <a:pt x="7735083" y="75592"/>
                  <a:pt x="7736671" y="74823"/>
                </a:cubicBezTo>
                <a:cubicBezTo>
                  <a:pt x="7738259" y="74054"/>
                  <a:pt x="7739771" y="72826"/>
                  <a:pt x="7741210" y="71140"/>
                </a:cubicBezTo>
                <a:lnTo>
                  <a:pt x="7741210" y="49039"/>
                </a:lnTo>
                <a:cubicBezTo>
                  <a:pt x="7739920" y="47600"/>
                  <a:pt x="7738382" y="46471"/>
                  <a:pt x="7736597" y="45653"/>
                </a:cubicBezTo>
                <a:cubicBezTo>
                  <a:pt x="7734811" y="44834"/>
                  <a:pt x="7732925" y="44425"/>
                  <a:pt x="7730941" y="44425"/>
                </a:cubicBezTo>
                <a:close/>
                <a:moveTo>
                  <a:pt x="7578541" y="44425"/>
                </a:moveTo>
                <a:cubicBezTo>
                  <a:pt x="7575167" y="44425"/>
                  <a:pt x="7572613" y="45740"/>
                  <a:pt x="7570876" y="48369"/>
                </a:cubicBezTo>
                <a:cubicBezTo>
                  <a:pt x="7569140" y="50998"/>
                  <a:pt x="7568272" y="54893"/>
                  <a:pt x="7568272" y="60052"/>
                </a:cubicBezTo>
                <a:cubicBezTo>
                  <a:pt x="7568272" y="65311"/>
                  <a:pt x="7569177" y="69279"/>
                  <a:pt x="7570988" y="71958"/>
                </a:cubicBezTo>
                <a:cubicBezTo>
                  <a:pt x="7572799" y="74637"/>
                  <a:pt x="7575465" y="75977"/>
                  <a:pt x="7578988" y="75977"/>
                </a:cubicBezTo>
                <a:cubicBezTo>
                  <a:pt x="7580922" y="75977"/>
                  <a:pt x="7582683" y="75592"/>
                  <a:pt x="7584271" y="74823"/>
                </a:cubicBezTo>
                <a:cubicBezTo>
                  <a:pt x="7585859" y="74054"/>
                  <a:pt x="7587371" y="72826"/>
                  <a:pt x="7588810" y="71140"/>
                </a:cubicBezTo>
                <a:lnTo>
                  <a:pt x="7588810" y="49039"/>
                </a:lnTo>
                <a:cubicBezTo>
                  <a:pt x="7587520" y="47600"/>
                  <a:pt x="7585982" y="46471"/>
                  <a:pt x="7584197" y="45653"/>
                </a:cubicBezTo>
                <a:cubicBezTo>
                  <a:pt x="7582411" y="44834"/>
                  <a:pt x="7580525" y="44425"/>
                  <a:pt x="7578541" y="44425"/>
                </a:cubicBezTo>
                <a:close/>
                <a:moveTo>
                  <a:pt x="7330891" y="44425"/>
                </a:moveTo>
                <a:cubicBezTo>
                  <a:pt x="7327518" y="44425"/>
                  <a:pt x="7324963" y="45740"/>
                  <a:pt x="7323226" y="48369"/>
                </a:cubicBezTo>
                <a:cubicBezTo>
                  <a:pt x="7321490" y="50998"/>
                  <a:pt x="7320622" y="54893"/>
                  <a:pt x="7320622" y="60052"/>
                </a:cubicBezTo>
                <a:cubicBezTo>
                  <a:pt x="7320622" y="65311"/>
                  <a:pt x="7321527" y="69279"/>
                  <a:pt x="7323338" y="71958"/>
                </a:cubicBezTo>
                <a:cubicBezTo>
                  <a:pt x="7325149" y="74637"/>
                  <a:pt x="7327815" y="75977"/>
                  <a:pt x="7331338" y="75977"/>
                </a:cubicBezTo>
                <a:cubicBezTo>
                  <a:pt x="7333272" y="75977"/>
                  <a:pt x="7335034" y="75592"/>
                  <a:pt x="7336621" y="74823"/>
                </a:cubicBezTo>
                <a:cubicBezTo>
                  <a:pt x="7338209" y="74054"/>
                  <a:pt x="7339721" y="72826"/>
                  <a:pt x="7341160" y="71140"/>
                </a:cubicBezTo>
                <a:lnTo>
                  <a:pt x="7341160" y="49039"/>
                </a:lnTo>
                <a:cubicBezTo>
                  <a:pt x="7339870" y="47600"/>
                  <a:pt x="7338332" y="46471"/>
                  <a:pt x="7336547" y="45653"/>
                </a:cubicBezTo>
                <a:cubicBezTo>
                  <a:pt x="7334761" y="44834"/>
                  <a:pt x="7332875" y="44425"/>
                  <a:pt x="7330891" y="44425"/>
                </a:cubicBezTo>
                <a:close/>
                <a:moveTo>
                  <a:pt x="5883240" y="44425"/>
                </a:moveTo>
                <a:cubicBezTo>
                  <a:pt x="5879817" y="44425"/>
                  <a:pt x="5877225" y="45641"/>
                  <a:pt x="5875464" y="48071"/>
                </a:cubicBezTo>
                <a:cubicBezTo>
                  <a:pt x="5873703" y="50502"/>
                  <a:pt x="5872822" y="54124"/>
                  <a:pt x="5872822" y="58936"/>
                </a:cubicBezTo>
                <a:cubicBezTo>
                  <a:pt x="5872822" y="63798"/>
                  <a:pt x="5873740" y="67481"/>
                  <a:pt x="5875575" y="69986"/>
                </a:cubicBezTo>
                <a:cubicBezTo>
                  <a:pt x="5877411" y="72492"/>
                  <a:pt x="5880139" y="73744"/>
                  <a:pt x="5883761" y="73744"/>
                </a:cubicBezTo>
                <a:cubicBezTo>
                  <a:pt x="5885696" y="73744"/>
                  <a:pt x="5887456" y="73360"/>
                  <a:pt x="5889044" y="72591"/>
                </a:cubicBezTo>
                <a:cubicBezTo>
                  <a:pt x="5890632" y="71822"/>
                  <a:pt x="5892145" y="70594"/>
                  <a:pt x="5893583" y="68907"/>
                </a:cubicBezTo>
                <a:lnTo>
                  <a:pt x="5893583" y="49039"/>
                </a:lnTo>
                <a:cubicBezTo>
                  <a:pt x="5892244" y="47550"/>
                  <a:pt x="5890681" y="46409"/>
                  <a:pt x="5888895" y="45616"/>
                </a:cubicBezTo>
                <a:cubicBezTo>
                  <a:pt x="5887109" y="44822"/>
                  <a:pt x="5885224" y="44425"/>
                  <a:pt x="5883240" y="44425"/>
                </a:cubicBezTo>
                <a:close/>
                <a:moveTo>
                  <a:pt x="4149541" y="44425"/>
                </a:moveTo>
                <a:cubicBezTo>
                  <a:pt x="4146168" y="44425"/>
                  <a:pt x="4143613" y="45740"/>
                  <a:pt x="4141876" y="48369"/>
                </a:cubicBezTo>
                <a:cubicBezTo>
                  <a:pt x="4140140" y="50998"/>
                  <a:pt x="4139272" y="54893"/>
                  <a:pt x="4139272" y="60052"/>
                </a:cubicBezTo>
                <a:cubicBezTo>
                  <a:pt x="4139272" y="65311"/>
                  <a:pt x="4140177" y="69279"/>
                  <a:pt x="4141989" y="71958"/>
                </a:cubicBezTo>
                <a:cubicBezTo>
                  <a:pt x="4143799" y="74637"/>
                  <a:pt x="4146465" y="75977"/>
                  <a:pt x="4149987" y="75977"/>
                </a:cubicBezTo>
                <a:cubicBezTo>
                  <a:pt x="4151922" y="75977"/>
                  <a:pt x="4153683" y="75592"/>
                  <a:pt x="4155271" y="74823"/>
                </a:cubicBezTo>
                <a:cubicBezTo>
                  <a:pt x="4156858" y="74054"/>
                  <a:pt x="4158372" y="72826"/>
                  <a:pt x="4159810" y="71140"/>
                </a:cubicBezTo>
                <a:lnTo>
                  <a:pt x="4159810" y="49039"/>
                </a:lnTo>
                <a:cubicBezTo>
                  <a:pt x="4158520" y="47600"/>
                  <a:pt x="4156982" y="46471"/>
                  <a:pt x="4155196" y="45653"/>
                </a:cubicBezTo>
                <a:cubicBezTo>
                  <a:pt x="4153410" y="44834"/>
                  <a:pt x="4151525" y="44425"/>
                  <a:pt x="4149541" y="44425"/>
                </a:cubicBezTo>
                <a:close/>
                <a:moveTo>
                  <a:pt x="3920941" y="44425"/>
                </a:moveTo>
                <a:cubicBezTo>
                  <a:pt x="3917568" y="44425"/>
                  <a:pt x="3915013" y="45740"/>
                  <a:pt x="3913276" y="48369"/>
                </a:cubicBezTo>
                <a:cubicBezTo>
                  <a:pt x="3911540" y="50998"/>
                  <a:pt x="3910672" y="54893"/>
                  <a:pt x="3910672" y="60052"/>
                </a:cubicBezTo>
                <a:cubicBezTo>
                  <a:pt x="3910672" y="65311"/>
                  <a:pt x="3911577" y="69279"/>
                  <a:pt x="3913388" y="71958"/>
                </a:cubicBezTo>
                <a:cubicBezTo>
                  <a:pt x="3915199" y="74637"/>
                  <a:pt x="3917865" y="75977"/>
                  <a:pt x="3921387" y="75977"/>
                </a:cubicBezTo>
                <a:cubicBezTo>
                  <a:pt x="3923322" y="75977"/>
                  <a:pt x="3925083" y="75592"/>
                  <a:pt x="3926672" y="74823"/>
                </a:cubicBezTo>
                <a:cubicBezTo>
                  <a:pt x="3928258" y="74054"/>
                  <a:pt x="3929771" y="72826"/>
                  <a:pt x="3931210" y="71140"/>
                </a:cubicBezTo>
                <a:lnTo>
                  <a:pt x="3931210" y="49039"/>
                </a:lnTo>
                <a:cubicBezTo>
                  <a:pt x="3929921" y="47600"/>
                  <a:pt x="3928382" y="46471"/>
                  <a:pt x="3926596" y="45653"/>
                </a:cubicBezTo>
                <a:cubicBezTo>
                  <a:pt x="3924810" y="44834"/>
                  <a:pt x="3922925" y="44425"/>
                  <a:pt x="3920941" y="44425"/>
                </a:cubicBezTo>
                <a:close/>
                <a:moveTo>
                  <a:pt x="3473267" y="44425"/>
                </a:moveTo>
                <a:cubicBezTo>
                  <a:pt x="3469893" y="44425"/>
                  <a:pt x="3467339" y="45740"/>
                  <a:pt x="3465602" y="48369"/>
                </a:cubicBezTo>
                <a:cubicBezTo>
                  <a:pt x="3463865" y="50998"/>
                  <a:pt x="3462998" y="54893"/>
                  <a:pt x="3462998" y="60052"/>
                </a:cubicBezTo>
                <a:cubicBezTo>
                  <a:pt x="3462998" y="65311"/>
                  <a:pt x="3463903" y="69279"/>
                  <a:pt x="3465714" y="71958"/>
                </a:cubicBezTo>
                <a:cubicBezTo>
                  <a:pt x="3467524" y="74637"/>
                  <a:pt x="3470191" y="75977"/>
                  <a:pt x="3473713" y="75977"/>
                </a:cubicBezTo>
                <a:cubicBezTo>
                  <a:pt x="3475648" y="75977"/>
                  <a:pt x="3477409" y="75592"/>
                  <a:pt x="3478997" y="74823"/>
                </a:cubicBezTo>
                <a:cubicBezTo>
                  <a:pt x="3480584" y="74054"/>
                  <a:pt x="3482097" y="72826"/>
                  <a:pt x="3483536" y="71140"/>
                </a:cubicBezTo>
                <a:lnTo>
                  <a:pt x="3483536" y="49039"/>
                </a:lnTo>
                <a:cubicBezTo>
                  <a:pt x="3482246" y="47600"/>
                  <a:pt x="3480708" y="46471"/>
                  <a:pt x="3478922" y="45653"/>
                </a:cubicBezTo>
                <a:cubicBezTo>
                  <a:pt x="3477136" y="44834"/>
                  <a:pt x="3475251" y="44425"/>
                  <a:pt x="3473267" y="44425"/>
                </a:cubicBezTo>
                <a:close/>
                <a:moveTo>
                  <a:pt x="2520916" y="44425"/>
                </a:moveTo>
                <a:cubicBezTo>
                  <a:pt x="2517492" y="44425"/>
                  <a:pt x="2514900" y="45641"/>
                  <a:pt x="2513139" y="48071"/>
                </a:cubicBezTo>
                <a:cubicBezTo>
                  <a:pt x="2511378" y="50502"/>
                  <a:pt x="2510498" y="54124"/>
                  <a:pt x="2510498" y="58936"/>
                </a:cubicBezTo>
                <a:cubicBezTo>
                  <a:pt x="2510498" y="63798"/>
                  <a:pt x="2511416" y="67481"/>
                  <a:pt x="2513251" y="69986"/>
                </a:cubicBezTo>
                <a:cubicBezTo>
                  <a:pt x="2515086" y="72492"/>
                  <a:pt x="2517815" y="73744"/>
                  <a:pt x="2521436" y="73744"/>
                </a:cubicBezTo>
                <a:cubicBezTo>
                  <a:pt x="2523371" y="73744"/>
                  <a:pt x="2525132" y="73360"/>
                  <a:pt x="2526720" y="72591"/>
                </a:cubicBezTo>
                <a:cubicBezTo>
                  <a:pt x="2528308" y="71822"/>
                  <a:pt x="2529820" y="70594"/>
                  <a:pt x="2531259" y="68907"/>
                </a:cubicBezTo>
                <a:lnTo>
                  <a:pt x="2531259" y="49039"/>
                </a:lnTo>
                <a:cubicBezTo>
                  <a:pt x="2529920" y="47550"/>
                  <a:pt x="2528357" y="46409"/>
                  <a:pt x="2526571" y="45616"/>
                </a:cubicBezTo>
                <a:cubicBezTo>
                  <a:pt x="2524785" y="44822"/>
                  <a:pt x="2522900" y="44425"/>
                  <a:pt x="2520916" y="44425"/>
                </a:cubicBezTo>
                <a:close/>
                <a:moveTo>
                  <a:pt x="11074811" y="44351"/>
                </a:moveTo>
                <a:cubicBezTo>
                  <a:pt x="11071239" y="44351"/>
                  <a:pt x="11068536" y="45703"/>
                  <a:pt x="11066700" y="48406"/>
                </a:cubicBezTo>
                <a:cubicBezTo>
                  <a:pt x="11064864" y="51110"/>
                  <a:pt x="11063947" y="55091"/>
                  <a:pt x="11063947" y="60350"/>
                </a:cubicBezTo>
                <a:cubicBezTo>
                  <a:pt x="11063947" y="65608"/>
                  <a:pt x="11064864" y="69589"/>
                  <a:pt x="11066700" y="72293"/>
                </a:cubicBezTo>
                <a:cubicBezTo>
                  <a:pt x="11068536" y="74997"/>
                  <a:pt x="11071215" y="76349"/>
                  <a:pt x="11074737" y="76349"/>
                </a:cubicBezTo>
                <a:cubicBezTo>
                  <a:pt x="11078309" y="76349"/>
                  <a:pt x="11081012" y="74997"/>
                  <a:pt x="11082848" y="72293"/>
                </a:cubicBezTo>
                <a:cubicBezTo>
                  <a:pt x="11084684" y="69589"/>
                  <a:pt x="11085601" y="65608"/>
                  <a:pt x="11085601" y="60350"/>
                </a:cubicBezTo>
                <a:cubicBezTo>
                  <a:pt x="11085601" y="55091"/>
                  <a:pt x="11084684" y="51110"/>
                  <a:pt x="11082848" y="48406"/>
                </a:cubicBezTo>
                <a:cubicBezTo>
                  <a:pt x="11081012" y="45703"/>
                  <a:pt x="11078333" y="44351"/>
                  <a:pt x="11074811" y="44351"/>
                </a:cubicBezTo>
                <a:close/>
                <a:moveTo>
                  <a:pt x="10941015" y="44351"/>
                </a:moveTo>
                <a:cubicBezTo>
                  <a:pt x="10937839" y="44351"/>
                  <a:pt x="10935372" y="45430"/>
                  <a:pt x="10933610" y="47588"/>
                </a:cubicBezTo>
                <a:cubicBezTo>
                  <a:pt x="10931849" y="49746"/>
                  <a:pt x="10930795" y="52958"/>
                  <a:pt x="10930448" y="57224"/>
                </a:cubicBezTo>
                <a:lnTo>
                  <a:pt x="10951581" y="57224"/>
                </a:lnTo>
                <a:cubicBezTo>
                  <a:pt x="10951531" y="53156"/>
                  <a:pt x="10950577" y="49994"/>
                  <a:pt x="10948716" y="47737"/>
                </a:cubicBezTo>
                <a:cubicBezTo>
                  <a:pt x="10946856" y="45479"/>
                  <a:pt x="10944289" y="44351"/>
                  <a:pt x="10941015" y="44351"/>
                </a:cubicBezTo>
                <a:close/>
                <a:moveTo>
                  <a:pt x="10465211" y="44351"/>
                </a:moveTo>
                <a:cubicBezTo>
                  <a:pt x="10461639" y="44351"/>
                  <a:pt x="10458936" y="45703"/>
                  <a:pt x="10457100" y="48406"/>
                </a:cubicBezTo>
                <a:cubicBezTo>
                  <a:pt x="10455264" y="51110"/>
                  <a:pt x="10454347" y="55091"/>
                  <a:pt x="10454347" y="60350"/>
                </a:cubicBezTo>
                <a:cubicBezTo>
                  <a:pt x="10454347" y="65608"/>
                  <a:pt x="10455264" y="69589"/>
                  <a:pt x="10457100" y="72293"/>
                </a:cubicBezTo>
                <a:cubicBezTo>
                  <a:pt x="10458936" y="74997"/>
                  <a:pt x="10461615" y="76349"/>
                  <a:pt x="10465137" y="76349"/>
                </a:cubicBezTo>
                <a:cubicBezTo>
                  <a:pt x="10468709" y="76349"/>
                  <a:pt x="10471412" y="74997"/>
                  <a:pt x="10473248" y="72293"/>
                </a:cubicBezTo>
                <a:cubicBezTo>
                  <a:pt x="10475084" y="69589"/>
                  <a:pt x="10476001" y="65608"/>
                  <a:pt x="10476001" y="60350"/>
                </a:cubicBezTo>
                <a:cubicBezTo>
                  <a:pt x="10476001" y="55091"/>
                  <a:pt x="10475084" y="51110"/>
                  <a:pt x="10473248" y="48406"/>
                </a:cubicBezTo>
                <a:cubicBezTo>
                  <a:pt x="10471412" y="45703"/>
                  <a:pt x="10468733" y="44351"/>
                  <a:pt x="10465211" y="44351"/>
                </a:cubicBezTo>
                <a:close/>
                <a:moveTo>
                  <a:pt x="10331415" y="44351"/>
                </a:moveTo>
                <a:cubicBezTo>
                  <a:pt x="10328239" y="44351"/>
                  <a:pt x="10325772" y="45430"/>
                  <a:pt x="10324010" y="47588"/>
                </a:cubicBezTo>
                <a:cubicBezTo>
                  <a:pt x="10322249" y="49746"/>
                  <a:pt x="10321195" y="52958"/>
                  <a:pt x="10320848" y="57224"/>
                </a:cubicBezTo>
                <a:lnTo>
                  <a:pt x="10341981" y="57224"/>
                </a:lnTo>
                <a:cubicBezTo>
                  <a:pt x="10341931" y="53156"/>
                  <a:pt x="10340977" y="49994"/>
                  <a:pt x="10339116" y="47737"/>
                </a:cubicBezTo>
                <a:cubicBezTo>
                  <a:pt x="10337256" y="45479"/>
                  <a:pt x="10334689" y="44351"/>
                  <a:pt x="10331415" y="44351"/>
                </a:cubicBezTo>
                <a:close/>
                <a:moveTo>
                  <a:pt x="10208036" y="44351"/>
                </a:moveTo>
                <a:cubicBezTo>
                  <a:pt x="10204464" y="44351"/>
                  <a:pt x="10201761" y="45703"/>
                  <a:pt x="10199925" y="48406"/>
                </a:cubicBezTo>
                <a:cubicBezTo>
                  <a:pt x="10198089" y="51110"/>
                  <a:pt x="10197172" y="55091"/>
                  <a:pt x="10197172" y="60350"/>
                </a:cubicBezTo>
                <a:cubicBezTo>
                  <a:pt x="10197172" y="65608"/>
                  <a:pt x="10198089" y="69589"/>
                  <a:pt x="10199925" y="72293"/>
                </a:cubicBezTo>
                <a:cubicBezTo>
                  <a:pt x="10201761" y="74997"/>
                  <a:pt x="10204440" y="76349"/>
                  <a:pt x="10207962" y="76349"/>
                </a:cubicBezTo>
                <a:cubicBezTo>
                  <a:pt x="10211534" y="76349"/>
                  <a:pt x="10214237" y="74997"/>
                  <a:pt x="10216073" y="72293"/>
                </a:cubicBezTo>
                <a:cubicBezTo>
                  <a:pt x="10217909" y="69589"/>
                  <a:pt x="10218826" y="65608"/>
                  <a:pt x="10218826" y="60350"/>
                </a:cubicBezTo>
                <a:cubicBezTo>
                  <a:pt x="10218826" y="55091"/>
                  <a:pt x="10217909" y="51110"/>
                  <a:pt x="10216073" y="48406"/>
                </a:cubicBezTo>
                <a:cubicBezTo>
                  <a:pt x="10214237" y="45703"/>
                  <a:pt x="10211558" y="44351"/>
                  <a:pt x="10208036" y="44351"/>
                </a:cubicBezTo>
                <a:close/>
                <a:moveTo>
                  <a:pt x="10036140" y="44351"/>
                </a:moveTo>
                <a:cubicBezTo>
                  <a:pt x="10032964" y="44351"/>
                  <a:pt x="10030497" y="45430"/>
                  <a:pt x="10028735" y="47588"/>
                </a:cubicBezTo>
                <a:cubicBezTo>
                  <a:pt x="10026974" y="49746"/>
                  <a:pt x="10025920" y="52958"/>
                  <a:pt x="10025573" y="57224"/>
                </a:cubicBezTo>
                <a:lnTo>
                  <a:pt x="10046706" y="57224"/>
                </a:lnTo>
                <a:cubicBezTo>
                  <a:pt x="10046656" y="53156"/>
                  <a:pt x="10045702" y="49994"/>
                  <a:pt x="10043841" y="47737"/>
                </a:cubicBezTo>
                <a:cubicBezTo>
                  <a:pt x="10041981" y="45479"/>
                  <a:pt x="10039414" y="44351"/>
                  <a:pt x="10036140" y="44351"/>
                </a:cubicBezTo>
                <a:close/>
                <a:moveTo>
                  <a:pt x="9893265" y="44351"/>
                </a:moveTo>
                <a:cubicBezTo>
                  <a:pt x="9890089" y="44351"/>
                  <a:pt x="9887622" y="45430"/>
                  <a:pt x="9885860" y="47588"/>
                </a:cubicBezTo>
                <a:cubicBezTo>
                  <a:pt x="9884099" y="49746"/>
                  <a:pt x="9883045" y="52958"/>
                  <a:pt x="9882698" y="57224"/>
                </a:cubicBezTo>
                <a:lnTo>
                  <a:pt x="9903831" y="57224"/>
                </a:lnTo>
                <a:cubicBezTo>
                  <a:pt x="9903781" y="53156"/>
                  <a:pt x="9902827" y="49994"/>
                  <a:pt x="9900966" y="47737"/>
                </a:cubicBezTo>
                <a:cubicBezTo>
                  <a:pt x="9899106" y="45479"/>
                  <a:pt x="9896539" y="44351"/>
                  <a:pt x="9893265" y="44351"/>
                </a:cubicBezTo>
                <a:close/>
                <a:moveTo>
                  <a:pt x="9836115" y="44351"/>
                </a:moveTo>
                <a:cubicBezTo>
                  <a:pt x="9832939" y="44351"/>
                  <a:pt x="9830472" y="45430"/>
                  <a:pt x="9828710" y="47588"/>
                </a:cubicBezTo>
                <a:cubicBezTo>
                  <a:pt x="9826949" y="49746"/>
                  <a:pt x="9825895" y="52958"/>
                  <a:pt x="9825548" y="57224"/>
                </a:cubicBezTo>
                <a:lnTo>
                  <a:pt x="9846681" y="57224"/>
                </a:lnTo>
                <a:cubicBezTo>
                  <a:pt x="9846631" y="53156"/>
                  <a:pt x="9845677" y="49994"/>
                  <a:pt x="9843816" y="47737"/>
                </a:cubicBezTo>
                <a:cubicBezTo>
                  <a:pt x="9841956" y="45479"/>
                  <a:pt x="9839389" y="44351"/>
                  <a:pt x="9836115" y="44351"/>
                </a:cubicBezTo>
                <a:close/>
                <a:moveTo>
                  <a:pt x="9636536" y="44351"/>
                </a:moveTo>
                <a:cubicBezTo>
                  <a:pt x="9632964" y="44351"/>
                  <a:pt x="9630260" y="45703"/>
                  <a:pt x="9628425" y="48406"/>
                </a:cubicBezTo>
                <a:cubicBezTo>
                  <a:pt x="9626590" y="51110"/>
                  <a:pt x="9625672" y="55091"/>
                  <a:pt x="9625672" y="60350"/>
                </a:cubicBezTo>
                <a:cubicBezTo>
                  <a:pt x="9625672" y="65608"/>
                  <a:pt x="9626590" y="69589"/>
                  <a:pt x="9628425" y="72293"/>
                </a:cubicBezTo>
                <a:cubicBezTo>
                  <a:pt x="9630260" y="74997"/>
                  <a:pt x="9632939" y="76349"/>
                  <a:pt x="9636462" y="76349"/>
                </a:cubicBezTo>
                <a:cubicBezTo>
                  <a:pt x="9640034" y="76349"/>
                  <a:pt x="9642737" y="74997"/>
                  <a:pt x="9644573" y="72293"/>
                </a:cubicBezTo>
                <a:cubicBezTo>
                  <a:pt x="9646408" y="69589"/>
                  <a:pt x="9647326" y="65608"/>
                  <a:pt x="9647326" y="60350"/>
                </a:cubicBezTo>
                <a:cubicBezTo>
                  <a:pt x="9647326" y="55091"/>
                  <a:pt x="9646408" y="51110"/>
                  <a:pt x="9644573" y="48406"/>
                </a:cubicBezTo>
                <a:cubicBezTo>
                  <a:pt x="9642737" y="45703"/>
                  <a:pt x="9640059" y="44351"/>
                  <a:pt x="9636536" y="44351"/>
                </a:cubicBezTo>
                <a:close/>
                <a:moveTo>
                  <a:pt x="9141236" y="44351"/>
                </a:moveTo>
                <a:cubicBezTo>
                  <a:pt x="9137664" y="44351"/>
                  <a:pt x="9134961" y="45703"/>
                  <a:pt x="9133125" y="48406"/>
                </a:cubicBezTo>
                <a:cubicBezTo>
                  <a:pt x="9131289" y="51110"/>
                  <a:pt x="9130372" y="55091"/>
                  <a:pt x="9130372" y="60350"/>
                </a:cubicBezTo>
                <a:cubicBezTo>
                  <a:pt x="9130372" y="65608"/>
                  <a:pt x="9131289" y="69589"/>
                  <a:pt x="9133125" y="72293"/>
                </a:cubicBezTo>
                <a:cubicBezTo>
                  <a:pt x="9134961" y="74997"/>
                  <a:pt x="9137640" y="76349"/>
                  <a:pt x="9141162" y="76349"/>
                </a:cubicBezTo>
                <a:cubicBezTo>
                  <a:pt x="9144734" y="76349"/>
                  <a:pt x="9147437" y="74997"/>
                  <a:pt x="9149273" y="72293"/>
                </a:cubicBezTo>
                <a:cubicBezTo>
                  <a:pt x="9151109" y="69589"/>
                  <a:pt x="9152026" y="65608"/>
                  <a:pt x="9152026" y="60350"/>
                </a:cubicBezTo>
                <a:cubicBezTo>
                  <a:pt x="9152026" y="55091"/>
                  <a:pt x="9151109" y="51110"/>
                  <a:pt x="9149273" y="48406"/>
                </a:cubicBezTo>
                <a:cubicBezTo>
                  <a:pt x="9147437" y="45703"/>
                  <a:pt x="9144758" y="44351"/>
                  <a:pt x="9141236" y="44351"/>
                </a:cubicBezTo>
                <a:close/>
                <a:moveTo>
                  <a:pt x="9083640" y="44351"/>
                </a:moveTo>
                <a:cubicBezTo>
                  <a:pt x="9080464" y="44351"/>
                  <a:pt x="9077997" y="45430"/>
                  <a:pt x="9076235" y="47588"/>
                </a:cubicBezTo>
                <a:cubicBezTo>
                  <a:pt x="9074474" y="49746"/>
                  <a:pt x="9073420" y="52958"/>
                  <a:pt x="9073073" y="57224"/>
                </a:cubicBezTo>
                <a:lnTo>
                  <a:pt x="9094206" y="57224"/>
                </a:lnTo>
                <a:cubicBezTo>
                  <a:pt x="9094156" y="53156"/>
                  <a:pt x="9093202" y="49994"/>
                  <a:pt x="9091341" y="47737"/>
                </a:cubicBezTo>
                <a:cubicBezTo>
                  <a:pt x="9089481" y="45479"/>
                  <a:pt x="9086914" y="44351"/>
                  <a:pt x="9083640" y="44351"/>
                </a:cubicBezTo>
                <a:close/>
                <a:moveTo>
                  <a:pt x="9026936" y="44351"/>
                </a:moveTo>
                <a:cubicBezTo>
                  <a:pt x="9023364" y="44351"/>
                  <a:pt x="9020661" y="45703"/>
                  <a:pt x="9018825" y="48406"/>
                </a:cubicBezTo>
                <a:cubicBezTo>
                  <a:pt x="9016989" y="51110"/>
                  <a:pt x="9016072" y="55091"/>
                  <a:pt x="9016072" y="60350"/>
                </a:cubicBezTo>
                <a:cubicBezTo>
                  <a:pt x="9016072" y="65608"/>
                  <a:pt x="9016989" y="69589"/>
                  <a:pt x="9018825" y="72293"/>
                </a:cubicBezTo>
                <a:cubicBezTo>
                  <a:pt x="9020661" y="74997"/>
                  <a:pt x="9023340" y="76349"/>
                  <a:pt x="9026862" y="76349"/>
                </a:cubicBezTo>
                <a:cubicBezTo>
                  <a:pt x="9030434" y="76349"/>
                  <a:pt x="9033137" y="74997"/>
                  <a:pt x="9034973" y="72293"/>
                </a:cubicBezTo>
                <a:cubicBezTo>
                  <a:pt x="9036809" y="69589"/>
                  <a:pt x="9037726" y="65608"/>
                  <a:pt x="9037726" y="60350"/>
                </a:cubicBezTo>
                <a:cubicBezTo>
                  <a:pt x="9037726" y="55091"/>
                  <a:pt x="9036809" y="51110"/>
                  <a:pt x="9034973" y="48406"/>
                </a:cubicBezTo>
                <a:cubicBezTo>
                  <a:pt x="9033137" y="45703"/>
                  <a:pt x="9030458" y="44351"/>
                  <a:pt x="9026936" y="44351"/>
                </a:cubicBezTo>
                <a:close/>
                <a:moveTo>
                  <a:pt x="8740740" y="44351"/>
                </a:moveTo>
                <a:cubicBezTo>
                  <a:pt x="8737564" y="44351"/>
                  <a:pt x="8735097" y="45430"/>
                  <a:pt x="8733335" y="47588"/>
                </a:cubicBezTo>
                <a:cubicBezTo>
                  <a:pt x="8731574" y="49746"/>
                  <a:pt x="8730520" y="52958"/>
                  <a:pt x="8730173" y="57224"/>
                </a:cubicBezTo>
                <a:lnTo>
                  <a:pt x="8751306" y="57224"/>
                </a:lnTo>
                <a:cubicBezTo>
                  <a:pt x="8751256" y="53156"/>
                  <a:pt x="8750302" y="49994"/>
                  <a:pt x="8748441" y="47737"/>
                </a:cubicBezTo>
                <a:cubicBezTo>
                  <a:pt x="8746581" y="45479"/>
                  <a:pt x="8744014" y="44351"/>
                  <a:pt x="8740740" y="44351"/>
                </a:cubicBezTo>
                <a:close/>
                <a:moveTo>
                  <a:pt x="8302589" y="44351"/>
                </a:moveTo>
                <a:cubicBezTo>
                  <a:pt x="8299414" y="44351"/>
                  <a:pt x="8296947" y="45430"/>
                  <a:pt x="8295185" y="47588"/>
                </a:cubicBezTo>
                <a:cubicBezTo>
                  <a:pt x="8293424" y="49746"/>
                  <a:pt x="8292371" y="52958"/>
                  <a:pt x="8292023" y="57224"/>
                </a:cubicBezTo>
                <a:lnTo>
                  <a:pt x="8313157" y="57224"/>
                </a:lnTo>
                <a:cubicBezTo>
                  <a:pt x="8313107" y="53156"/>
                  <a:pt x="8312152" y="49994"/>
                  <a:pt x="8310291" y="47737"/>
                </a:cubicBezTo>
                <a:cubicBezTo>
                  <a:pt x="8308431" y="45479"/>
                  <a:pt x="8305864" y="44351"/>
                  <a:pt x="8302589" y="44351"/>
                </a:cubicBezTo>
                <a:close/>
                <a:moveTo>
                  <a:pt x="8226836" y="44351"/>
                </a:moveTo>
                <a:cubicBezTo>
                  <a:pt x="8223264" y="44351"/>
                  <a:pt x="8220561" y="45703"/>
                  <a:pt x="8218725" y="48406"/>
                </a:cubicBezTo>
                <a:cubicBezTo>
                  <a:pt x="8216889" y="51110"/>
                  <a:pt x="8215971" y="55091"/>
                  <a:pt x="8215971" y="60350"/>
                </a:cubicBezTo>
                <a:cubicBezTo>
                  <a:pt x="8215971" y="65608"/>
                  <a:pt x="8216889" y="69589"/>
                  <a:pt x="8218725" y="72293"/>
                </a:cubicBezTo>
                <a:cubicBezTo>
                  <a:pt x="8220561" y="74997"/>
                  <a:pt x="8223240" y="76349"/>
                  <a:pt x="8226761" y="76349"/>
                </a:cubicBezTo>
                <a:cubicBezTo>
                  <a:pt x="8230333" y="76349"/>
                  <a:pt x="8233037" y="74997"/>
                  <a:pt x="8234873" y="72293"/>
                </a:cubicBezTo>
                <a:cubicBezTo>
                  <a:pt x="8236709" y="69589"/>
                  <a:pt x="8237626" y="65608"/>
                  <a:pt x="8237626" y="60350"/>
                </a:cubicBezTo>
                <a:cubicBezTo>
                  <a:pt x="8237626" y="55091"/>
                  <a:pt x="8236709" y="51110"/>
                  <a:pt x="8234873" y="48406"/>
                </a:cubicBezTo>
                <a:cubicBezTo>
                  <a:pt x="8233037" y="45703"/>
                  <a:pt x="8230358" y="44351"/>
                  <a:pt x="8226836" y="44351"/>
                </a:cubicBezTo>
                <a:close/>
                <a:moveTo>
                  <a:pt x="7950165" y="44351"/>
                </a:moveTo>
                <a:cubicBezTo>
                  <a:pt x="7946989" y="44351"/>
                  <a:pt x="7944522" y="45430"/>
                  <a:pt x="7942761" y="47588"/>
                </a:cubicBezTo>
                <a:cubicBezTo>
                  <a:pt x="7940999" y="49746"/>
                  <a:pt x="7939946" y="52958"/>
                  <a:pt x="7939598" y="57224"/>
                </a:cubicBezTo>
                <a:lnTo>
                  <a:pt x="7960731" y="57224"/>
                </a:lnTo>
                <a:cubicBezTo>
                  <a:pt x="7960681" y="53156"/>
                  <a:pt x="7959727" y="49994"/>
                  <a:pt x="7957867" y="47737"/>
                </a:cubicBezTo>
                <a:cubicBezTo>
                  <a:pt x="7956006" y="45479"/>
                  <a:pt x="7953439" y="44351"/>
                  <a:pt x="7950165" y="44351"/>
                </a:cubicBezTo>
                <a:close/>
                <a:moveTo>
                  <a:pt x="7855361" y="44351"/>
                </a:moveTo>
                <a:cubicBezTo>
                  <a:pt x="7851789" y="44351"/>
                  <a:pt x="7849086" y="45703"/>
                  <a:pt x="7847250" y="48406"/>
                </a:cubicBezTo>
                <a:cubicBezTo>
                  <a:pt x="7845415" y="51110"/>
                  <a:pt x="7844497" y="55091"/>
                  <a:pt x="7844497" y="60350"/>
                </a:cubicBezTo>
                <a:cubicBezTo>
                  <a:pt x="7844497" y="65608"/>
                  <a:pt x="7845415" y="69589"/>
                  <a:pt x="7847250" y="72293"/>
                </a:cubicBezTo>
                <a:cubicBezTo>
                  <a:pt x="7849086" y="74997"/>
                  <a:pt x="7851764" y="76349"/>
                  <a:pt x="7855287" y="76349"/>
                </a:cubicBezTo>
                <a:cubicBezTo>
                  <a:pt x="7858859" y="76349"/>
                  <a:pt x="7861563" y="74997"/>
                  <a:pt x="7863398" y="72293"/>
                </a:cubicBezTo>
                <a:cubicBezTo>
                  <a:pt x="7865233" y="69589"/>
                  <a:pt x="7866151" y="65608"/>
                  <a:pt x="7866151" y="60350"/>
                </a:cubicBezTo>
                <a:cubicBezTo>
                  <a:pt x="7866151" y="55091"/>
                  <a:pt x="7865233" y="51110"/>
                  <a:pt x="7863398" y="48406"/>
                </a:cubicBezTo>
                <a:cubicBezTo>
                  <a:pt x="7861563" y="45703"/>
                  <a:pt x="7858884" y="44351"/>
                  <a:pt x="7855361" y="44351"/>
                </a:cubicBezTo>
                <a:close/>
                <a:moveTo>
                  <a:pt x="7692990" y="44351"/>
                </a:moveTo>
                <a:cubicBezTo>
                  <a:pt x="7689815" y="44351"/>
                  <a:pt x="7687347" y="45430"/>
                  <a:pt x="7685586" y="47588"/>
                </a:cubicBezTo>
                <a:cubicBezTo>
                  <a:pt x="7683825" y="49746"/>
                  <a:pt x="7682770" y="52958"/>
                  <a:pt x="7682423" y="57224"/>
                </a:cubicBezTo>
                <a:lnTo>
                  <a:pt x="7703557" y="57224"/>
                </a:lnTo>
                <a:cubicBezTo>
                  <a:pt x="7703507" y="53156"/>
                  <a:pt x="7702552" y="49994"/>
                  <a:pt x="7700692" y="47737"/>
                </a:cubicBezTo>
                <a:cubicBezTo>
                  <a:pt x="7698831" y="45479"/>
                  <a:pt x="7696264" y="44351"/>
                  <a:pt x="7692990" y="44351"/>
                </a:cubicBezTo>
                <a:close/>
                <a:moveTo>
                  <a:pt x="7541036" y="44351"/>
                </a:moveTo>
                <a:cubicBezTo>
                  <a:pt x="7537464" y="44351"/>
                  <a:pt x="7534761" y="45703"/>
                  <a:pt x="7532925" y="48406"/>
                </a:cubicBezTo>
                <a:cubicBezTo>
                  <a:pt x="7531090" y="51110"/>
                  <a:pt x="7530172" y="55091"/>
                  <a:pt x="7530172" y="60350"/>
                </a:cubicBezTo>
                <a:cubicBezTo>
                  <a:pt x="7530172" y="65608"/>
                  <a:pt x="7531090" y="69589"/>
                  <a:pt x="7532925" y="72293"/>
                </a:cubicBezTo>
                <a:cubicBezTo>
                  <a:pt x="7534761" y="74997"/>
                  <a:pt x="7537439" y="76349"/>
                  <a:pt x="7540962" y="76349"/>
                </a:cubicBezTo>
                <a:cubicBezTo>
                  <a:pt x="7544534" y="76349"/>
                  <a:pt x="7547238" y="74997"/>
                  <a:pt x="7549073" y="72293"/>
                </a:cubicBezTo>
                <a:cubicBezTo>
                  <a:pt x="7550908" y="69589"/>
                  <a:pt x="7551826" y="65608"/>
                  <a:pt x="7551826" y="60350"/>
                </a:cubicBezTo>
                <a:cubicBezTo>
                  <a:pt x="7551826" y="55091"/>
                  <a:pt x="7550908" y="51110"/>
                  <a:pt x="7549073" y="48406"/>
                </a:cubicBezTo>
                <a:cubicBezTo>
                  <a:pt x="7547238" y="45703"/>
                  <a:pt x="7544559" y="44351"/>
                  <a:pt x="7541036" y="44351"/>
                </a:cubicBezTo>
                <a:close/>
                <a:moveTo>
                  <a:pt x="7435815" y="44351"/>
                </a:moveTo>
                <a:cubicBezTo>
                  <a:pt x="7432640" y="44351"/>
                  <a:pt x="7430172" y="45430"/>
                  <a:pt x="7428411" y="47588"/>
                </a:cubicBezTo>
                <a:cubicBezTo>
                  <a:pt x="7426650" y="49746"/>
                  <a:pt x="7425596" y="52958"/>
                  <a:pt x="7425248" y="57224"/>
                </a:cubicBezTo>
                <a:lnTo>
                  <a:pt x="7446382" y="57224"/>
                </a:lnTo>
                <a:cubicBezTo>
                  <a:pt x="7446332" y="53156"/>
                  <a:pt x="7445377" y="49994"/>
                  <a:pt x="7443517" y="47737"/>
                </a:cubicBezTo>
                <a:cubicBezTo>
                  <a:pt x="7441656" y="45479"/>
                  <a:pt x="7439089" y="44351"/>
                  <a:pt x="7435815" y="44351"/>
                </a:cubicBezTo>
                <a:close/>
                <a:moveTo>
                  <a:pt x="7292940" y="44351"/>
                </a:moveTo>
                <a:cubicBezTo>
                  <a:pt x="7289765" y="44351"/>
                  <a:pt x="7287297" y="45430"/>
                  <a:pt x="7285536" y="47588"/>
                </a:cubicBezTo>
                <a:cubicBezTo>
                  <a:pt x="7283775" y="49746"/>
                  <a:pt x="7282720" y="52958"/>
                  <a:pt x="7282373" y="57224"/>
                </a:cubicBezTo>
                <a:lnTo>
                  <a:pt x="7303507" y="57224"/>
                </a:lnTo>
                <a:cubicBezTo>
                  <a:pt x="7303457" y="53156"/>
                  <a:pt x="7302502" y="49994"/>
                  <a:pt x="7300642" y="47737"/>
                </a:cubicBezTo>
                <a:cubicBezTo>
                  <a:pt x="7298781" y="45479"/>
                  <a:pt x="7296214" y="44351"/>
                  <a:pt x="7292940" y="44351"/>
                </a:cubicBezTo>
                <a:close/>
                <a:moveTo>
                  <a:pt x="7159590" y="44351"/>
                </a:moveTo>
                <a:cubicBezTo>
                  <a:pt x="7156415" y="44351"/>
                  <a:pt x="7153947" y="45430"/>
                  <a:pt x="7152186" y="47588"/>
                </a:cubicBezTo>
                <a:cubicBezTo>
                  <a:pt x="7150425" y="49746"/>
                  <a:pt x="7149370" y="52958"/>
                  <a:pt x="7149023" y="57224"/>
                </a:cubicBezTo>
                <a:lnTo>
                  <a:pt x="7170157" y="57224"/>
                </a:lnTo>
                <a:cubicBezTo>
                  <a:pt x="7170107" y="53156"/>
                  <a:pt x="7169152" y="49994"/>
                  <a:pt x="7167292" y="47737"/>
                </a:cubicBezTo>
                <a:cubicBezTo>
                  <a:pt x="7165431" y="45479"/>
                  <a:pt x="7162864" y="44351"/>
                  <a:pt x="7159590" y="44351"/>
                </a:cubicBezTo>
                <a:close/>
                <a:moveTo>
                  <a:pt x="7036211" y="44351"/>
                </a:moveTo>
                <a:cubicBezTo>
                  <a:pt x="7032639" y="44351"/>
                  <a:pt x="7029936" y="45703"/>
                  <a:pt x="7028100" y="48406"/>
                </a:cubicBezTo>
                <a:cubicBezTo>
                  <a:pt x="7026265" y="51110"/>
                  <a:pt x="7025347" y="55091"/>
                  <a:pt x="7025347" y="60350"/>
                </a:cubicBezTo>
                <a:cubicBezTo>
                  <a:pt x="7025347" y="65608"/>
                  <a:pt x="7026265" y="69589"/>
                  <a:pt x="7028100" y="72293"/>
                </a:cubicBezTo>
                <a:cubicBezTo>
                  <a:pt x="7029936" y="74997"/>
                  <a:pt x="7032614" y="76349"/>
                  <a:pt x="7036137" y="76349"/>
                </a:cubicBezTo>
                <a:cubicBezTo>
                  <a:pt x="7039709" y="76349"/>
                  <a:pt x="7042413" y="74997"/>
                  <a:pt x="7044248" y="72293"/>
                </a:cubicBezTo>
                <a:cubicBezTo>
                  <a:pt x="7046083" y="69589"/>
                  <a:pt x="7047001" y="65608"/>
                  <a:pt x="7047001" y="60350"/>
                </a:cubicBezTo>
                <a:cubicBezTo>
                  <a:pt x="7047001" y="55091"/>
                  <a:pt x="7046083" y="51110"/>
                  <a:pt x="7044248" y="48406"/>
                </a:cubicBezTo>
                <a:cubicBezTo>
                  <a:pt x="7042413" y="45703"/>
                  <a:pt x="7039734" y="44351"/>
                  <a:pt x="7036211" y="44351"/>
                </a:cubicBezTo>
                <a:close/>
                <a:moveTo>
                  <a:pt x="6645240" y="44351"/>
                </a:moveTo>
                <a:cubicBezTo>
                  <a:pt x="6642065" y="44351"/>
                  <a:pt x="6639597" y="45430"/>
                  <a:pt x="6637836" y="47588"/>
                </a:cubicBezTo>
                <a:cubicBezTo>
                  <a:pt x="6636075" y="49746"/>
                  <a:pt x="6635020" y="52958"/>
                  <a:pt x="6634673" y="57224"/>
                </a:cubicBezTo>
                <a:lnTo>
                  <a:pt x="6655807" y="57224"/>
                </a:lnTo>
                <a:cubicBezTo>
                  <a:pt x="6655757" y="53156"/>
                  <a:pt x="6654802" y="49994"/>
                  <a:pt x="6652942" y="47737"/>
                </a:cubicBezTo>
                <a:cubicBezTo>
                  <a:pt x="6651081" y="45479"/>
                  <a:pt x="6648514" y="44351"/>
                  <a:pt x="6645240" y="44351"/>
                </a:cubicBezTo>
                <a:close/>
                <a:moveTo>
                  <a:pt x="6140861" y="44351"/>
                </a:moveTo>
                <a:cubicBezTo>
                  <a:pt x="6137289" y="44351"/>
                  <a:pt x="6134586" y="45703"/>
                  <a:pt x="6132750" y="48406"/>
                </a:cubicBezTo>
                <a:cubicBezTo>
                  <a:pt x="6130915" y="51110"/>
                  <a:pt x="6129997" y="55091"/>
                  <a:pt x="6129997" y="60350"/>
                </a:cubicBezTo>
                <a:cubicBezTo>
                  <a:pt x="6129997" y="65608"/>
                  <a:pt x="6130915" y="69589"/>
                  <a:pt x="6132750" y="72293"/>
                </a:cubicBezTo>
                <a:cubicBezTo>
                  <a:pt x="6134586" y="74997"/>
                  <a:pt x="6137265" y="76349"/>
                  <a:pt x="6140787" y="76349"/>
                </a:cubicBezTo>
                <a:cubicBezTo>
                  <a:pt x="6144359" y="76349"/>
                  <a:pt x="6147063" y="74997"/>
                  <a:pt x="6148898" y="72293"/>
                </a:cubicBezTo>
                <a:cubicBezTo>
                  <a:pt x="6150734" y="69589"/>
                  <a:pt x="6151651" y="65608"/>
                  <a:pt x="6151651" y="60350"/>
                </a:cubicBezTo>
                <a:cubicBezTo>
                  <a:pt x="6151651" y="55091"/>
                  <a:pt x="6150734" y="51110"/>
                  <a:pt x="6148898" y="48406"/>
                </a:cubicBezTo>
                <a:cubicBezTo>
                  <a:pt x="6147063" y="45703"/>
                  <a:pt x="6144384" y="44351"/>
                  <a:pt x="6140861" y="44351"/>
                </a:cubicBezTo>
                <a:close/>
                <a:moveTo>
                  <a:pt x="6007065" y="44351"/>
                </a:moveTo>
                <a:cubicBezTo>
                  <a:pt x="6003890" y="44351"/>
                  <a:pt x="6001422" y="45430"/>
                  <a:pt x="5999661" y="47588"/>
                </a:cubicBezTo>
                <a:cubicBezTo>
                  <a:pt x="5997900" y="49746"/>
                  <a:pt x="5996845" y="52958"/>
                  <a:pt x="5996498" y="57224"/>
                </a:cubicBezTo>
                <a:lnTo>
                  <a:pt x="6017632" y="57224"/>
                </a:lnTo>
                <a:cubicBezTo>
                  <a:pt x="6017582" y="53156"/>
                  <a:pt x="6016627" y="49994"/>
                  <a:pt x="6014767" y="47737"/>
                </a:cubicBezTo>
                <a:cubicBezTo>
                  <a:pt x="6012906" y="45479"/>
                  <a:pt x="6010339" y="44351"/>
                  <a:pt x="6007065" y="44351"/>
                </a:cubicBezTo>
                <a:close/>
                <a:moveTo>
                  <a:pt x="5531261" y="44351"/>
                </a:moveTo>
                <a:cubicBezTo>
                  <a:pt x="5527689" y="44351"/>
                  <a:pt x="5524986" y="45703"/>
                  <a:pt x="5523150" y="48406"/>
                </a:cubicBezTo>
                <a:cubicBezTo>
                  <a:pt x="5521315" y="51110"/>
                  <a:pt x="5520397" y="55091"/>
                  <a:pt x="5520397" y="60350"/>
                </a:cubicBezTo>
                <a:cubicBezTo>
                  <a:pt x="5520397" y="65608"/>
                  <a:pt x="5521315" y="69589"/>
                  <a:pt x="5523150" y="72293"/>
                </a:cubicBezTo>
                <a:cubicBezTo>
                  <a:pt x="5524986" y="74997"/>
                  <a:pt x="5527664" y="76349"/>
                  <a:pt x="5531187" y="76349"/>
                </a:cubicBezTo>
                <a:cubicBezTo>
                  <a:pt x="5534759" y="76349"/>
                  <a:pt x="5537463" y="74997"/>
                  <a:pt x="5539298" y="72293"/>
                </a:cubicBezTo>
                <a:cubicBezTo>
                  <a:pt x="5541133" y="69589"/>
                  <a:pt x="5542052" y="65608"/>
                  <a:pt x="5542052" y="60350"/>
                </a:cubicBezTo>
                <a:cubicBezTo>
                  <a:pt x="5542052" y="55091"/>
                  <a:pt x="5541133" y="51110"/>
                  <a:pt x="5539298" y="48406"/>
                </a:cubicBezTo>
                <a:cubicBezTo>
                  <a:pt x="5537463" y="45703"/>
                  <a:pt x="5534784" y="44351"/>
                  <a:pt x="5531261" y="44351"/>
                </a:cubicBezTo>
                <a:close/>
                <a:moveTo>
                  <a:pt x="5378415" y="44351"/>
                </a:moveTo>
                <a:cubicBezTo>
                  <a:pt x="5375240" y="44351"/>
                  <a:pt x="5372772" y="45430"/>
                  <a:pt x="5371011" y="47588"/>
                </a:cubicBezTo>
                <a:cubicBezTo>
                  <a:pt x="5369250" y="49746"/>
                  <a:pt x="5368195" y="52958"/>
                  <a:pt x="5367848" y="57224"/>
                </a:cubicBezTo>
                <a:lnTo>
                  <a:pt x="5388982" y="57224"/>
                </a:lnTo>
                <a:cubicBezTo>
                  <a:pt x="5388932" y="53156"/>
                  <a:pt x="5387977" y="49994"/>
                  <a:pt x="5386117" y="47737"/>
                </a:cubicBezTo>
                <a:cubicBezTo>
                  <a:pt x="5384256" y="45479"/>
                  <a:pt x="5381689" y="44351"/>
                  <a:pt x="5378415" y="44351"/>
                </a:cubicBezTo>
                <a:close/>
                <a:moveTo>
                  <a:pt x="5302662" y="44351"/>
                </a:moveTo>
                <a:cubicBezTo>
                  <a:pt x="5299089" y="44351"/>
                  <a:pt x="5296386" y="45703"/>
                  <a:pt x="5294550" y="48406"/>
                </a:cubicBezTo>
                <a:cubicBezTo>
                  <a:pt x="5292714" y="51110"/>
                  <a:pt x="5291797" y="55091"/>
                  <a:pt x="5291797" y="60350"/>
                </a:cubicBezTo>
                <a:cubicBezTo>
                  <a:pt x="5291797" y="65608"/>
                  <a:pt x="5292714" y="69589"/>
                  <a:pt x="5294550" y="72293"/>
                </a:cubicBezTo>
                <a:cubicBezTo>
                  <a:pt x="5296386" y="74997"/>
                  <a:pt x="5299065" y="76349"/>
                  <a:pt x="5302587" y="76349"/>
                </a:cubicBezTo>
                <a:cubicBezTo>
                  <a:pt x="5306159" y="76349"/>
                  <a:pt x="5308862" y="74997"/>
                  <a:pt x="5310699" y="72293"/>
                </a:cubicBezTo>
                <a:cubicBezTo>
                  <a:pt x="5312534" y="69589"/>
                  <a:pt x="5313451" y="65608"/>
                  <a:pt x="5313451" y="60350"/>
                </a:cubicBezTo>
                <a:cubicBezTo>
                  <a:pt x="5313451" y="55091"/>
                  <a:pt x="5312534" y="51110"/>
                  <a:pt x="5310699" y="48406"/>
                </a:cubicBezTo>
                <a:cubicBezTo>
                  <a:pt x="5308862" y="45703"/>
                  <a:pt x="5306184" y="44351"/>
                  <a:pt x="5302662" y="44351"/>
                </a:cubicBezTo>
                <a:close/>
                <a:moveTo>
                  <a:pt x="5178390" y="44351"/>
                </a:moveTo>
                <a:cubicBezTo>
                  <a:pt x="5175214" y="44351"/>
                  <a:pt x="5172747" y="45430"/>
                  <a:pt x="5170986" y="47588"/>
                </a:cubicBezTo>
                <a:cubicBezTo>
                  <a:pt x="5169224" y="49746"/>
                  <a:pt x="5168171" y="52958"/>
                  <a:pt x="5167823" y="57224"/>
                </a:cubicBezTo>
                <a:lnTo>
                  <a:pt x="5188957" y="57224"/>
                </a:lnTo>
                <a:cubicBezTo>
                  <a:pt x="5188907" y="53156"/>
                  <a:pt x="5187953" y="49994"/>
                  <a:pt x="5186092" y="47737"/>
                </a:cubicBezTo>
                <a:cubicBezTo>
                  <a:pt x="5184231" y="45479"/>
                  <a:pt x="5181665" y="44351"/>
                  <a:pt x="5178390" y="44351"/>
                </a:cubicBezTo>
                <a:close/>
                <a:moveTo>
                  <a:pt x="4712111" y="44351"/>
                </a:moveTo>
                <a:cubicBezTo>
                  <a:pt x="4708539" y="44351"/>
                  <a:pt x="4705836" y="45703"/>
                  <a:pt x="4704000" y="48406"/>
                </a:cubicBezTo>
                <a:cubicBezTo>
                  <a:pt x="4702165" y="51110"/>
                  <a:pt x="4701247" y="55091"/>
                  <a:pt x="4701247" y="60350"/>
                </a:cubicBezTo>
                <a:cubicBezTo>
                  <a:pt x="4701247" y="65608"/>
                  <a:pt x="4702165" y="69589"/>
                  <a:pt x="4704000" y="72293"/>
                </a:cubicBezTo>
                <a:cubicBezTo>
                  <a:pt x="4705836" y="74997"/>
                  <a:pt x="4708515" y="76349"/>
                  <a:pt x="4712037" y="76349"/>
                </a:cubicBezTo>
                <a:cubicBezTo>
                  <a:pt x="4715609" y="76349"/>
                  <a:pt x="4718313" y="74997"/>
                  <a:pt x="4720148" y="72293"/>
                </a:cubicBezTo>
                <a:cubicBezTo>
                  <a:pt x="4721984" y="69589"/>
                  <a:pt x="4722902" y="65608"/>
                  <a:pt x="4722902" y="60350"/>
                </a:cubicBezTo>
                <a:cubicBezTo>
                  <a:pt x="4722902" y="55091"/>
                  <a:pt x="4721984" y="51110"/>
                  <a:pt x="4720148" y="48406"/>
                </a:cubicBezTo>
                <a:cubicBezTo>
                  <a:pt x="4718313" y="45703"/>
                  <a:pt x="4715634" y="44351"/>
                  <a:pt x="4712111" y="44351"/>
                </a:cubicBezTo>
                <a:close/>
                <a:moveTo>
                  <a:pt x="4493036" y="44351"/>
                </a:moveTo>
                <a:cubicBezTo>
                  <a:pt x="4489465" y="44351"/>
                  <a:pt x="4486761" y="45703"/>
                  <a:pt x="4484926" y="48406"/>
                </a:cubicBezTo>
                <a:cubicBezTo>
                  <a:pt x="4483090" y="51110"/>
                  <a:pt x="4482172" y="55091"/>
                  <a:pt x="4482172" y="60350"/>
                </a:cubicBezTo>
                <a:cubicBezTo>
                  <a:pt x="4482172" y="65608"/>
                  <a:pt x="4483090" y="69589"/>
                  <a:pt x="4484926" y="72293"/>
                </a:cubicBezTo>
                <a:cubicBezTo>
                  <a:pt x="4486761" y="74997"/>
                  <a:pt x="4489440" y="76349"/>
                  <a:pt x="4492962" y="76349"/>
                </a:cubicBezTo>
                <a:cubicBezTo>
                  <a:pt x="4496534" y="76349"/>
                  <a:pt x="4499237" y="74997"/>
                  <a:pt x="4501073" y="72293"/>
                </a:cubicBezTo>
                <a:cubicBezTo>
                  <a:pt x="4502909" y="69589"/>
                  <a:pt x="4503826" y="65608"/>
                  <a:pt x="4503826" y="60350"/>
                </a:cubicBezTo>
                <a:cubicBezTo>
                  <a:pt x="4503826" y="55091"/>
                  <a:pt x="4502909" y="51110"/>
                  <a:pt x="4501073" y="48406"/>
                </a:cubicBezTo>
                <a:cubicBezTo>
                  <a:pt x="4499237" y="45703"/>
                  <a:pt x="4496559" y="44351"/>
                  <a:pt x="4493036" y="44351"/>
                </a:cubicBezTo>
                <a:close/>
                <a:moveTo>
                  <a:pt x="4187790" y="44351"/>
                </a:moveTo>
                <a:cubicBezTo>
                  <a:pt x="4184615" y="44351"/>
                  <a:pt x="4182147" y="45430"/>
                  <a:pt x="4180386" y="47588"/>
                </a:cubicBezTo>
                <a:cubicBezTo>
                  <a:pt x="4178624" y="49746"/>
                  <a:pt x="4177571" y="52958"/>
                  <a:pt x="4177224" y="57224"/>
                </a:cubicBezTo>
                <a:lnTo>
                  <a:pt x="4198357" y="57224"/>
                </a:lnTo>
                <a:cubicBezTo>
                  <a:pt x="4198307" y="53156"/>
                  <a:pt x="4197352" y="49994"/>
                  <a:pt x="4195492" y="47737"/>
                </a:cubicBezTo>
                <a:cubicBezTo>
                  <a:pt x="4193631" y="45479"/>
                  <a:pt x="4191064" y="44351"/>
                  <a:pt x="4187790" y="44351"/>
                </a:cubicBezTo>
                <a:close/>
                <a:moveTo>
                  <a:pt x="4016786" y="44351"/>
                </a:moveTo>
                <a:cubicBezTo>
                  <a:pt x="4013214" y="44351"/>
                  <a:pt x="4010511" y="45703"/>
                  <a:pt x="4008675" y="48406"/>
                </a:cubicBezTo>
                <a:cubicBezTo>
                  <a:pt x="4006839" y="51110"/>
                  <a:pt x="4005923" y="55091"/>
                  <a:pt x="4005923" y="60350"/>
                </a:cubicBezTo>
                <a:cubicBezTo>
                  <a:pt x="4005923" y="65608"/>
                  <a:pt x="4006839" y="69589"/>
                  <a:pt x="4008675" y="72293"/>
                </a:cubicBezTo>
                <a:cubicBezTo>
                  <a:pt x="4010511" y="74997"/>
                  <a:pt x="4013190" y="76349"/>
                  <a:pt x="4016712" y="76349"/>
                </a:cubicBezTo>
                <a:cubicBezTo>
                  <a:pt x="4020284" y="76349"/>
                  <a:pt x="4022987" y="74997"/>
                  <a:pt x="4024823" y="72293"/>
                </a:cubicBezTo>
                <a:cubicBezTo>
                  <a:pt x="4026659" y="69589"/>
                  <a:pt x="4027577" y="65608"/>
                  <a:pt x="4027577" y="60350"/>
                </a:cubicBezTo>
                <a:cubicBezTo>
                  <a:pt x="4027577" y="55091"/>
                  <a:pt x="4026659" y="51110"/>
                  <a:pt x="4024823" y="48406"/>
                </a:cubicBezTo>
                <a:cubicBezTo>
                  <a:pt x="4022987" y="45703"/>
                  <a:pt x="4020308" y="44351"/>
                  <a:pt x="4016786" y="44351"/>
                </a:cubicBezTo>
                <a:close/>
                <a:moveTo>
                  <a:pt x="3711540" y="44351"/>
                </a:moveTo>
                <a:cubicBezTo>
                  <a:pt x="3708365" y="44351"/>
                  <a:pt x="3705898" y="45430"/>
                  <a:pt x="3704136" y="47588"/>
                </a:cubicBezTo>
                <a:cubicBezTo>
                  <a:pt x="3702375" y="49746"/>
                  <a:pt x="3701321" y="52958"/>
                  <a:pt x="3700973" y="57224"/>
                </a:cubicBezTo>
                <a:lnTo>
                  <a:pt x="3722107" y="57224"/>
                </a:lnTo>
                <a:cubicBezTo>
                  <a:pt x="3722058" y="53156"/>
                  <a:pt x="3721102" y="49994"/>
                  <a:pt x="3719242" y="47737"/>
                </a:cubicBezTo>
                <a:cubicBezTo>
                  <a:pt x="3717382" y="45479"/>
                  <a:pt x="3714815" y="44351"/>
                  <a:pt x="3711540" y="44351"/>
                </a:cubicBezTo>
                <a:close/>
                <a:moveTo>
                  <a:pt x="3606765" y="44351"/>
                </a:moveTo>
                <a:cubicBezTo>
                  <a:pt x="3603590" y="44351"/>
                  <a:pt x="3601122" y="45430"/>
                  <a:pt x="3599361" y="47588"/>
                </a:cubicBezTo>
                <a:cubicBezTo>
                  <a:pt x="3597601" y="49746"/>
                  <a:pt x="3596546" y="52958"/>
                  <a:pt x="3596198" y="57224"/>
                </a:cubicBezTo>
                <a:lnTo>
                  <a:pt x="3617332" y="57224"/>
                </a:lnTo>
                <a:cubicBezTo>
                  <a:pt x="3617283" y="53156"/>
                  <a:pt x="3616327" y="49994"/>
                  <a:pt x="3614467" y="47737"/>
                </a:cubicBezTo>
                <a:cubicBezTo>
                  <a:pt x="3612607" y="45479"/>
                  <a:pt x="3610040" y="44351"/>
                  <a:pt x="3606765" y="44351"/>
                </a:cubicBezTo>
                <a:close/>
                <a:moveTo>
                  <a:pt x="3511515" y="44351"/>
                </a:moveTo>
                <a:cubicBezTo>
                  <a:pt x="3508341" y="44351"/>
                  <a:pt x="3505872" y="45430"/>
                  <a:pt x="3504111" y="47588"/>
                </a:cubicBezTo>
                <a:cubicBezTo>
                  <a:pt x="3502350" y="49746"/>
                  <a:pt x="3501296" y="52958"/>
                  <a:pt x="3500948" y="57224"/>
                </a:cubicBezTo>
                <a:lnTo>
                  <a:pt x="3522083" y="57224"/>
                </a:lnTo>
                <a:cubicBezTo>
                  <a:pt x="3522032" y="53156"/>
                  <a:pt x="3521078" y="49994"/>
                  <a:pt x="3519218" y="47737"/>
                </a:cubicBezTo>
                <a:cubicBezTo>
                  <a:pt x="3517357" y="45479"/>
                  <a:pt x="3514790" y="44351"/>
                  <a:pt x="3511515" y="44351"/>
                </a:cubicBezTo>
                <a:close/>
                <a:moveTo>
                  <a:pt x="3102387" y="44351"/>
                </a:moveTo>
                <a:cubicBezTo>
                  <a:pt x="3098815" y="44351"/>
                  <a:pt x="3096111" y="45703"/>
                  <a:pt x="3094276" y="48406"/>
                </a:cubicBezTo>
                <a:cubicBezTo>
                  <a:pt x="3092441" y="51110"/>
                  <a:pt x="3091522" y="55091"/>
                  <a:pt x="3091522" y="60350"/>
                </a:cubicBezTo>
                <a:cubicBezTo>
                  <a:pt x="3091522" y="65608"/>
                  <a:pt x="3092441" y="69589"/>
                  <a:pt x="3094276" y="72293"/>
                </a:cubicBezTo>
                <a:cubicBezTo>
                  <a:pt x="3096111" y="74997"/>
                  <a:pt x="3098790" y="76349"/>
                  <a:pt x="3102313" y="76349"/>
                </a:cubicBezTo>
                <a:cubicBezTo>
                  <a:pt x="3105885" y="76349"/>
                  <a:pt x="3108588" y="74997"/>
                  <a:pt x="3110424" y="72293"/>
                </a:cubicBezTo>
                <a:cubicBezTo>
                  <a:pt x="3112259" y="69589"/>
                  <a:pt x="3113177" y="65608"/>
                  <a:pt x="3113177" y="60350"/>
                </a:cubicBezTo>
                <a:cubicBezTo>
                  <a:pt x="3113177" y="55091"/>
                  <a:pt x="3112259" y="51110"/>
                  <a:pt x="3110424" y="48406"/>
                </a:cubicBezTo>
                <a:cubicBezTo>
                  <a:pt x="3108588" y="45703"/>
                  <a:pt x="3105909" y="44351"/>
                  <a:pt x="3102387" y="44351"/>
                </a:cubicBezTo>
                <a:close/>
                <a:moveTo>
                  <a:pt x="2778537" y="44351"/>
                </a:moveTo>
                <a:cubicBezTo>
                  <a:pt x="2774965" y="44351"/>
                  <a:pt x="2772261" y="45703"/>
                  <a:pt x="2770426" y="48406"/>
                </a:cubicBezTo>
                <a:cubicBezTo>
                  <a:pt x="2768591" y="51110"/>
                  <a:pt x="2767672" y="55091"/>
                  <a:pt x="2767672" y="60350"/>
                </a:cubicBezTo>
                <a:cubicBezTo>
                  <a:pt x="2767672" y="65608"/>
                  <a:pt x="2768591" y="69589"/>
                  <a:pt x="2770426" y="72293"/>
                </a:cubicBezTo>
                <a:cubicBezTo>
                  <a:pt x="2772261" y="74997"/>
                  <a:pt x="2774940" y="76349"/>
                  <a:pt x="2778463" y="76349"/>
                </a:cubicBezTo>
                <a:cubicBezTo>
                  <a:pt x="2782035" y="76349"/>
                  <a:pt x="2784738" y="74997"/>
                  <a:pt x="2786574" y="72293"/>
                </a:cubicBezTo>
                <a:cubicBezTo>
                  <a:pt x="2788410" y="69589"/>
                  <a:pt x="2789327" y="65608"/>
                  <a:pt x="2789327" y="60350"/>
                </a:cubicBezTo>
                <a:cubicBezTo>
                  <a:pt x="2789327" y="55091"/>
                  <a:pt x="2788410" y="51110"/>
                  <a:pt x="2786574" y="48406"/>
                </a:cubicBezTo>
                <a:cubicBezTo>
                  <a:pt x="2784738" y="45703"/>
                  <a:pt x="2782059" y="44351"/>
                  <a:pt x="2778537" y="44351"/>
                </a:cubicBezTo>
                <a:close/>
                <a:moveTo>
                  <a:pt x="2644741" y="44351"/>
                </a:moveTo>
                <a:cubicBezTo>
                  <a:pt x="2641566" y="44351"/>
                  <a:pt x="2639098" y="45430"/>
                  <a:pt x="2637336" y="47588"/>
                </a:cubicBezTo>
                <a:cubicBezTo>
                  <a:pt x="2635576" y="49746"/>
                  <a:pt x="2634520" y="52958"/>
                  <a:pt x="2634174" y="57224"/>
                </a:cubicBezTo>
                <a:lnTo>
                  <a:pt x="2655307" y="57224"/>
                </a:lnTo>
                <a:cubicBezTo>
                  <a:pt x="2655258" y="53156"/>
                  <a:pt x="2654302" y="49994"/>
                  <a:pt x="2652442" y="47737"/>
                </a:cubicBezTo>
                <a:cubicBezTo>
                  <a:pt x="2650582" y="45479"/>
                  <a:pt x="2648015" y="44351"/>
                  <a:pt x="2644741" y="44351"/>
                </a:cubicBezTo>
                <a:close/>
                <a:moveTo>
                  <a:pt x="2197512" y="44351"/>
                </a:moveTo>
                <a:cubicBezTo>
                  <a:pt x="2193940" y="44351"/>
                  <a:pt x="2191237" y="45703"/>
                  <a:pt x="2189401" y="48406"/>
                </a:cubicBezTo>
                <a:cubicBezTo>
                  <a:pt x="2187565" y="51110"/>
                  <a:pt x="2186647" y="55091"/>
                  <a:pt x="2186647" y="60350"/>
                </a:cubicBezTo>
                <a:cubicBezTo>
                  <a:pt x="2186647" y="65608"/>
                  <a:pt x="2187565" y="69589"/>
                  <a:pt x="2189401" y="72293"/>
                </a:cubicBezTo>
                <a:cubicBezTo>
                  <a:pt x="2191237" y="74997"/>
                  <a:pt x="2193916" y="76349"/>
                  <a:pt x="2197438" y="76349"/>
                </a:cubicBezTo>
                <a:cubicBezTo>
                  <a:pt x="2201010" y="76349"/>
                  <a:pt x="2203713" y="74997"/>
                  <a:pt x="2205549" y="72293"/>
                </a:cubicBezTo>
                <a:cubicBezTo>
                  <a:pt x="2207384" y="69589"/>
                  <a:pt x="2208302" y="65608"/>
                  <a:pt x="2208302" y="60350"/>
                </a:cubicBezTo>
                <a:cubicBezTo>
                  <a:pt x="2208302" y="55091"/>
                  <a:pt x="2207384" y="51110"/>
                  <a:pt x="2205549" y="48406"/>
                </a:cubicBezTo>
                <a:cubicBezTo>
                  <a:pt x="2203713" y="45703"/>
                  <a:pt x="2201035" y="44351"/>
                  <a:pt x="2197512" y="44351"/>
                </a:cubicBezTo>
                <a:close/>
                <a:moveTo>
                  <a:pt x="1977991" y="44351"/>
                </a:moveTo>
                <a:cubicBezTo>
                  <a:pt x="1974815" y="44351"/>
                  <a:pt x="1972348" y="45430"/>
                  <a:pt x="1970586" y="47588"/>
                </a:cubicBezTo>
                <a:cubicBezTo>
                  <a:pt x="1968825" y="49746"/>
                  <a:pt x="1967771" y="52958"/>
                  <a:pt x="1967424" y="57224"/>
                </a:cubicBezTo>
                <a:lnTo>
                  <a:pt x="1988558" y="57224"/>
                </a:lnTo>
                <a:cubicBezTo>
                  <a:pt x="1988508" y="53156"/>
                  <a:pt x="1987553" y="49994"/>
                  <a:pt x="1985693" y="47737"/>
                </a:cubicBezTo>
                <a:cubicBezTo>
                  <a:pt x="1983831" y="45479"/>
                  <a:pt x="1981265" y="44351"/>
                  <a:pt x="1977991" y="44351"/>
                </a:cubicBezTo>
                <a:close/>
                <a:moveTo>
                  <a:pt x="1854612" y="44351"/>
                </a:moveTo>
                <a:cubicBezTo>
                  <a:pt x="1851040" y="44351"/>
                  <a:pt x="1848336" y="45703"/>
                  <a:pt x="1846501" y="48406"/>
                </a:cubicBezTo>
                <a:cubicBezTo>
                  <a:pt x="1844665" y="51110"/>
                  <a:pt x="1843748" y="55091"/>
                  <a:pt x="1843748" y="60350"/>
                </a:cubicBezTo>
                <a:cubicBezTo>
                  <a:pt x="1843748" y="65608"/>
                  <a:pt x="1844665" y="69589"/>
                  <a:pt x="1846501" y="72293"/>
                </a:cubicBezTo>
                <a:cubicBezTo>
                  <a:pt x="1848336" y="74997"/>
                  <a:pt x="1851015" y="76349"/>
                  <a:pt x="1854538" y="76349"/>
                </a:cubicBezTo>
                <a:cubicBezTo>
                  <a:pt x="1858109" y="76349"/>
                  <a:pt x="1860814" y="74997"/>
                  <a:pt x="1862649" y="72293"/>
                </a:cubicBezTo>
                <a:cubicBezTo>
                  <a:pt x="1864485" y="69589"/>
                  <a:pt x="1865402" y="65608"/>
                  <a:pt x="1865402" y="60350"/>
                </a:cubicBezTo>
                <a:cubicBezTo>
                  <a:pt x="1865402" y="55091"/>
                  <a:pt x="1864485" y="51110"/>
                  <a:pt x="1862649" y="48406"/>
                </a:cubicBezTo>
                <a:cubicBezTo>
                  <a:pt x="1860814" y="45703"/>
                  <a:pt x="1858134" y="44351"/>
                  <a:pt x="1854612" y="44351"/>
                </a:cubicBezTo>
                <a:close/>
                <a:moveTo>
                  <a:pt x="1549366" y="44351"/>
                </a:moveTo>
                <a:cubicBezTo>
                  <a:pt x="1546191" y="44351"/>
                  <a:pt x="1543723" y="45430"/>
                  <a:pt x="1541961" y="47588"/>
                </a:cubicBezTo>
                <a:cubicBezTo>
                  <a:pt x="1540200" y="49746"/>
                  <a:pt x="1539146" y="52958"/>
                  <a:pt x="1538799" y="57224"/>
                </a:cubicBezTo>
                <a:lnTo>
                  <a:pt x="1559932" y="57224"/>
                </a:lnTo>
                <a:cubicBezTo>
                  <a:pt x="1559883" y="53156"/>
                  <a:pt x="1558928" y="49994"/>
                  <a:pt x="1557067" y="47737"/>
                </a:cubicBezTo>
                <a:cubicBezTo>
                  <a:pt x="1555207" y="45479"/>
                  <a:pt x="1552640" y="44351"/>
                  <a:pt x="1549366" y="44351"/>
                </a:cubicBezTo>
                <a:close/>
                <a:moveTo>
                  <a:pt x="11146993" y="40481"/>
                </a:moveTo>
                <a:lnTo>
                  <a:pt x="11152351" y="40481"/>
                </a:lnTo>
                <a:lnTo>
                  <a:pt x="11152351" y="80218"/>
                </a:lnTo>
                <a:lnTo>
                  <a:pt x="11146993" y="80218"/>
                </a:lnTo>
                <a:close/>
                <a:moveTo>
                  <a:pt x="10717698" y="40481"/>
                </a:moveTo>
                <a:lnTo>
                  <a:pt x="10723056" y="40481"/>
                </a:lnTo>
                <a:lnTo>
                  <a:pt x="10723056" y="68238"/>
                </a:lnTo>
                <a:cubicBezTo>
                  <a:pt x="10723056" y="70768"/>
                  <a:pt x="10723750" y="72690"/>
                  <a:pt x="10725139" y="74005"/>
                </a:cubicBezTo>
                <a:cubicBezTo>
                  <a:pt x="10726529" y="75319"/>
                  <a:pt x="10728562" y="75977"/>
                  <a:pt x="10731241" y="75977"/>
                </a:cubicBezTo>
                <a:cubicBezTo>
                  <a:pt x="10733325" y="75977"/>
                  <a:pt x="10735185" y="75605"/>
                  <a:pt x="10736822" y="74860"/>
                </a:cubicBezTo>
                <a:cubicBezTo>
                  <a:pt x="10738460" y="74116"/>
                  <a:pt x="10739998" y="72926"/>
                  <a:pt x="10741436" y="71289"/>
                </a:cubicBezTo>
                <a:lnTo>
                  <a:pt x="10741436" y="40481"/>
                </a:lnTo>
                <a:lnTo>
                  <a:pt x="10746794" y="40481"/>
                </a:lnTo>
                <a:lnTo>
                  <a:pt x="10746794" y="80218"/>
                </a:lnTo>
                <a:lnTo>
                  <a:pt x="10741808" y="80218"/>
                </a:lnTo>
                <a:lnTo>
                  <a:pt x="10741808" y="75456"/>
                </a:lnTo>
                <a:cubicBezTo>
                  <a:pt x="10738882" y="79276"/>
                  <a:pt x="10734888" y="81186"/>
                  <a:pt x="10729828" y="81186"/>
                </a:cubicBezTo>
                <a:cubicBezTo>
                  <a:pt x="10726008" y="81186"/>
                  <a:pt x="10723031" y="80069"/>
                  <a:pt x="10720898" y="77837"/>
                </a:cubicBezTo>
                <a:cubicBezTo>
                  <a:pt x="10718764" y="75605"/>
                  <a:pt x="10717698" y="72529"/>
                  <a:pt x="10717698" y="68610"/>
                </a:cubicBezTo>
                <a:close/>
                <a:moveTo>
                  <a:pt x="9914324" y="40481"/>
                </a:moveTo>
                <a:lnTo>
                  <a:pt x="9920798" y="40481"/>
                </a:lnTo>
                <a:lnTo>
                  <a:pt x="9930025" y="55587"/>
                </a:lnTo>
                <a:lnTo>
                  <a:pt x="9939625" y="40481"/>
                </a:lnTo>
                <a:lnTo>
                  <a:pt x="9945950" y="40481"/>
                </a:lnTo>
                <a:lnTo>
                  <a:pt x="9933002" y="59829"/>
                </a:lnTo>
                <a:lnTo>
                  <a:pt x="9946099" y="80218"/>
                </a:lnTo>
                <a:lnTo>
                  <a:pt x="9939625" y="80218"/>
                </a:lnTo>
                <a:lnTo>
                  <a:pt x="9929802" y="64368"/>
                </a:lnTo>
                <a:lnTo>
                  <a:pt x="9920128" y="80218"/>
                </a:lnTo>
                <a:lnTo>
                  <a:pt x="9913803" y="80218"/>
                </a:lnTo>
                <a:lnTo>
                  <a:pt x="9926900" y="60126"/>
                </a:lnTo>
                <a:close/>
                <a:moveTo>
                  <a:pt x="9660423" y="40481"/>
                </a:moveTo>
                <a:lnTo>
                  <a:pt x="9665781" y="40481"/>
                </a:lnTo>
                <a:lnTo>
                  <a:pt x="9665781" y="68238"/>
                </a:lnTo>
                <a:cubicBezTo>
                  <a:pt x="9665781" y="70768"/>
                  <a:pt x="9666476" y="72690"/>
                  <a:pt x="9667864" y="74005"/>
                </a:cubicBezTo>
                <a:cubicBezTo>
                  <a:pt x="9669253" y="75319"/>
                  <a:pt x="9671287" y="75977"/>
                  <a:pt x="9673966" y="75977"/>
                </a:cubicBezTo>
                <a:cubicBezTo>
                  <a:pt x="9676050" y="75977"/>
                  <a:pt x="9677910" y="75605"/>
                  <a:pt x="9679547" y="74860"/>
                </a:cubicBezTo>
                <a:cubicBezTo>
                  <a:pt x="9681185" y="74116"/>
                  <a:pt x="9682722" y="72926"/>
                  <a:pt x="9684161" y="71289"/>
                </a:cubicBezTo>
                <a:lnTo>
                  <a:pt x="9684161" y="40481"/>
                </a:lnTo>
                <a:lnTo>
                  <a:pt x="9689519" y="40481"/>
                </a:lnTo>
                <a:lnTo>
                  <a:pt x="9689519" y="80218"/>
                </a:lnTo>
                <a:lnTo>
                  <a:pt x="9684533" y="80218"/>
                </a:lnTo>
                <a:lnTo>
                  <a:pt x="9684533" y="75456"/>
                </a:lnTo>
                <a:cubicBezTo>
                  <a:pt x="9681606" y="79276"/>
                  <a:pt x="9677613" y="81186"/>
                  <a:pt x="9672553" y="81186"/>
                </a:cubicBezTo>
                <a:cubicBezTo>
                  <a:pt x="9668732" y="81186"/>
                  <a:pt x="9665756" y="80069"/>
                  <a:pt x="9663623" y="77837"/>
                </a:cubicBezTo>
                <a:cubicBezTo>
                  <a:pt x="9661490" y="75605"/>
                  <a:pt x="9660423" y="72529"/>
                  <a:pt x="9660423" y="68610"/>
                </a:cubicBezTo>
                <a:close/>
                <a:moveTo>
                  <a:pt x="9527743" y="40481"/>
                </a:moveTo>
                <a:lnTo>
                  <a:pt x="9533101" y="40481"/>
                </a:lnTo>
                <a:lnTo>
                  <a:pt x="9533101" y="80218"/>
                </a:lnTo>
                <a:lnTo>
                  <a:pt x="9527743" y="80218"/>
                </a:lnTo>
                <a:close/>
                <a:moveTo>
                  <a:pt x="9465979" y="40481"/>
                </a:moveTo>
                <a:lnTo>
                  <a:pt x="9471783" y="40481"/>
                </a:lnTo>
                <a:lnTo>
                  <a:pt x="9480787" y="74265"/>
                </a:lnTo>
                <a:lnTo>
                  <a:pt x="9489643" y="40481"/>
                </a:lnTo>
                <a:lnTo>
                  <a:pt x="9495298" y="40481"/>
                </a:lnTo>
                <a:lnTo>
                  <a:pt x="9504228" y="74265"/>
                </a:lnTo>
                <a:lnTo>
                  <a:pt x="9513158" y="40481"/>
                </a:lnTo>
                <a:lnTo>
                  <a:pt x="9518887" y="40481"/>
                </a:lnTo>
                <a:lnTo>
                  <a:pt x="9507056" y="80218"/>
                </a:lnTo>
                <a:lnTo>
                  <a:pt x="9501103" y="80218"/>
                </a:lnTo>
                <a:lnTo>
                  <a:pt x="9492396" y="48369"/>
                </a:lnTo>
                <a:lnTo>
                  <a:pt x="9483690" y="80218"/>
                </a:lnTo>
                <a:lnTo>
                  <a:pt x="9477737" y="80218"/>
                </a:lnTo>
                <a:close/>
                <a:moveTo>
                  <a:pt x="9213418" y="40481"/>
                </a:moveTo>
                <a:lnTo>
                  <a:pt x="9218776" y="40481"/>
                </a:lnTo>
                <a:lnTo>
                  <a:pt x="9218776" y="80218"/>
                </a:lnTo>
                <a:lnTo>
                  <a:pt x="9213418" y="80218"/>
                </a:lnTo>
                <a:close/>
                <a:moveTo>
                  <a:pt x="8904004" y="40481"/>
                </a:moveTo>
                <a:lnTo>
                  <a:pt x="8909808" y="40481"/>
                </a:lnTo>
                <a:lnTo>
                  <a:pt x="8918812" y="74265"/>
                </a:lnTo>
                <a:lnTo>
                  <a:pt x="8927668" y="40481"/>
                </a:lnTo>
                <a:lnTo>
                  <a:pt x="8933323" y="40481"/>
                </a:lnTo>
                <a:lnTo>
                  <a:pt x="8942253" y="74265"/>
                </a:lnTo>
                <a:lnTo>
                  <a:pt x="8951183" y="40481"/>
                </a:lnTo>
                <a:lnTo>
                  <a:pt x="8956912" y="40481"/>
                </a:lnTo>
                <a:lnTo>
                  <a:pt x="8945081" y="80218"/>
                </a:lnTo>
                <a:lnTo>
                  <a:pt x="8939128" y="80218"/>
                </a:lnTo>
                <a:lnTo>
                  <a:pt x="8930421" y="48369"/>
                </a:lnTo>
                <a:lnTo>
                  <a:pt x="8921715" y="80218"/>
                </a:lnTo>
                <a:lnTo>
                  <a:pt x="8915761" y="80218"/>
                </a:lnTo>
                <a:close/>
                <a:moveTo>
                  <a:pt x="8822893" y="40481"/>
                </a:moveTo>
                <a:lnTo>
                  <a:pt x="8828251" y="40481"/>
                </a:lnTo>
                <a:lnTo>
                  <a:pt x="8828251" y="80218"/>
                </a:lnTo>
                <a:lnTo>
                  <a:pt x="8822893" y="80218"/>
                </a:lnTo>
                <a:close/>
                <a:moveTo>
                  <a:pt x="8651443" y="40481"/>
                </a:moveTo>
                <a:lnTo>
                  <a:pt x="8656801" y="40481"/>
                </a:lnTo>
                <a:lnTo>
                  <a:pt x="8656801" y="80218"/>
                </a:lnTo>
                <a:lnTo>
                  <a:pt x="8651443" y="80218"/>
                </a:lnTo>
                <a:close/>
                <a:moveTo>
                  <a:pt x="8098993" y="40481"/>
                </a:moveTo>
                <a:lnTo>
                  <a:pt x="8104351" y="40481"/>
                </a:lnTo>
                <a:lnTo>
                  <a:pt x="8104351" y="80218"/>
                </a:lnTo>
                <a:lnTo>
                  <a:pt x="8098993" y="80218"/>
                </a:lnTo>
                <a:close/>
                <a:moveTo>
                  <a:pt x="7918018" y="40481"/>
                </a:moveTo>
                <a:lnTo>
                  <a:pt x="7923376" y="40481"/>
                </a:lnTo>
                <a:lnTo>
                  <a:pt x="7923376" y="80218"/>
                </a:lnTo>
                <a:lnTo>
                  <a:pt x="7918018" y="80218"/>
                </a:lnTo>
                <a:close/>
                <a:moveTo>
                  <a:pt x="7603023" y="40481"/>
                </a:moveTo>
                <a:lnTo>
                  <a:pt x="7608381" y="40481"/>
                </a:lnTo>
                <a:lnTo>
                  <a:pt x="7608381" y="68238"/>
                </a:lnTo>
                <a:cubicBezTo>
                  <a:pt x="7608381" y="70768"/>
                  <a:pt x="7609076" y="72690"/>
                  <a:pt x="7610465" y="74005"/>
                </a:cubicBezTo>
                <a:cubicBezTo>
                  <a:pt x="7611854" y="75319"/>
                  <a:pt x="7613888" y="75977"/>
                  <a:pt x="7616567" y="75977"/>
                </a:cubicBezTo>
                <a:cubicBezTo>
                  <a:pt x="7618650" y="75977"/>
                  <a:pt x="7620511" y="75605"/>
                  <a:pt x="7622148" y="74860"/>
                </a:cubicBezTo>
                <a:cubicBezTo>
                  <a:pt x="7623785" y="74116"/>
                  <a:pt x="7625322" y="72926"/>
                  <a:pt x="7626761" y="71289"/>
                </a:cubicBezTo>
                <a:lnTo>
                  <a:pt x="7626761" y="40481"/>
                </a:lnTo>
                <a:lnTo>
                  <a:pt x="7632119" y="40481"/>
                </a:lnTo>
                <a:lnTo>
                  <a:pt x="7632119" y="80218"/>
                </a:lnTo>
                <a:lnTo>
                  <a:pt x="7627133" y="80218"/>
                </a:lnTo>
                <a:lnTo>
                  <a:pt x="7627133" y="75456"/>
                </a:lnTo>
                <a:cubicBezTo>
                  <a:pt x="7624206" y="79276"/>
                  <a:pt x="7620213" y="81186"/>
                  <a:pt x="7615153" y="81186"/>
                </a:cubicBezTo>
                <a:cubicBezTo>
                  <a:pt x="7611333" y="81186"/>
                  <a:pt x="7608356" y="80069"/>
                  <a:pt x="7606223" y="77837"/>
                </a:cubicBezTo>
                <a:cubicBezTo>
                  <a:pt x="7604090" y="75605"/>
                  <a:pt x="7603023" y="72529"/>
                  <a:pt x="7603023" y="68610"/>
                </a:cubicBezTo>
                <a:close/>
                <a:moveTo>
                  <a:pt x="7202973" y="40481"/>
                </a:moveTo>
                <a:lnTo>
                  <a:pt x="7208331" y="40481"/>
                </a:lnTo>
                <a:lnTo>
                  <a:pt x="7208331" y="68238"/>
                </a:lnTo>
                <a:cubicBezTo>
                  <a:pt x="7208331" y="70768"/>
                  <a:pt x="7209026" y="72690"/>
                  <a:pt x="7210415" y="74005"/>
                </a:cubicBezTo>
                <a:cubicBezTo>
                  <a:pt x="7211804" y="75319"/>
                  <a:pt x="7213838" y="75977"/>
                  <a:pt x="7216517" y="75977"/>
                </a:cubicBezTo>
                <a:cubicBezTo>
                  <a:pt x="7218600" y="75977"/>
                  <a:pt x="7220461" y="75605"/>
                  <a:pt x="7222098" y="74860"/>
                </a:cubicBezTo>
                <a:cubicBezTo>
                  <a:pt x="7223735" y="74116"/>
                  <a:pt x="7225272" y="72926"/>
                  <a:pt x="7226711" y="71289"/>
                </a:cubicBezTo>
                <a:lnTo>
                  <a:pt x="7226711" y="40481"/>
                </a:lnTo>
                <a:lnTo>
                  <a:pt x="7232069" y="40481"/>
                </a:lnTo>
                <a:lnTo>
                  <a:pt x="7232069" y="80218"/>
                </a:lnTo>
                <a:lnTo>
                  <a:pt x="7227083" y="80218"/>
                </a:lnTo>
                <a:lnTo>
                  <a:pt x="7227083" y="75456"/>
                </a:lnTo>
                <a:cubicBezTo>
                  <a:pt x="7224157" y="79276"/>
                  <a:pt x="7220163" y="81186"/>
                  <a:pt x="7215103" y="81186"/>
                </a:cubicBezTo>
                <a:cubicBezTo>
                  <a:pt x="7211283" y="81186"/>
                  <a:pt x="7208307" y="80069"/>
                  <a:pt x="7206173" y="77837"/>
                </a:cubicBezTo>
                <a:cubicBezTo>
                  <a:pt x="7204040" y="75605"/>
                  <a:pt x="7202973" y="72529"/>
                  <a:pt x="7202973" y="68610"/>
                </a:cubicBezTo>
                <a:close/>
                <a:moveTo>
                  <a:pt x="6698818" y="40481"/>
                </a:moveTo>
                <a:lnTo>
                  <a:pt x="6704176" y="40481"/>
                </a:lnTo>
                <a:lnTo>
                  <a:pt x="6704176" y="80218"/>
                </a:lnTo>
                <a:lnTo>
                  <a:pt x="6698818" y="80218"/>
                </a:lnTo>
                <a:close/>
                <a:moveTo>
                  <a:pt x="6432118" y="40481"/>
                </a:moveTo>
                <a:lnTo>
                  <a:pt x="6437476" y="40481"/>
                </a:lnTo>
                <a:lnTo>
                  <a:pt x="6437476" y="80218"/>
                </a:lnTo>
                <a:lnTo>
                  <a:pt x="6432118" y="80218"/>
                </a:lnTo>
                <a:close/>
                <a:moveTo>
                  <a:pt x="6213043" y="40481"/>
                </a:moveTo>
                <a:lnTo>
                  <a:pt x="6218401" y="40481"/>
                </a:lnTo>
                <a:lnTo>
                  <a:pt x="6218401" y="80218"/>
                </a:lnTo>
                <a:lnTo>
                  <a:pt x="6213043" y="80218"/>
                </a:lnTo>
                <a:close/>
                <a:moveTo>
                  <a:pt x="5783749" y="40481"/>
                </a:moveTo>
                <a:lnTo>
                  <a:pt x="5789106" y="40481"/>
                </a:lnTo>
                <a:lnTo>
                  <a:pt x="5789106" y="68238"/>
                </a:lnTo>
                <a:cubicBezTo>
                  <a:pt x="5789106" y="70768"/>
                  <a:pt x="5789801" y="72690"/>
                  <a:pt x="5791190" y="74005"/>
                </a:cubicBezTo>
                <a:cubicBezTo>
                  <a:pt x="5792579" y="75319"/>
                  <a:pt x="5794613" y="75977"/>
                  <a:pt x="5797292" y="75977"/>
                </a:cubicBezTo>
                <a:cubicBezTo>
                  <a:pt x="5799375" y="75977"/>
                  <a:pt x="5801236" y="75605"/>
                  <a:pt x="5802873" y="74860"/>
                </a:cubicBezTo>
                <a:cubicBezTo>
                  <a:pt x="5804510" y="74116"/>
                  <a:pt x="5806047" y="72926"/>
                  <a:pt x="5807487" y="71289"/>
                </a:cubicBezTo>
                <a:lnTo>
                  <a:pt x="5807487" y="40481"/>
                </a:lnTo>
                <a:lnTo>
                  <a:pt x="5812844" y="40481"/>
                </a:lnTo>
                <a:lnTo>
                  <a:pt x="5812844" y="80218"/>
                </a:lnTo>
                <a:lnTo>
                  <a:pt x="5807858" y="80218"/>
                </a:lnTo>
                <a:lnTo>
                  <a:pt x="5807858" y="75456"/>
                </a:lnTo>
                <a:cubicBezTo>
                  <a:pt x="5804931" y="79276"/>
                  <a:pt x="5800938" y="81186"/>
                  <a:pt x="5795878" y="81186"/>
                </a:cubicBezTo>
                <a:cubicBezTo>
                  <a:pt x="5792058" y="81186"/>
                  <a:pt x="5789082" y="80069"/>
                  <a:pt x="5786948" y="77837"/>
                </a:cubicBezTo>
                <a:cubicBezTo>
                  <a:pt x="5784816" y="75605"/>
                  <a:pt x="5783749" y="72529"/>
                  <a:pt x="5783749" y="68610"/>
                </a:cubicBezTo>
                <a:close/>
                <a:moveTo>
                  <a:pt x="5455805" y="40481"/>
                </a:moveTo>
                <a:lnTo>
                  <a:pt x="5461684" y="40481"/>
                </a:lnTo>
                <a:lnTo>
                  <a:pt x="5472697" y="73744"/>
                </a:lnTo>
                <a:lnTo>
                  <a:pt x="5483562" y="40481"/>
                </a:lnTo>
                <a:lnTo>
                  <a:pt x="5489367" y="40481"/>
                </a:lnTo>
                <a:lnTo>
                  <a:pt x="5475228" y="80814"/>
                </a:lnTo>
                <a:cubicBezTo>
                  <a:pt x="5473938" y="84385"/>
                  <a:pt x="5471842" y="87498"/>
                  <a:pt x="5468940" y="90153"/>
                </a:cubicBezTo>
                <a:cubicBezTo>
                  <a:pt x="5466038" y="92807"/>
                  <a:pt x="5462379" y="94927"/>
                  <a:pt x="5457964" y="96515"/>
                </a:cubicBezTo>
                <a:lnTo>
                  <a:pt x="5456029" y="91752"/>
                </a:lnTo>
                <a:cubicBezTo>
                  <a:pt x="5459601" y="90512"/>
                  <a:pt x="5462503" y="88987"/>
                  <a:pt x="5464735" y="87176"/>
                </a:cubicBezTo>
                <a:cubicBezTo>
                  <a:pt x="5466968" y="85365"/>
                  <a:pt x="5468704" y="83170"/>
                  <a:pt x="5469944" y="80590"/>
                </a:cubicBezTo>
                <a:close/>
                <a:moveTo>
                  <a:pt x="5022418" y="40481"/>
                </a:moveTo>
                <a:lnTo>
                  <a:pt x="5027776" y="40481"/>
                </a:lnTo>
                <a:lnTo>
                  <a:pt x="5027776" y="80218"/>
                </a:lnTo>
                <a:lnTo>
                  <a:pt x="5022418" y="80218"/>
                </a:lnTo>
                <a:close/>
                <a:moveTo>
                  <a:pt x="4908119" y="40481"/>
                </a:moveTo>
                <a:lnTo>
                  <a:pt x="4913476" y="40481"/>
                </a:lnTo>
                <a:lnTo>
                  <a:pt x="4913476" y="80218"/>
                </a:lnTo>
                <a:lnTo>
                  <a:pt x="4908119" y="80218"/>
                </a:lnTo>
                <a:close/>
                <a:moveTo>
                  <a:pt x="4798729" y="40481"/>
                </a:moveTo>
                <a:lnTo>
                  <a:pt x="4804534" y="40481"/>
                </a:lnTo>
                <a:lnTo>
                  <a:pt x="4813538" y="74265"/>
                </a:lnTo>
                <a:lnTo>
                  <a:pt x="4822393" y="40481"/>
                </a:lnTo>
                <a:lnTo>
                  <a:pt x="4828048" y="40481"/>
                </a:lnTo>
                <a:lnTo>
                  <a:pt x="4836979" y="74265"/>
                </a:lnTo>
                <a:lnTo>
                  <a:pt x="4845908" y="40481"/>
                </a:lnTo>
                <a:lnTo>
                  <a:pt x="4851638" y="40481"/>
                </a:lnTo>
                <a:lnTo>
                  <a:pt x="4839806" y="80218"/>
                </a:lnTo>
                <a:lnTo>
                  <a:pt x="4833853" y="80218"/>
                </a:lnTo>
                <a:lnTo>
                  <a:pt x="4825147" y="48369"/>
                </a:lnTo>
                <a:lnTo>
                  <a:pt x="4816440" y="80218"/>
                </a:lnTo>
                <a:lnTo>
                  <a:pt x="4810487" y="80218"/>
                </a:lnTo>
                <a:close/>
                <a:moveTo>
                  <a:pt x="4679518" y="40481"/>
                </a:moveTo>
                <a:lnTo>
                  <a:pt x="4684876" y="40481"/>
                </a:lnTo>
                <a:lnTo>
                  <a:pt x="4684876" y="80218"/>
                </a:lnTo>
                <a:lnTo>
                  <a:pt x="4679518" y="80218"/>
                </a:lnTo>
                <a:close/>
                <a:moveTo>
                  <a:pt x="4384243" y="40481"/>
                </a:moveTo>
                <a:lnTo>
                  <a:pt x="4389601" y="40481"/>
                </a:lnTo>
                <a:lnTo>
                  <a:pt x="4389601" y="80218"/>
                </a:lnTo>
                <a:lnTo>
                  <a:pt x="4384243" y="80218"/>
                </a:lnTo>
                <a:close/>
                <a:moveTo>
                  <a:pt x="4288993" y="40481"/>
                </a:moveTo>
                <a:lnTo>
                  <a:pt x="4294351" y="40481"/>
                </a:lnTo>
                <a:lnTo>
                  <a:pt x="4294351" y="80218"/>
                </a:lnTo>
                <a:lnTo>
                  <a:pt x="4288993" y="80218"/>
                </a:lnTo>
                <a:close/>
                <a:moveTo>
                  <a:pt x="4117543" y="40481"/>
                </a:moveTo>
                <a:lnTo>
                  <a:pt x="4122901" y="40481"/>
                </a:lnTo>
                <a:lnTo>
                  <a:pt x="4122901" y="80218"/>
                </a:lnTo>
                <a:lnTo>
                  <a:pt x="4117543" y="80218"/>
                </a:lnTo>
                <a:close/>
                <a:moveTo>
                  <a:pt x="3241244" y="40481"/>
                </a:moveTo>
                <a:lnTo>
                  <a:pt x="3246601" y="40481"/>
                </a:lnTo>
                <a:lnTo>
                  <a:pt x="3246601" y="80218"/>
                </a:lnTo>
                <a:lnTo>
                  <a:pt x="3241244" y="80218"/>
                </a:lnTo>
                <a:close/>
                <a:moveTo>
                  <a:pt x="2850719" y="40481"/>
                </a:moveTo>
                <a:lnTo>
                  <a:pt x="2856076" y="40481"/>
                </a:lnTo>
                <a:lnTo>
                  <a:pt x="2856076" y="80218"/>
                </a:lnTo>
                <a:lnTo>
                  <a:pt x="2850719" y="80218"/>
                </a:lnTo>
                <a:close/>
                <a:moveTo>
                  <a:pt x="2421424" y="40481"/>
                </a:moveTo>
                <a:lnTo>
                  <a:pt x="2426781" y="40481"/>
                </a:lnTo>
                <a:lnTo>
                  <a:pt x="2426781" y="68238"/>
                </a:lnTo>
                <a:cubicBezTo>
                  <a:pt x="2426781" y="70768"/>
                  <a:pt x="2427477" y="72690"/>
                  <a:pt x="2428865" y="74005"/>
                </a:cubicBezTo>
                <a:cubicBezTo>
                  <a:pt x="2430255" y="75319"/>
                  <a:pt x="2432289" y="75977"/>
                  <a:pt x="2434967" y="75977"/>
                </a:cubicBezTo>
                <a:cubicBezTo>
                  <a:pt x="2437051" y="75977"/>
                  <a:pt x="2438911" y="75605"/>
                  <a:pt x="2440548" y="74860"/>
                </a:cubicBezTo>
                <a:cubicBezTo>
                  <a:pt x="2442185" y="74116"/>
                  <a:pt x="2443724" y="72926"/>
                  <a:pt x="2445162" y="71289"/>
                </a:cubicBezTo>
                <a:lnTo>
                  <a:pt x="2445162" y="40481"/>
                </a:lnTo>
                <a:lnTo>
                  <a:pt x="2450520" y="40481"/>
                </a:lnTo>
                <a:lnTo>
                  <a:pt x="2450520" y="80218"/>
                </a:lnTo>
                <a:lnTo>
                  <a:pt x="2445534" y="80218"/>
                </a:lnTo>
                <a:lnTo>
                  <a:pt x="2445534" y="75456"/>
                </a:lnTo>
                <a:cubicBezTo>
                  <a:pt x="2442607" y="79276"/>
                  <a:pt x="2438613" y="81186"/>
                  <a:pt x="2433553" y="81186"/>
                </a:cubicBezTo>
                <a:cubicBezTo>
                  <a:pt x="2429734" y="81186"/>
                  <a:pt x="2426757" y="80069"/>
                  <a:pt x="2424624" y="77837"/>
                </a:cubicBezTo>
                <a:cubicBezTo>
                  <a:pt x="2422491" y="75605"/>
                  <a:pt x="2421424" y="72529"/>
                  <a:pt x="2421424" y="68610"/>
                </a:cubicBezTo>
                <a:close/>
                <a:moveTo>
                  <a:pt x="2093481" y="40481"/>
                </a:moveTo>
                <a:lnTo>
                  <a:pt x="2099360" y="40481"/>
                </a:lnTo>
                <a:lnTo>
                  <a:pt x="2110373" y="73744"/>
                </a:lnTo>
                <a:lnTo>
                  <a:pt x="2121237" y="40481"/>
                </a:lnTo>
                <a:lnTo>
                  <a:pt x="2127042" y="40481"/>
                </a:lnTo>
                <a:lnTo>
                  <a:pt x="2112903" y="80814"/>
                </a:lnTo>
                <a:cubicBezTo>
                  <a:pt x="2111613" y="84385"/>
                  <a:pt x="2109517" y="87498"/>
                  <a:pt x="2106615" y="90153"/>
                </a:cubicBezTo>
                <a:cubicBezTo>
                  <a:pt x="2103713" y="92807"/>
                  <a:pt x="2100054" y="94927"/>
                  <a:pt x="2095639" y="96515"/>
                </a:cubicBezTo>
                <a:lnTo>
                  <a:pt x="2093704" y="91752"/>
                </a:lnTo>
                <a:cubicBezTo>
                  <a:pt x="2097276" y="90512"/>
                  <a:pt x="2100178" y="88987"/>
                  <a:pt x="2102410" y="87176"/>
                </a:cubicBezTo>
                <a:cubicBezTo>
                  <a:pt x="2104643" y="85365"/>
                  <a:pt x="2106380" y="83170"/>
                  <a:pt x="2107620" y="80590"/>
                </a:cubicBezTo>
                <a:close/>
                <a:moveTo>
                  <a:pt x="1945844" y="40481"/>
                </a:moveTo>
                <a:lnTo>
                  <a:pt x="1951202" y="40481"/>
                </a:lnTo>
                <a:lnTo>
                  <a:pt x="1951202" y="80218"/>
                </a:lnTo>
                <a:lnTo>
                  <a:pt x="1945844" y="80218"/>
                </a:lnTo>
                <a:close/>
                <a:moveTo>
                  <a:pt x="1698193" y="40481"/>
                </a:moveTo>
                <a:lnTo>
                  <a:pt x="1703552" y="40481"/>
                </a:lnTo>
                <a:lnTo>
                  <a:pt x="1703552" y="80218"/>
                </a:lnTo>
                <a:lnTo>
                  <a:pt x="1698193" y="80218"/>
                </a:lnTo>
                <a:close/>
                <a:moveTo>
                  <a:pt x="1602943" y="40481"/>
                </a:moveTo>
                <a:lnTo>
                  <a:pt x="1608302" y="40481"/>
                </a:lnTo>
                <a:lnTo>
                  <a:pt x="1608302" y="80218"/>
                </a:lnTo>
                <a:lnTo>
                  <a:pt x="1602943" y="80218"/>
                </a:lnTo>
                <a:close/>
                <a:moveTo>
                  <a:pt x="1326719" y="40481"/>
                </a:moveTo>
                <a:lnTo>
                  <a:pt x="1332076" y="40481"/>
                </a:lnTo>
                <a:lnTo>
                  <a:pt x="1332076" y="80218"/>
                </a:lnTo>
                <a:lnTo>
                  <a:pt x="1326719" y="80218"/>
                </a:lnTo>
                <a:close/>
                <a:moveTo>
                  <a:pt x="11048394" y="39663"/>
                </a:moveTo>
                <a:cubicBezTo>
                  <a:pt x="11050130" y="39663"/>
                  <a:pt x="11051793" y="39985"/>
                  <a:pt x="11053380" y="40630"/>
                </a:cubicBezTo>
                <a:lnTo>
                  <a:pt x="11052115" y="45913"/>
                </a:lnTo>
                <a:cubicBezTo>
                  <a:pt x="11050230" y="45368"/>
                  <a:pt x="11048493" y="45095"/>
                  <a:pt x="11046906" y="45095"/>
                </a:cubicBezTo>
                <a:cubicBezTo>
                  <a:pt x="11044971" y="45095"/>
                  <a:pt x="11043272" y="45516"/>
                  <a:pt x="11041808" y="46360"/>
                </a:cubicBezTo>
                <a:cubicBezTo>
                  <a:pt x="11040345" y="47203"/>
                  <a:pt x="11039042" y="48493"/>
                  <a:pt x="11037902" y="50229"/>
                </a:cubicBezTo>
                <a:lnTo>
                  <a:pt x="11037902" y="80218"/>
                </a:lnTo>
                <a:lnTo>
                  <a:pt x="11032544" y="80218"/>
                </a:lnTo>
                <a:lnTo>
                  <a:pt x="11032544" y="40481"/>
                </a:lnTo>
                <a:lnTo>
                  <a:pt x="11037530" y="40481"/>
                </a:lnTo>
                <a:lnTo>
                  <a:pt x="11037530" y="45988"/>
                </a:lnTo>
                <a:cubicBezTo>
                  <a:pt x="11040407" y="41771"/>
                  <a:pt x="11044028" y="39663"/>
                  <a:pt x="11048394" y="39663"/>
                </a:cubicBezTo>
                <a:close/>
                <a:moveTo>
                  <a:pt x="10010169" y="39663"/>
                </a:moveTo>
                <a:cubicBezTo>
                  <a:pt x="10011905" y="39663"/>
                  <a:pt x="10013568" y="39985"/>
                  <a:pt x="10015155" y="40630"/>
                </a:cubicBezTo>
                <a:lnTo>
                  <a:pt x="10013890" y="45913"/>
                </a:lnTo>
                <a:cubicBezTo>
                  <a:pt x="10012005" y="45368"/>
                  <a:pt x="10010268" y="45095"/>
                  <a:pt x="10008681" y="45095"/>
                </a:cubicBezTo>
                <a:cubicBezTo>
                  <a:pt x="10006746" y="45095"/>
                  <a:pt x="10005047" y="45516"/>
                  <a:pt x="10003583" y="46360"/>
                </a:cubicBezTo>
                <a:cubicBezTo>
                  <a:pt x="10002120" y="47203"/>
                  <a:pt x="10000817" y="48493"/>
                  <a:pt x="9999677" y="50229"/>
                </a:cubicBezTo>
                <a:lnTo>
                  <a:pt x="9999677" y="80218"/>
                </a:lnTo>
                <a:lnTo>
                  <a:pt x="9994319" y="80218"/>
                </a:lnTo>
                <a:lnTo>
                  <a:pt x="9994319" y="40481"/>
                </a:lnTo>
                <a:lnTo>
                  <a:pt x="9999305" y="40481"/>
                </a:lnTo>
                <a:lnTo>
                  <a:pt x="9999305" y="45988"/>
                </a:lnTo>
                <a:cubicBezTo>
                  <a:pt x="10002182" y="41771"/>
                  <a:pt x="10005803" y="39663"/>
                  <a:pt x="10010169" y="39663"/>
                </a:cubicBezTo>
                <a:close/>
                <a:moveTo>
                  <a:pt x="9391044" y="39663"/>
                </a:moveTo>
                <a:cubicBezTo>
                  <a:pt x="9392780" y="39663"/>
                  <a:pt x="9394443" y="39985"/>
                  <a:pt x="9396030" y="40630"/>
                </a:cubicBezTo>
                <a:lnTo>
                  <a:pt x="9394765" y="45913"/>
                </a:lnTo>
                <a:cubicBezTo>
                  <a:pt x="9392880" y="45368"/>
                  <a:pt x="9391143" y="45095"/>
                  <a:pt x="9389556" y="45095"/>
                </a:cubicBezTo>
                <a:cubicBezTo>
                  <a:pt x="9387621" y="45095"/>
                  <a:pt x="9385922" y="45516"/>
                  <a:pt x="9384458" y="46360"/>
                </a:cubicBezTo>
                <a:cubicBezTo>
                  <a:pt x="9382995" y="47203"/>
                  <a:pt x="9381692" y="48493"/>
                  <a:pt x="9380552" y="50229"/>
                </a:cubicBezTo>
                <a:lnTo>
                  <a:pt x="9380552" y="80218"/>
                </a:lnTo>
                <a:lnTo>
                  <a:pt x="9375194" y="80218"/>
                </a:lnTo>
                <a:lnTo>
                  <a:pt x="9375194" y="40481"/>
                </a:lnTo>
                <a:lnTo>
                  <a:pt x="9380180" y="40481"/>
                </a:lnTo>
                <a:lnTo>
                  <a:pt x="9380180" y="45988"/>
                </a:lnTo>
                <a:cubicBezTo>
                  <a:pt x="9383057" y="41771"/>
                  <a:pt x="9386678" y="39663"/>
                  <a:pt x="9391044" y="39663"/>
                </a:cubicBezTo>
                <a:close/>
                <a:moveTo>
                  <a:pt x="9181494" y="39663"/>
                </a:moveTo>
                <a:cubicBezTo>
                  <a:pt x="9183230" y="39663"/>
                  <a:pt x="9184893" y="39985"/>
                  <a:pt x="9186480" y="40630"/>
                </a:cubicBezTo>
                <a:lnTo>
                  <a:pt x="9185215" y="45913"/>
                </a:lnTo>
                <a:cubicBezTo>
                  <a:pt x="9183330" y="45368"/>
                  <a:pt x="9181593" y="45095"/>
                  <a:pt x="9180006" y="45095"/>
                </a:cubicBezTo>
                <a:cubicBezTo>
                  <a:pt x="9178071" y="45095"/>
                  <a:pt x="9176372" y="45516"/>
                  <a:pt x="9174908" y="46360"/>
                </a:cubicBezTo>
                <a:cubicBezTo>
                  <a:pt x="9173445" y="47203"/>
                  <a:pt x="9172142" y="48493"/>
                  <a:pt x="9171002" y="50229"/>
                </a:cubicBezTo>
                <a:lnTo>
                  <a:pt x="9171002" y="80218"/>
                </a:lnTo>
                <a:lnTo>
                  <a:pt x="9165644" y="80218"/>
                </a:lnTo>
                <a:lnTo>
                  <a:pt x="9165644" y="40481"/>
                </a:lnTo>
                <a:lnTo>
                  <a:pt x="9170630" y="40481"/>
                </a:lnTo>
                <a:lnTo>
                  <a:pt x="9170630" y="45988"/>
                </a:lnTo>
                <a:cubicBezTo>
                  <a:pt x="9173507" y="41771"/>
                  <a:pt x="9177128" y="39663"/>
                  <a:pt x="9181494" y="39663"/>
                </a:cubicBezTo>
                <a:close/>
                <a:moveTo>
                  <a:pt x="8448069" y="39663"/>
                </a:moveTo>
                <a:cubicBezTo>
                  <a:pt x="8449805" y="39663"/>
                  <a:pt x="8451468" y="39985"/>
                  <a:pt x="8453055" y="40630"/>
                </a:cubicBezTo>
                <a:lnTo>
                  <a:pt x="8451790" y="45913"/>
                </a:lnTo>
                <a:cubicBezTo>
                  <a:pt x="8449905" y="45368"/>
                  <a:pt x="8448168" y="45095"/>
                  <a:pt x="8446581" y="45095"/>
                </a:cubicBezTo>
                <a:cubicBezTo>
                  <a:pt x="8444646" y="45095"/>
                  <a:pt x="8442947" y="45516"/>
                  <a:pt x="8441483" y="46360"/>
                </a:cubicBezTo>
                <a:cubicBezTo>
                  <a:pt x="8440020" y="47203"/>
                  <a:pt x="8438717" y="48493"/>
                  <a:pt x="8437577" y="50229"/>
                </a:cubicBezTo>
                <a:lnTo>
                  <a:pt x="8437577" y="80218"/>
                </a:lnTo>
                <a:lnTo>
                  <a:pt x="8432219" y="80218"/>
                </a:lnTo>
                <a:lnTo>
                  <a:pt x="8432219" y="40481"/>
                </a:lnTo>
                <a:lnTo>
                  <a:pt x="8437205" y="40481"/>
                </a:lnTo>
                <a:lnTo>
                  <a:pt x="8437205" y="45988"/>
                </a:lnTo>
                <a:cubicBezTo>
                  <a:pt x="8440082" y="41771"/>
                  <a:pt x="8443703" y="39663"/>
                  <a:pt x="8448069" y="39663"/>
                </a:cubicBezTo>
                <a:close/>
                <a:moveTo>
                  <a:pt x="7514619" y="39663"/>
                </a:moveTo>
                <a:cubicBezTo>
                  <a:pt x="7516356" y="39663"/>
                  <a:pt x="7518017" y="39985"/>
                  <a:pt x="7519605" y="40630"/>
                </a:cubicBezTo>
                <a:lnTo>
                  <a:pt x="7518340" y="45913"/>
                </a:lnTo>
                <a:cubicBezTo>
                  <a:pt x="7516455" y="45368"/>
                  <a:pt x="7514719" y="45095"/>
                  <a:pt x="7513131" y="45095"/>
                </a:cubicBezTo>
                <a:cubicBezTo>
                  <a:pt x="7511196" y="45095"/>
                  <a:pt x="7509497" y="45516"/>
                  <a:pt x="7508034" y="46360"/>
                </a:cubicBezTo>
                <a:cubicBezTo>
                  <a:pt x="7506570" y="47203"/>
                  <a:pt x="7505268" y="48493"/>
                  <a:pt x="7504127" y="50229"/>
                </a:cubicBezTo>
                <a:lnTo>
                  <a:pt x="7504127" y="80218"/>
                </a:lnTo>
                <a:lnTo>
                  <a:pt x="7498769" y="80218"/>
                </a:lnTo>
                <a:lnTo>
                  <a:pt x="7498769" y="40481"/>
                </a:lnTo>
                <a:lnTo>
                  <a:pt x="7503755" y="40481"/>
                </a:lnTo>
                <a:lnTo>
                  <a:pt x="7503755" y="45988"/>
                </a:lnTo>
                <a:cubicBezTo>
                  <a:pt x="7506632" y="41771"/>
                  <a:pt x="7510254" y="39663"/>
                  <a:pt x="7514619" y="39663"/>
                </a:cubicBezTo>
                <a:close/>
                <a:moveTo>
                  <a:pt x="7409844" y="39663"/>
                </a:moveTo>
                <a:cubicBezTo>
                  <a:pt x="7411581" y="39663"/>
                  <a:pt x="7413242" y="39985"/>
                  <a:pt x="7414830" y="40630"/>
                </a:cubicBezTo>
                <a:lnTo>
                  <a:pt x="7413565" y="45913"/>
                </a:lnTo>
                <a:cubicBezTo>
                  <a:pt x="7411680" y="45368"/>
                  <a:pt x="7409944" y="45095"/>
                  <a:pt x="7408356" y="45095"/>
                </a:cubicBezTo>
                <a:cubicBezTo>
                  <a:pt x="7406421" y="45095"/>
                  <a:pt x="7404722" y="45516"/>
                  <a:pt x="7403259" y="46360"/>
                </a:cubicBezTo>
                <a:cubicBezTo>
                  <a:pt x="7401795" y="47203"/>
                  <a:pt x="7400493" y="48493"/>
                  <a:pt x="7399352" y="50229"/>
                </a:cubicBezTo>
                <a:lnTo>
                  <a:pt x="7399352" y="80218"/>
                </a:lnTo>
                <a:lnTo>
                  <a:pt x="7393994" y="80218"/>
                </a:lnTo>
                <a:lnTo>
                  <a:pt x="7393994" y="40481"/>
                </a:lnTo>
                <a:lnTo>
                  <a:pt x="7398980" y="40481"/>
                </a:lnTo>
                <a:lnTo>
                  <a:pt x="7398980" y="45988"/>
                </a:lnTo>
                <a:cubicBezTo>
                  <a:pt x="7401858" y="41771"/>
                  <a:pt x="7405479" y="39663"/>
                  <a:pt x="7409844" y="39663"/>
                </a:cubicBezTo>
                <a:close/>
                <a:moveTo>
                  <a:pt x="6685944" y="39663"/>
                </a:moveTo>
                <a:cubicBezTo>
                  <a:pt x="6687681" y="39663"/>
                  <a:pt x="6689342" y="39985"/>
                  <a:pt x="6690930" y="40630"/>
                </a:cubicBezTo>
                <a:lnTo>
                  <a:pt x="6689665" y="45913"/>
                </a:lnTo>
                <a:cubicBezTo>
                  <a:pt x="6687780" y="45368"/>
                  <a:pt x="6686044" y="45095"/>
                  <a:pt x="6684456" y="45095"/>
                </a:cubicBezTo>
                <a:cubicBezTo>
                  <a:pt x="6682521" y="45095"/>
                  <a:pt x="6680822" y="45516"/>
                  <a:pt x="6679359" y="46360"/>
                </a:cubicBezTo>
                <a:cubicBezTo>
                  <a:pt x="6677895" y="47203"/>
                  <a:pt x="6676593" y="48493"/>
                  <a:pt x="6675452" y="50229"/>
                </a:cubicBezTo>
                <a:lnTo>
                  <a:pt x="6675452" y="80218"/>
                </a:lnTo>
                <a:lnTo>
                  <a:pt x="6670094" y="80218"/>
                </a:lnTo>
                <a:lnTo>
                  <a:pt x="6670094" y="40481"/>
                </a:lnTo>
                <a:lnTo>
                  <a:pt x="6675080" y="40481"/>
                </a:lnTo>
                <a:lnTo>
                  <a:pt x="6675080" y="45988"/>
                </a:lnTo>
                <a:cubicBezTo>
                  <a:pt x="6677958" y="41771"/>
                  <a:pt x="6681579" y="39663"/>
                  <a:pt x="6685944" y="39663"/>
                </a:cubicBezTo>
                <a:close/>
                <a:moveTo>
                  <a:pt x="6114444" y="39663"/>
                </a:moveTo>
                <a:cubicBezTo>
                  <a:pt x="6116181" y="39663"/>
                  <a:pt x="6117843" y="39985"/>
                  <a:pt x="6119430" y="40630"/>
                </a:cubicBezTo>
                <a:lnTo>
                  <a:pt x="6118165" y="45913"/>
                </a:lnTo>
                <a:cubicBezTo>
                  <a:pt x="6116280" y="45368"/>
                  <a:pt x="6114544" y="45095"/>
                  <a:pt x="6112956" y="45095"/>
                </a:cubicBezTo>
                <a:cubicBezTo>
                  <a:pt x="6111021" y="45095"/>
                  <a:pt x="6109322" y="45516"/>
                  <a:pt x="6107859" y="46360"/>
                </a:cubicBezTo>
                <a:cubicBezTo>
                  <a:pt x="6106395" y="47203"/>
                  <a:pt x="6105093" y="48493"/>
                  <a:pt x="6103952" y="50229"/>
                </a:cubicBezTo>
                <a:lnTo>
                  <a:pt x="6103952" y="80218"/>
                </a:lnTo>
                <a:lnTo>
                  <a:pt x="6098594" y="80218"/>
                </a:lnTo>
                <a:lnTo>
                  <a:pt x="6098594" y="40481"/>
                </a:lnTo>
                <a:lnTo>
                  <a:pt x="6103580" y="40481"/>
                </a:lnTo>
                <a:lnTo>
                  <a:pt x="6103580" y="45988"/>
                </a:lnTo>
                <a:cubicBezTo>
                  <a:pt x="6106458" y="41771"/>
                  <a:pt x="6110079" y="39663"/>
                  <a:pt x="6114444" y="39663"/>
                </a:cubicBezTo>
                <a:close/>
                <a:moveTo>
                  <a:pt x="5419119" y="39663"/>
                </a:moveTo>
                <a:cubicBezTo>
                  <a:pt x="5420856" y="39663"/>
                  <a:pt x="5422517" y="39985"/>
                  <a:pt x="5424106" y="40630"/>
                </a:cubicBezTo>
                <a:lnTo>
                  <a:pt x="5422840" y="45913"/>
                </a:lnTo>
                <a:cubicBezTo>
                  <a:pt x="5420955" y="45368"/>
                  <a:pt x="5419219" y="45095"/>
                  <a:pt x="5417631" y="45095"/>
                </a:cubicBezTo>
                <a:cubicBezTo>
                  <a:pt x="5415696" y="45095"/>
                  <a:pt x="5413997" y="45516"/>
                  <a:pt x="5412534" y="46360"/>
                </a:cubicBezTo>
                <a:cubicBezTo>
                  <a:pt x="5411070" y="47203"/>
                  <a:pt x="5409769" y="48493"/>
                  <a:pt x="5408627" y="50229"/>
                </a:cubicBezTo>
                <a:lnTo>
                  <a:pt x="5408627" y="80218"/>
                </a:lnTo>
                <a:lnTo>
                  <a:pt x="5403269" y="80218"/>
                </a:lnTo>
                <a:lnTo>
                  <a:pt x="5403269" y="40481"/>
                </a:lnTo>
                <a:lnTo>
                  <a:pt x="5408255" y="40481"/>
                </a:lnTo>
                <a:lnTo>
                  <a:pt x="5408255" y="45988"/>
                </a:lnTo>
                <a:cubicBezTo>
                  <a:pt x="5411132" y="41771"/>
                  <a:pt x="5414754" y="39663"/>
                  <a:pt x="5419119" y="39663"/>
                </a:cubicBezTo>
                <a:close/>
                <a:moveTo>
                  <a:pt x="5276244" y="39663"/>
                </a:moveTo>
                <a:cubicBezTo>
                  <a:pt x="5277981" y="39663"/>
                  <a:pt x="5279643" y="39985"/>
                  <a:pt x="5281230" y="40630"/>
                </a:cubicBezTo>
                <a:lnTo>
                  <a:pt x="5279965" y="45913"/>
                </a:lnTo>
                <a:cubicBezTo>
                  <a:pt x="5278080" y="45368"/>
                  <a:pt x="5276343" y="45095"/>
                  <a:pt x="5274756" y="45095"/>
                </a:cubicBezTo>
                <a:cubicBezTo>
                  <a:pt x="5272821" y="45095"/>
                  <a:pt x="5271123" y="45516"/>
                  <a:pt x="5269659" y="46360"/>
                </a:cubicBezTo>
                <a:cubicBezTo>
                  <a:pt x="5268195" y="47203"/>
                  <a:pt x="5266893" y="48493"/>
                  <a:pt x="5265752" y="50229"/>
                </a:cubicBezTo>
                <a:lnTo>
                  <a:pt x="5265752" y="80218"/>
                </a:lnTo>
                <a:lnTo>
                  <a:pt x="5260394" y="80218"/>
                </a:lnTo>
                <a:lnTo>
                  <a:pt x="5260394" y="40481"/>
                </a:lnTo>
                <a:lnTo>
                  <a:pt x="5265380" y="40481"/>
                </a:lnTo>
                <a:lnTo>
                  <a:pt x="5265380" y="45988"/>
                </a:lnTo>
                <a:cubicBezTo>
                  <a:pt x="5268258" y="41771"/>
                  <a:pt x="5271878" y="39663"/>
                  <a:pt x="5276244" y="39663"/>
                </a:cubicBezTo>
                <a:close/>
                <a:moveTo>
                  <a:pt x="4533294" y="39663"/>
                </a:moveTo>
                <a:cubicBezTo>
                  <a:pt x="4535031" y="39663"/>
                  <a:pt x="4536693" y="39985"/>
                  <a:pt x="4538281" y="40630"/>
                </a:cubicBezTo>
                <a:lnTo>
                  <a:pt x="4537015" y="45913"/>
                </a:lnTo>
                <a:cubicBezTo>
                  <a:pt x="4535130" y="45368"/>
                  <a:pt x="4533393" y="45095"/>
                  <a:pt x="4531806" y="45095"/>
                </a:cubicBezTo>
                <a:cubicBezTo>
                  <a:pt x="4529871" y="45095"/>
                  <a:pt x="4528172" y="45516"/>
                  <a:pt x="4526709" y="46360"/>
                </a:cubicBezTo>
                <a:cubicBezTo>
                  <a:pt x="4525245" y="47203"/>
                  <a:pt x="4523943" y="48493"/>
                  <a:pt x="4522802" y="50229"/>
                </a:cubicBezTo>
                <a:lnTo>
                  <a:pt x="4522802" y="80218"/>
                </a:lnTo>
                <a:lnTo>
                  <a:pt x="4517444" y="80218"/>
                </a:lnTo>
                <a:lnTo>
                  <a:pt x="4517444" y="40481"/>
                </a:lnTo>
                <a:lnTo>
                  <a:pt x="4522430" y="40481"/>
                </a:lnTo>
                <a:lnTo>
                  <a:pt x="4522430" y="45988"/>
                </a:lnTo>
                <a:cubicBezTo>
                  <a:pt x="4525307" y="41771"/>
                  <a:pt x="4528929" y="39663"/>
                  <a:pt x="4533294" y="39663"/>
                </a:cubicBezTo>
                <a:close/>
                <a:moveTo>
                  <a:pt x="3685570" y="39663"/>
                </a:moveTo>
                <a:cubicBezTo>
                  <a:pt x="3687306" y="39663"/>
                  <a:pt x="3688968" y="39985"/>
                  <a:pt x="3690555" y="40630"/>
                </a:cubicBezTo>
                <a:lnTo>
                  <a:pt x="3689291" y="45913"/>
                </a:lnTo>
                <a:cubicBezTo>
                  <a:pt x="3687406" y="45368"/>
                  <a:pt x="3685669" y="45095"/>
                  <a:pt x="3684081" y="45095"/>
                </a:cubicBezTo>
                <a:cubicBezTo>
                  <a:pt x="3682147" y="45095"/>
                  <a:pt x="3680448" y="45516"/>
                  <a:pt x="3678984" y="46360"/>
                </a:cubicBezTo>
                <a:cubicBezTo>
                  <a:pt x="3677521" y="47203"/>
                  <a:pt x="3676219" y="48493"/>
                  <a:pt x="3675078" y="50229"/>
                </a:cubicBezTo>
                <a:lnTo>
                  <a:pt x="3675078" y="80218"/>
                </a:lnTo>
                <a:lnTo>
                  <a:pt x="3669720" y="80218"/>
                </a:lnTo>
                <a:lnTo>
                  <a:pt x="3669720" y="40481"/>
                </a:lnTo>
                <a:lnTo>
                  <a:pt x="3674705" y="40481"/>
                </a:lnTo>
                <a:lnTo>
                  <a:pt x="3674705" y="45988"/>
                </a:lnTo>
                <a:cubicBezTo>
                  <a:pt x="3677583" y="41771"/>
                  <a:pt x="3681204" y="39663"/>
                  <a:pt x="3685570" y="39663"/>
                </a:cubicBezTo>
                <a:close/>
                <a:moveTo>
                  <a:pt x="3409345" y="39663"/>
                </a:moveTo>
                <a:cubicBezTo>
                  <a:pt x="3411082" y="39663"/>
                  <a:pt x="3412743" y="39985"/>
                  <a:pt x="3414331" y="40630"/>
                </a:cubicBezTo>
                <a:lnTo>
                  <a:pt x="3413066" y="45913"/>
                </a:lnTo>
                <a:cubicBezTo>
                  <a:pt x="3411180" y="45368"/>
                  <a:pt x="3409444" y="45095"/>
                  <a:pt x="3407857" y="45095"/>
                </a:cubicBezTo>
                <a:cubicBezTo>
                  <a:pt x="3405922" y="45095"/>
                  <a:pt x="3404222" y="45516"/>
                  <a:pt x="3402760" y="46360"/>
                </a:cubicBezTo>
                <a:cubicBezTo>
                  <a:pt x="3401296" y="47203"/>
                  <a:pt x="3399994" y="48493"/>
                  <a:pt x="3398852" y="50229"/>
                </a:cubicBezTo>
                <a:lnTo>
                  <a:pt x="3398852" y="80218"/>
                </a:lnTo>
                <a:lnTo>
                  <a:pt x="3393495" y="80218"/>
                </a:lnTo>
                <a:lnTo>
                  <a:pt x="3393495" y="40481"/>
                </a:lnTo>
                <a:lnTo>
                  <a:pt x="3398480" y="40481"/>
                </a:lnTo>
                <a:lnTo>
                  <a:pt x="3398480" y="45988"/>
                </a:lnTo>
                <a:cubicBezTo>
                  <a:pt x="3401357" y="41771"/>
                  <a:pt x="3404980" y="39663"/>
                  <a:pt x="3409345" y="39663"/>
                </a:cubicBezTo>
                <a:close/>
                <a:moveTo>
                  <a:pt x="2752120" y="39663"/>
                </a:moveTo>
                <a:cubicBezTo>
                  <a:pt x="2753857" y="39663"/>
                  <a:pt x="2755518" y="39985"/>
                  <a:pt x="2757105" y="40630"/>
                </a:cubicBezTo>
                <a:lnTo>
                  <a:pt x="2755841" y="45913"/>
                </a:lnTo>
                <a:cubicBezTo>
                  <a:pt x="2753956" y="45368"/>
                  <a:pt x="2752219" y="45095"/>
                  <a:pt x="2750631" y="45095"/>
                </a:cubicBezTo>
                <a:cubicBezTo>
                  <a:pt x="2748697" y="45095"/>
                  <a:pt x="2746998" y="45516"/>
                  <a:pt x="2745534" y="46360"/>
                </a:cubicBezTo>
                <a:cubicBezTo>
                  <a:pt x="2744071" y="47203"/>
                  <a:pt x="2742769" y="48493"/>
                  <a:pt x="2741627" y="50229"/>
                </a:cubicBezTo>
                <a:lnTo>
                  <a:pt x="2741627" y="80218"/>
                </a:lnTo>
                <a:lnTo>
                  <a:pt x="2736270" y="80218"/>
                </a:lnTo>
                <a:lnTo>
                  <a:pt x="2736270" y="40481"/>
                </a:lnTo>
                <a:lnTo>
                  <a:pt x="2741255" y="40481"/>
                </a:lnTo>
                <a:lnTo>
                  <a:pt x="2741255" y="45988"/>
                </a:lnTo>
                <a:cubicBezTo>
                  <a:pt x="2744133" y="41771"/>
                  <a:pt x="2747754" y="39663"/>
                  <a:pt x="2752120" y="39663"/>
                </a:cubicBezTo>
                <a:close/>
                <a:moveTo>
                  <a:pt x="2085370" y="39663"/>
                </a:moveTo>
                <a:cubicBezTo>
                  <a:pt x="2087106" y="39663"/>
                  <a:pt x="2088768" y="39985"/>
                  <a:pt x="2090356" y="40630"/>
                </a:cubicBezTo>
                <a:lnTo>
                  <a:pt x="2089091" y="45913"/>
                </a:lnTo>
                <a:cubicBezTo>
                  <a:pt x="2087206" y="45368"/>
                  <a:pt x="2085469" y="45095"/>
                  <a:pt x="2083882" y="45095"/>
                </a:cubicBezTo>
                <a:cubicBezTo>
                  <a:pt x="2081946" y="45095"/>
                  <a:pt x="2080248" y="45516"/>
                  <a:pt x="2078784" y="46360"/>
                </a:cubicBezTo>
                <a:cubicBezTo>
                  <a:pt x="2077321" y="47203"/>
                  <a:pt x="2076019" y="48493"/>
                  <a:pt x="2074878" y="50229"/>
                </a:cubicBezTo>
                <a:lnTo>
                  <a:pt x="2074878" y="80218"/>
                </a:lnTo>
                <a:lnTo>
                  <a:pt x="2069520" y="80218"/>
                </a:lnTo>
                <a:lnTo>
                  <a:pt x="2069520" y="40481"/>
                </a:lnTo>
                <a:lnTo>
                  <a:pt x="2074505" y="40481"/>
                </a:lnTo>
                <a:lnTo>
                  <a:pt x="2074505" y="45988"/>
                </a:lnTo>
                <a:cubicBezTo>
                  <a:pt x="2077383" y="41771"/>
                  <a:pt x="2081005" y="39663"/>
                  <a:pt x="2085370" y="39663"/>
                </a:cubicBezTo>
                <a:close/>
                <a:moveTo>
                  <a:pt x="1932970" y="39663"/>
                </a:moveTo>
                <a:cubicBezTo>
                  <a:pt x="1934706" y="39663"/>
                  <a:pt x="1936369" y="39985"/>
                  <a:pt x="1937956" y="40630"/>
                </a:cubicBezTo>
                <a:lnTo>
                  <a:pt x="1936691" y="45913"/>
                </a:lnTo>
                <a:cubicBezTo>
                  <a:pt x="1934806" y="45368"/>
                  <a:pt x="1933069" y="45095"/>
                  <a:pt x="1931481" y="45095"/>
                </a:cubicBezTo>
                <a:cubicBezTo>
                  <a:pt x="1929547" y="45095"/>
                  <a:pt x="1927848" y="45516"/>
                  <a:pt x="1926384" y="46360"/>
                </a:cubicBezTo>
                <a:cubicBezTo>
                  <a:pt x="1924921" y="47203"/>
                  <a:pt x="1923618" y="48493"/>
                  <a:pt x="1922477" y="50229"/>
                </a:cubicBezTo>
                <a:lnTo>
                  <a:pt x="1922477" y="80218"/>
                </a:lnTo>
                <a:lnTo>
                  <a:pt x="1917120" y="80218"/>
                </a:lnTo>
                <a:lnTo>
                  <a:pt x="1917120" y="40481"/>
                </a:lnTo>
                <a:lnTo>
                  <a:pt x="1922106" y="40481"/>
                </a:lnTo>
                <a:lnTo>
                  <a:pt x="1922106" y="45988"/>
                </a:lnTo>
                <a:cubicBezTo>
                  <a:pt x="1924983" y="41771"/>
                  <a:pt x="1928604" y="39663"/>
                  <a:pt x="1932970" y="39663"/>
                </a:cubicBezTo>
                <a:close/>
                <a:moveTo>
                  <a:pt x="1828195" y="39663"/>
                </a:moveTo>
                <a:cubicBezTo>
                  <a:pt x="1829931" y="39663"/>
                  <a:pt x="1831593" y="39985"/>
                  <a:pt x="1833181" y="40630"/>
                </a:cubicBezTo>
                <a:lnTo>
                  <a:pt x="1831916" y="45913"/>
                </a:lnTo>
                <a:cubicBezTo>
                  <a:pt x="1830030" y="45368"/>
                  <a:pt x="1828294" y="45095"/>
                  <a:pt x="1826707" y="45095"/>
                </a:cubicBezTo>
                <a:cubicBezTo>
                  <a:pt x="1824772" y="45095"/>
                  <a:pt x="1823073" y="45516"/>
                  <a:pt x="1821609" y="46360"/>
                </a:cubicBezTo>
                <a:cubicBezTo>
                  <a:pt x="1820146" y="47203"/>
                  <a:pt x="1818844" y="48493"/>
                  <a:pt x="1817702" y="50229"/>
                </a:cubicBezTo>
                <a:lnTo>
                  <a:pt x="1817702" y="80218"/>
                </a:lnTo>
                <a:lnTo>
                  <a:pt x="1812345" y="80218"/>
                </a:lnTo>
                <a:lnTo>
                  <a:pt x="1812345" y="40481"/>
                </a:lnTo>
                <a:lnTo>
                  <a:pt x="1817331" y="40481"/>
                </a:lnTo>
                <a:lnTo>
                  <a:pt x="1817331" y="45988"/>
                </a:lnTo>
                <a:cubicBezTo>
                  <a:pt x="1820208" y="41771"/>
                  <a:pt x="1823829" y="39663"/>
                  <a:pt x="1828195" y="39663"/>
                </a:cubicBezTo>
                <a:close/>
                <a:moveTo>
                  <a:pt x="1590070" y="39663"/>
                </a:moveTo>
                <a:cubicBezTo>
                  <a:pt x="1591806" y="39663"/>
                  <a:pt x="1593468" y="39985"/>
                  <a:pt x="1595056" y="40630"/>
                </a:cubicBezTo>
                <a:lnTo>
                  <a:pt x="1593791" y="45913"/>
                </a:lnTo>
                <a:cubicBezTo>
                  <a:pt x="1591906" y="45368"/>
                  <a:pt x="1590169" y="45095"/>
                  <a:pt x="1588582" y="45095"/>
                </a:cubicBezTo>
                <a:cubicBezTo>
                  <a:pt x="1586647" y="45095"/>
                  <a:pt x="1584948" y="45516"/>
                  <a:pt x="1583484" y="46360"/>
                </a:cubicBezTo>
                <a:cubicBezTo>
                  <a:pt x="1582021" y="47203"/>
                  <a:pt x="1580719" y="48493"/>
                  <a:pt x="1579578" y="50229"/>
                </a:cubicBezTo>
                <a:lnTo>
                  <a:pt x="1579578" y="80218"/>
                </a:lnTo>
                <a:lnTo>
                  <a:pt x="1574220" y="80218"/>
                </a:lnTo>
                <a:lnTo>
                  <a:pt x="1574220" y="40481"/>
                </a:lnTo>
                <a:lnTo>
                  <a:pt x="1579206" y="40481"/>
                </a:lnTo>
                <a:lnTo>
                  <a:pt x="1579206" y="45988"/>
                </a:lnTo>
                <a:cubicBezTo>
                  <a:pt x="1582083" y="41771"/>
                  <a:pt x="1585704" y="39663"/>
                  <a:pt x="1590070" y="39663"/>
                </a:cubicBezTo>
                <a:close/>
                <a:moveTo>
                  <a:pt x="11214337" y="39588"/>
                </a:moveTo>
                <a:cubicBezTo>
                  <a:pt x="11216520" y="39588"/>
                  <a:pt x="11218678" y="39849"/>
                  <a:pt x="11220811" y="40370"/>
                </a:cubicBezTo>
                <a:cubicBezTo>
                  <a:pt x="11222945" y="40890"/>
                  <a:pt x="11224854" y="41597"/>
                  <a:pt x="11226541" y="42490"/>
                </a:cubicBezTo>
                <a:lnTo>
                  <a:pt x="11224383" y="47104"/>
                </a:lnTo>
                <a:cubicBezTo>
                  <a:pt x="11220910" y="45318"/>
                  <a:pt x="11217513" y="44425"/>
                  <a:pt x="11214189" y="44425"/>
                </a:cubicBezTo>
                <a:cubicBezTo>
                  <a:pt x="11211510" y="44425"/>
                  <a:pt x="11209476" y="44958"/>
                  <a:pt x="11208087" y="46025"/>
                </a:cubicBezTo>
                <a:cubicBezTo>
                  <a:pt x="11206697" y="47092"/>
                  <a:pt x="11206003" y="48642"/>
                  <a:pt x="11206003" y="50676"/>
                </a:cubicBezTo>
                <a:cubicBezTo>
                  <a:pt x="11206003" y="52263"/>
                  <a:pt x="11206474" y="53541"/>
                  <a:pt x="11207417" y="54508"/>
                </a:cubicBezTo>
                <a:cubicBezTo>
                  <a:pt x="11208360" y="55476"/>
                  <a:pt x="11209848" y="56207"/>
                  <a:pt x="11211882" y="56703"/>
                </a:cubicBezTo>
                <a:lnTo>
                  <a:pt x="11217165" y="57968"/>
                </a:lnTo>
                <a:cubicBezTo>
                  <a:pt x="11220787" y="58812"/>
                  <a:pt x="11223453" y="60151"/>
                  <a:pt x="11225165" y="61987"/>
                </a:cubicBezTo>
                <a:cubicBezTo>
                  <a:pt x="11226876" y="63822"/>
                  <a:pt x="11227732" y="66253"/>
                  <a:pt x="11227732" y="69279"/>
                </a:cubicBezTo>
                <a:cubicBezTo>
                  <a:pt x="11227732" y="73000"/>
                  <a:pt x="11226467" y="75902"/>
                  <a:pt x="11223937" y="77986"/>
                </a:cubicBezTo>
                <a:cubicBezTo>
                  <a:pt x="11221407" y="80069"/>
                  <a:pt x="11217885" y="81111"/>
                  <a:pt x="11213370" y="81111"/>
                </a:cubicBezTo>
                <a:cubicBezTo>
                  <a:pt x="11210939" y="81111"/>
                  <a:pt x="11208558" y="80801"/>
                  <a:pt x="11206226" y="80181"/>
                </a:cubicBezTo>
                <a:cubicBezTo>
                  <a:pt x="11203895" y="79561"/>
                  <a:pt x="11201860" y="78705"/>
                  <a:pt x="11200124" y="77614"/>
                </a:cubicBezTo>
                <a:lnTo>
                  <a:pt x="11202059" y="73000"/>
                </a:lnTo>
                <a:cubicBezTo>
                  <a:pt x="11205631" y="75183"/>
                  <a:pt x="11209402" y="76274"/>
                  <a:pt x="11213370" y="76274"/>
                </a:cubicBezTo>
                <a:cubicBezTo>
                  <a:pt x="11216347" y="76274"/>
                  <a:pt x="11218592" y="75716"/>
                  <a:pt x="11220105" y="74600"/>
                </a:cubicBezTo>
                <a:cubicBezTo>
                  <a:pt x="11221617" y="73484"/>
                  <a:pt x="11222374" y="71834"/>
                  <a:pt x="11222374" y="69651"/>
                </a:cubicBezTo>
                <a:cubicBezTo>
                  <a:pt x="11222374" y="67965"/>
                  <a:pt x="11221903" y="66625"/>
                  <a:pt x="11220960" y="65633"/>
                </a:cubicBezTo>
                <a:cubicBezTo>
                  <a:pt x="11220017" y="64641"/>
                  <a:pt x="11218529" y="63897"/>
                  <a:pt x="11216495" y="63401"/>
                </a:cubicBezTo>
                <a:lnTo>
                  <a:pt x="11211212" y="62136"/>
                </a:lnTo>
                <a:cubicBezTo>
                  <a:pt x="11207590" y="61292"/>
                  <a:pt x="11204924" y="59978"/>
                  <a:pt x="11203213" y="58192"/>
                </a:cubicBezTo>
                <a:cubicBezTo>
                  <a:pt x="11201501" y="56406"/>
                  <a:pt x="11200645" y="54049"/>
                  <a:pt x="11200645" y="51122"/>
                </a:cubicBezTo>
                <a:cubicBezTo>
                  <a:pt x="11200645" y="47501"/>
                  <a:pt x="11201849" y="44673"/>
                  <a:pt x="11204254" y="42639"/>
                </a:cubicBezTo>
                <a:cubicBezTo>
                  <a:pt x="11206660" y="40605"/>
                  <a:pt x="11210021" y="39588"/>
                  <a:pt x="11214337" y="39588"/>
                </a:cubicBezTo>
                <a:close/>
                <a:moveTo>
                  <a:pt x="10690462" y="39588"/>
                </a:moveTo>
                <a:cubicBezTo>
                  <a:pt x="10692645" y="39588"/>
                  <a:pt x="10694803" y="39849"/>
                  <a:pt x="10696937" y="40370"/>
                </a:cubicBezTo>
                <a:cubicBezTo>
                  <a:pt x="10699070" y="40890"/>
                  <a:pt x="10700979" y="41597"/>
                  <a:pt x="10702666" y="42490"/>
                </a:cubicBezTo>
                <a:lnTo>
                  <a:pt x="10700508" y="47104"/>
                </a:lnTo>
                <a:cubicBezTo>
                  <a:pt x="10697035" y="45318"/>
                  <a:pt x="10693638" y="44425"/>
                  <a:pt x="10690314" y="44425"/>
                </a:cubicBezTo>
                <a:cubicBezTo>
                  <a:pt x="10687635" y="44425"/>
                  <a:pt x="10685601" y="44958"/>
                  <a:pt x="10684212" y="46025"/>
                </a:cubicBezTo>
                <a:cubicBezTo>
                  <a:pt x="10682822" y="47092"/>
                  <a:pt x="10682128" y="48642"/>
                  <a:pt x="10682128" y="50676"/>
                </a:cubicBezTo>
                <a:cubicBezTo>
                  <a:pt x="10682128" y="52263"/>
                  <a:pt x="10682599" y="53541"/>
                  <a:pt x="10683542" y="54508"/>
                </a:cubicBezTo>
                <a:cubicBezTo>
                  <a:pt x="10684485" y="55476"/>
                  <a:pt x="10685973" y="56207"/>
                  <a:pt x="10688007" y="56703"/>
                </a:cubicBezTo>
                <a:lnTo>
                  <a:pt x="10693290" y="57968"/>
                </a:lnTo>
                <a:cubicBezTo>
                  <a:pt x="10696912" y="58812"/>
                  <a:pt x="10699578" y="60151"/>
                  <a:pt x="10701290" y="61987"/>
                </a:cubicBezTo>
                <a:cubicBezTo>
                  <a:pt x="10703001" y="63822"/>
                  <a:pt x="10703857" y="66253"/>
                  <a:pt x="10703857" y="69279"/>
                </a:cubicBezTo>
                <a:cubicBezTo>
                  <a:pt x="10703857" y="73000"/>
                  <a:pt x="10702592" y="75902"/>
                  <a:pt x="10700062" y="77986"/>
                </a:cubicBezTo>
                <a:cubicBezTo>
                  <a:pt x="10697532" y="80069"/>
                  <a:pt x="10694010" y="81111"/>
                  <a:pt x="10689495" y="81111"/>
                </a:cubicBezTo>
                <a:cubicBezTo>
                  <a:pt x="10687064" y="81111"/>
                  <a:pt x="10684683" y="80801"/>
                  <a:pt x="10682351" y="80181"/>
                </a:cubicBezTo>
                <a:cubicBezTo>
                  <a:pt x="10680020" y="79561"/>
                  <a:pt x="10677985" y="78705"/>
                  <a:pt x="10676249" y="77614"/>
                </a:cubicBezTo>
                <a:lnTo>
                  <a:pt x="10678184" y="73000"/>
                </a:lnTo>
                <a:cubicBezTo>
                  <a:pt x="10681756" y="75183"/>
                  <a:pt x="10685527" y="76274"/>
                  <a:pt x="10689495" y="76274"/>
                </a:cubicBezTo>
                <a:cubicBezTo>
                  <a:pt x="10692472" y="76274"/>
                  <a:pt x="10694717" y="75716"/>
                  <a:pt x="10696230" y="74600"/>
                </a:cubicBezTo>
                <a:cubicBezTo>
                  <a:pt x="10697742" y="73484"/>
                  <a:pt x="10698499" y="71834"/>
                  <a:pt x="10698499" y="69651"/>
                </a:cubicBezTo>
                <a:cubicBezTo>
                  <a:pt x="10698499" y="67965"/>
                  <a:pt x="10698028" y="66625"/>
                  <a:pt x="10697085" y="65633"/>
                </a:cubicBezTo>
                <a:cubicBezTo>
                  <a:pt x="10696142" y="64641"/>
                  <a:pt x="10694654" y="63897"/>
                  <a:pt x="10692620" y="63401"/>
                </a:cubicBezTo>
                <a:lnTo>
                  <a:pt x="10687337" y="62136"/>
                </a:lnTo>
                <a:cubicBezTo>
                  <a:pt x="10683715" y="61292"/>
                  <a:pt x="10681049" y="59978"/>
                  <a:pt x="10679338" y="58192"/>
                </a:cubicBezTo>
                <a:cubicBezTo>
                  <a:pt x="10677626" y="56406"/>
                  <a:pt x="10676770" y="54049"/>
                  <a:pt x="10676770" y="51122"/>
                </a:cubicBezTo>
                <a:cubicBezTo>
                  <a:pt x="10676770" y="47501"/>
                  <a:pt x="10677974" y="44673"/>
                  <a:pt x="10680379" y="42639"/>
                </a:cubicBezTo>
                <a:cubicBezTo>
                  <a:pt x="10682785" y="40605"/>
                  <a:pt x="10686146" y="39588"/>
                  <a:pt x="10690462" y="39588"/>
                </a:cubicBezTo>
                <a:close/>
                <a:moveTo>
                  <a:pt x="10290412" y="39588"/>
                </a:moveTo>
                <a:cubicBezTo>
                  <a:pt x="10292595" y="39588"/>
                  <a:pt x="10294753" y="39849"/>
                  <a:pt x="10296887" y="40370"/>
                </a:cubicBezTo>
                <a:cubicBezTo>
                  <a:pt x="10299020" y="40890"/>
                  <a:pt x="10300929" y="41597"/>
                  <a:pt x="10302616" y="42490"/>
                </a:cubicBezTo>
                <a:lnTo>
                  <a:pt x="10300458" y="47104"/>
                </a:lnTo>
                <a:cubicBezTo>
                  <a:pt x="10296985" y="45318"/>
                  <a:pt x="10293588" y="44425"/>
                  <a:pt x="10290264" y="44425"/>
                </a:cubicBezTo>
                <a:cubicBezTo>
                  <a:pt x="10287585" y="44425"/>
                  <a:pt x="10285551" y="44958"/>
                  <a:pt x="10284162" y="46025"/>
                </a:cubicBezTo>
                <a:cubicBezTo>
                  <a:pt x="10282772" y="47092"/>
                  <a:pt x="10282078" y="48642"/>
                  <a:pt x="10282078" y="50676"/>
                </a:cubicBezTo>
                <a:cubicBezTo>
                  <a:pt x="10282078" y="52263"/>
                  <a:pt x="10282549" y="53541"/>
                  <a:pt x="10283492" y="54508"/>
                </a:cubicBezTo>
                <a:cubicBezTo>
                  <a:pt x="10284435" y="55476"/>
                  <a:pt x="10285923" y="56207"/>
                  <a:pt x="10287957" y="56703"/>
                </a:cubicBezTo>
                <a:lnTo>
                  <a:pt x="10293240" y="57968"/>
                </a:lnTo>
                <a:cubicBezTo>
                  <a:pt x="10296862" y="58812"/>
                  <a:pt x="10299528" y="60151"/>
                  <a:pt x="10301240" y="61987"/>
                </a:cubicBezTo>
                <a:cubicBezTo>
                  <a:pt x="10302951" y="63822"/>
                  <a:pt x="10303807" y="66253"/>
                  <a:pt x="10303807" y="69279"/>
                </a:cubicBezTo>
                <a:cubicBezTo>
                  <a:pt x="10303807" y="73000"/>
                  <a:pt x="10302542" y="75902"/>
                  <a:pt x="10300012" y="77986"/>
                </a:cubicBezTo>
                <a:cubicBezTo>
                  <a:pt x="10297482" y="80069"/>
                  <a:pt x="10293960" y="81111"/>
                  <a:pt x="10289445" y="81111"/>
                </a:cubicBezTo>
                <a:cubicBezTo>
                  <a:pt x="10287014" y="81111"/>
                  <a:pt x="10284633" y="80801"/>
                  <a:pt x="10282301" y="80181"/>
                </a:cubicBezTo>
                <a:cubicBezTo>
                  <a:pt x="10279970" y="79561"/>
                  <a:pt x="10277935" y="78705"/>
                  <a:pt x="10276199" y="77614"/>
                </a:cubicBezTo>
                <a:lnTo>
                  <a:pt x="10278134" y="73000"/>
                </a:lnTo>
                <a:cubicBezTo>
                  <a:pt x="10281706" y="75183"/>
                  <a:pt x="10285477" y="76274"/>
                  <a:pt x="10289445" y="76274"/>
                </a:cubicBezTo>
                <a:cubicBezTo>
                  <a:pt x="10292422" y="76274"/>
                  <a:pt x="10294667" y="75716"/>
                  <a:pt x="10296180" y="74600"/>
                </a:cubicBezTo>
                <a:cubicBezTo>
                  <a:pt x="10297692" y="73484"/>
                  <a:pt x="10298449" y="71834"/>
                  <a:pt x="10298449" y="69651"/>
                </a:cubicBezTo>
                <a:cubicBezTo>
                  <a:pt x="10298449" y="67965"/>
                  <a:pt x="10297978" y="66625"/>
                  <a:pt x="10297035" y="65633"/>
                </a:cubicBezTo>
                <a:cubicBezTo>
                  <a:pt x="10296092" y="64641"/>
                  <a:pt x="10294604" y="63897"/>
                  <a:pt x="10292570" y="63401"/>
                </a:cubicBezTo>
                <a:lnTo>
                  <a:pt x="10287287" y="62136"/>
                </a:lnTo>
                <a:cubicBezTo>
                  <a:pt x="10283665" y="61292"/>
                  <a:pt x="10280999" y="59978"/>
                  <a:pt x="10279288" y="58192"/>
                </a:cubicBezTo>
                <a:cubicBezTo>
                  <a:pt x="10277576" y="56406"/>
                  <a:pt x="10276720" y="54049"/>
                  <a:pt x="10276720" y="51122"/>
                </a:cubicBezTo>
                <a:cubicBezTo>
                  <a:pt x="10276720" y="47501"/>
                  <a:pt x="10277924" y="44673"/>
                  <a:pt x="10280329" y="42639"/>
                </a:cubicBezTo>
                <a:cubicBezTo>
                  <a:pt x="10282735" y="40605"/>
                  <a:pt x="10286096" y="39588"/>
                  <a:pt x="10290412" y="39588"/>
                </a:cubicBezTo>
                <a:close/>
                <a:moveTo>
                  <a:pt x="10109437" y="39588"/>
                </a:moveTo>
                <a:cubicBezTo>
                  <a:pt x="10111620" y="39588"/>
                  <a:pt x="10113778" y="39849"/>
                  <a:pt x="10115911" y="40370"/>
                </a:cubicBezTo>
                <a:cubicBezTo>
                  <a:pt x="10118045" y="40890"/>
                  <a:pt x="10119954" y="41597"/>
                  <a:pt x="10121641" y="42490"/>
                </a:cubicBezTo>
                <a:lnTo>
                  <a:pt x="10119483" y="47104"/>
                </a:lnTo>
                <a:cubicBezTo>
                  <a:pt x="10116010" y="45318"/>
                  <a:pt x="10112613" y="44425"/>
                  <a:pt x="10109289" y="44425"/>
                </a:cubicBezTo>
                <a:cubicBezTo>
                  <a:pt x="10106610" y="44425"/>
                  <a:pt x="10104576" y="44958"/>
                  <a:pt x="10103187" y="46025"/>
                </a:cubicBezTo>
                <a:cubicBezTo>
                  <a:pt x="10101797" y="47092"/>
                  <a:pt x="10101103" y="48642"/>
                  <a:pt x="10101103" y="50676"/>
                </a:cubicBezTo>
                <a:cubicBezTo>
                  <a:pt x="10101103" y="52263"/>
                  <a:pt x="10101574" y="53541"/>
                  <a:pt x="10102517" y="54508"/>
                </a:cubicBezTo>
                <a:cubicBezTo>
                  <a:pt x="10103460" y="55476"/>
                  <a:pt x="10104948" y="56207"/>
                  <a:pt x="10106982" y="56703"/>
                </a:cubicBezTo>
                <a:lnTo>
                  <a:pt x="10112265" y="57968"/>
                </a:lnTo>
                <a:cubicBezTo>
                  <a:pt x="10115887" y="58812"/>
                  <a:pt x="10118553" y="60151"/>
                  <a:pt x="10120265" y="61987"/>
                </a:cubicBezTo>
                <a:cubicBezTo>
                  <a:pt x="10121976" y="63822"/>
                  <a:pt x="10122832" y="66253"/>
                  <a:pt x="10122832" y="69279"/>
                </a:cubicBezTo>
                <a:cubicBezTo>
                  <a:pt x="10122832" y="73000"/>
                  <a:pt x="10121567" y="75902"/>
                  <a:pt x="10119037" y="77986"/>
                </a:cubicBezTo>
                <a:cubicBezTo>
                  <a:pt x="10116507" y="80069"/>
                  <a:pt x="10112985" y="81111"/>
                  <a:pt x="10108470" y="81111"/>
                </a:cubicBezTo>
                <a:cubicBezTo>
                  <a:pt x="10106039" y="81111"/>
                  <a:pt x="10103658" y="80801"/>
                  <a:pt x="10101326" y="80181"/>
                </a:cubicBezTo>
                <a:cubicBezTo>
                  <a:pt x="10098995" y="79561"/>
                  <a:pt x="10096960" y="78705"/>
                  <a:pt x="10095224" y="77614"/>
                </a:cubicBezTo>
                <a:lnTo>
                  <a:pt x="10097159" y="73000"/>
                </a:lnTo>
                <a:cubicBezTo>
                  <a:pt x="10100731" y="75183"/>
                  <a:pt x="10104502" y="76274"/>
                  <a:pt x="10108470" y="76274"/>
                </a:cubicBezTo>
                <a:cubicBezTo>
                  <a:pt x="10111447" y="76274"/>
                  <a:pt x="10113692" y="75716"/>
                  <a:pt x="10115205" y="74600"/>
                </a:cubicBezTo>
                <a:cubicBezTo>
                  <a:pt x="10116717" y="73484"/>
                  <a:pt x="10117474" y="71834"/>
                  <a:pt x="10117474" y="69651"/>
                </a:cubicBezTo>
                <a:cubicBezTo>
                  <a:pt x="10117474" y="67965"/>
                  <a:pt x="10117003" y="66625"/>
                  <a:pt x="10116060" y="65633"/>
                </a:cubicBezTo>
                <a:cubicBezTo>
                  <a:pt x="10115117" y="64641"/>
                  <a:pt x="10113629" y="63897"/>
                  <a:pt x="10111595" y="63401"/>
                </a:cubicBezTo>
                <a:lnTo>
                  <a:pt x="10106312" y="62136"/>
                </a:lnTo>
                <a:cubicBezTo>
                  <a:pt x="10102690" y="61292"/>
                  <a:pt x="10100024" y="59978"/>
                  <a:pt x="10098313" y="58192"/>
                </a:cubicBezTo>
                <a:cubicBezTo>
                  <a:pt x="10096601" y="56406"/>
                  <a:pt x="10095745" y="54049"/>
                  <a:pt x="10095745" y="51122"/>
                </a:cubicBezTo>
                <a:cubicBezTo>
                  <a:pt x="10095745" y="47501"/>
                  <a:pt x="10096949" y="44673"/>
                  <a:pt x="10099354" y="42639"/>
                </a:cubicBezTo>
                <a:cubicBezTo>
                  <a:pt x="10101760" y="40605"/>
                  <a:pt x="10105121" y="39588"/>
                  <a:pt x="10109437" y="39588"/>
                </a:cubicBezTo>
                <a:close/>
                <a:moveTo>
                  <a:pt x="10071337" y="39588"/>
                </a:moveTo>
                <a:cubicBezTo>
                  <a:pt x="10073520" y="39588"/>
                  <a:pt x="10075678" y="39849"/>
                  <a:pt x="10077811" y="40370"/>
                </a:cubicBezTo>
                <a:cubicBezTo>
                  <a:pt x="10079945" y="40890"/>
                  <a:pt x="10081854" y="41597"/>
                  <a:pt x="10083541" y="42490"/>
                </a:cubicBezTo>
                <a:lnTo>
                  <a:pt x="10081383" y="47104"/>
                </a:lnTo>
                <a:cubicBezTo>
                  <a:pt x="10077910" y="45318"/>
                  <a:pt x="10074513" y="44425"/>
                  <a:pt x="10071189" y="44425"/>
                </a:cubicBezTo>
                <a:cubicBezTo>
                  <a:pt x="10068510" y="44425"/>
                  <a:pt x="10066476" y="44958"/>
                  <a:pt x="10065087" y="46025"/>
                </a:cubicBezTo>
                <a:cubicBezTo>
                  <a:pt x="10063697" y="47092"/>
                  <a:pt x="10063003" y="48642"/>
                  <a:pt x="10063003" y="50676"/>
                </a:cubicBezTo>
                <a:cubicBezTo>
                  <a:pt x="10063003" y="52263"/>
                  <a:pt x="10063474" y="53541"/>
                  <a:pt x="10064417" y="54508"/>
                </a:cubicBezTo>
                <a:cubicBezTo>
                  <a:pt x="10065360" y="55476"/>
                  <a:pt x="10066848" y="56207"/>
                  <a:pt x="10068882" y="56703"/>
                </a:cubicBezTo>
                <a:lnTo>
                  <a:pt x="10074165" y="57968"/>
                </a:lnTo>
                <a:cubicBezTo>
                  <a:pt x="10077787" y="58812"/>
                  <a:pt x="10080453" y="60151"/>
                  <a:pt x="10082165" y="61987"/>
                </a:cubicBezTo>
                <a:cubicBezTo>
                  <a:pt x="10083876" y="63822"/>
                  <a:pt x="10084732" y="66253"/>
                  <a:pt x="10084732" y="69279"/>
                </a:cubicBezTo>
                <a:cubicBezTo>
                  <a:pt x="10084732" y="73000"/>
                  <a:pt x="10083467" y="75902"/>
                  <a:pt x="10080937" y="77986"/>
                </a:cubicBezTo>
                <a:cubicBezTo>
                  <a:pt x="10078407" y="80069"/>
                  <a:pt x="10074885" y="81111"/>
                  <a:pt x="10070370" y="81111"/>
                </a:cubicBezTo>
                <a:cubicBezTo>
                  <a:pt x="10067939" y="81111"/>
                  <a:pt x="10065558" y="80801"/>
                  <a:pt x="10063226" y="80181"/>
                </a:cubicBezTo>
                <a:cubicBezTo>
                  <a:pt x="10060895" y="79561"/>
                  <a:pt x="10058860" y="78705"/>
                  <a:pt x="10057124" y="77614"/>
                </a:cubicBezTo>
                <a:lnTo>
                  <a:pt x="10059059" y="73000"/>
                </a:lnTo>
                <a:cubicBezTo>
                  <a:pt x="10062631" y="75183"/>
                  <a:pt x="10066402" y="76274"/>
                  <a:pt x="10070370" y="76274"/>
                </a:cubicBezTo>
                <a:cubicBezTo>
                  <a:pt x="10073347" y="76274"/>
                  <a:pt x="10075592" y="75716"/>
                  <a:pt x="10077105" y="74600"/>
                </a:cubicBezTo>
                <a:cubicBezTo>
                  <a:pt x="10078617" y="73484"/>
                  <a:pt x="10079374" y="71834"/>
                  <a:pt x="10079374" y="69651"/>
                </a:cubicBezTo>
                <a:cubicBezTo>
                  <a:pt x="10079374" y="67965"/>
                  <a:pt x="10078903" y="66625"/>
                  <a:pt x="10077960" y="65633"/>
                </a:cubicBezTo>
                <a:cubicBezTo>
                  <a:pt x="10077017" y="64641"/>
                  <a:pt x="10075529" y="63897"/>
                  <a:pt x="10073495" y="63401"/>
                </a:cubicBezTo>
                <a:lnTo>
                  <a:pt x="10068212" y="62136"/>
                </a:lnTo>
                <a:cubicBezTo>
                  <a:pt x="10064590" y="61292"/>
                  <a:pt x="10061924" y="59978"/>
                  <a:pt x="10060213" y="58192"/>
                </a:cubicBezTo>
                <a:cubicBezTo>
                  <a:pt x="10058501" y="56406"/>
                  <a:pt x="10057645" y="54049"/>
                  <a:pt x="10057645" y="51122"/>
                </a:cubicBezTo>
                <a:cubicBezTo>
                  <a:pt x="10057645" y="47501"/>
                  <a:pt x="10058849" y="44673"/>
                  <a:pt x="10061254" y="42639"/>
                </a:cubicBezTo>
                <a:cubicBezTo>
                  <a:pt x="10063660" y="40605"/>
                  <a:pt x="10067021" y="39588"/>
                  <a:pt x="10071337" y="39588"/>
                </a:cubicBezTo>
                <a:close/>
                <a:moveTo>
                  <a:pt x="8556862" y="39588"/>
                </a:moveTo>
                <a:cubicBezTo>
                  <a:pt x="8559045" y="39588"/>
                  <a:pt x="8561203" y="39849"/>
                  <a:pt x="8563337" y="40370"/>
                </a:cubicBezTo>
                <a:cubicBezTo>
                  <a:pt x="8565470" y="40890"/>
                  <a:pt x="8567379" y="41597"/>
                  <a:pt x="8569066" y="42490"/>
                </a:cubicBezTo>
                <a:lnTo>
                  <a:pt x="8566908" y="47104"/>
                </a:lnTo>
                <a:cubicBezTo>
                  <a:pt x="8563435" y="45318"/>
                  <a:pt x="8560038" y="44425"/>
                  <a:pt x="8556714" y="44425"/>
                </a:cubicBezTo>
                <a:cubicBezTo>
                  <a:pt x="8554035" y="44425"/>
                  <a:pt x="8552001" y="44958"/>
                  <a:pt x="8550612" y="46025"/>
                </a:cubicBezTo>
                <a:cubicBezTo>
                  <a:pt x="8549222" y="47092"/>
                  <a:pt x="8548528" y="48642"/>
                  <a:pt x="8548528" y="50676"/>
                </a:cubicBezTo>
                <a:cubicBezTo>
                  <a:pt x="8548528" y="52263"/>
                  <a:pt x="8548999" y="53541"/>
                  <a:pt x="8549942" y="54508"/>
                </a:cubicBezTo>
                <a:cubicBezTo>
                  <a:pt x="8550885" y="55476"/>
                  <a:pt x="8552373" y="56207"/>
                  <a:pt x="8554407" y="56703"/>
                </a:cubicBezTo>
                <a:lnTo>
                  <a:pt x="8559690" y="57968"/>
                </a:lnTo>
                <a:cubicBezTo>
                  <a:pt x="8563312" y="58812"/>
                  <a:pt x="8565978" y="60151"/>
                  <a:pt x="8567690" y="61987"/>
                </a:cubicBezTo>
                <a:cubicBezTo>
                  <a:pt x="8569401" y="63822"/>
                  <a:pt x="8570257" y="66253"/>
                  <a:pt x="8570257" y="69279"/>
                </a:cubicBezTo>
                <a:cubicBezTo>
                  <a:pt x="8570257" y="73000"/>
                  <a:pt x="8568992" y="75902"/>
                  <a:pt x="8566462" y="77986"/>
                </a:cubicBezTo>
                <a:cubicBezTo>
                  <a:pt x="8563932" y="80069"/>
                  <a:pt x="8560410" y="81111"/>
                  <a:pt x="8555895" y="81111"/>
                </a:cubicBezTo>
                <a:cubicBezTo>
                  <a:pt x="8553464" y="81111"/>
                  <a:pt x="8551083" y="80801"/>
                  <a:pt x="8548751" y="80181"/>
                </a:cubicBezTo>
                <a:cubicBezTo>
                  <a:pt x="8546420" y="79561"/>
                  <a:pt x="8544385" y="78705"/>
                  <a:pt x="8542649" y="77614"/>
                </a:cubicBezTo>
                <a:lnTo>
                  <a:pt x="8544584" y="73000"/>
                </a:lnTo>
                <a:cubicBezTo>
                  <a:pt x="8548156" y="75183"/>
                  <a:pt x="8551927" y="76274"/>
                  <a:pt x="8555895" y="76274"/>
                </a:cubicBezTo>
                <a:cubicBezTo>
                  <a:pt x="8558872" y="76274"/>
                  <a:pt x="8561117" y="75716"/>
                  <a:pt x="8562630" y="74600"/>
                </a:cubicBezTo>
                <a:cubicBezTo>
                  <a:pt x="8564142" y="73484"/>
                  <a:pt x="8564899" y="71834"/>
                  <a:pt x="8564899" y="69651"/>
                </a:cubicBezTo>
                <a:cubicBezTo>
                  <a:pt x="8564899" y="67965"/>
                  <a:pt x="8564428" y="66625"/>
                  <a:pt x="8563485" y="65633"/>
                </a:cubicBezTo>
                <a:cubicBezTo>
                  <a:pt x="8562542" y="64641"/>
                  <a:pt x="8561054" y="63897"/>
                  <a:pt x="8559020" y="63401"/>
                </a:cubicBezTo>
                <a:lnTo>
                  <a:pt x="8553737" y="62136"/>
                </a:lnTo>
                <a:cubicBezTo>
                  <a:pt x="8550115" y="61292"/>
                  <a:pt x="8547449" y="59978"/>
                  <a:pt x="8545738" y="58192"/>
                </a:cubicBezTo>
                <a:cubicBezTo>
                  <a:pt x="8544026" y="56406"/>
                  <a:pt x="8543170" y="54049"/>
                  <a:pt x="8543170" y="51122"/>
                </a:cubicBezTo>
                <a:cubicBezTo>
                  <a:pt x="8543170" y="47501"/>
                  <a:pt x="8544374" y="44673"/>
                  <a:pt x="8546779" y="42639"/>
                </a:cubicBezTo>
                <a:cubicBezTo>
                  <a:pt x="8549185" y="40605"/>
                  <a:pt x="8552546" y="39588"/>
                  <a:pt x="8556862" y="39588"/>
                </a:cubicBezTo>
                <a:close/>
                <a:moveTo>
                  <a:pt x="8261587" y="39588"/>
                </a:moveTo>
                <a:cubicBezTo>
                  <a:pt x="8263770" y="39588"/>
                  <a:pt x="8265928" y="39849"/>
                  <a:pt x="8268061" y="40370"/>
                </a:cubicBezTo>
                <a:cubicBezTo>
                  <a:pt x="8270195" y="40890"/>
                  <a:pt x="8272105" y="41597"/>
                  <a:pt x="8273791" y="42490"/>
                </a:cubicBezTo>
                <a:lnTo>
                  <a:pt x="8271633" y="47104"/>
                </a:lnTo>
                <a:cubicBezTo>
                  <a:pt x="8268161" y="45318"/>
                  <a:pt x="8264763" y="44425"/>
                  <a:pt x="8261439" y="44425"/>
                </a:cubicBezTo>
                <a:cubicBezTo>
                  <a:pt x="8258759" y="44425"/>
                  <a:pt x="8256726" y="44958"/>
                  <a:pt x="8255337" y="46025"/>
                </a:cubicBezTo>
                <a:cubicBezTo>
                  <a:pt x="8253947" y="47092"/>
                  <a:pt x="8253253" y="48642"/>
                  <a:pt x="8253253" y="50676"/>
                </a:cubicBezTo>
                <a:cubicBezTo>
                  <a:pt x="8253253" y="52263"/>
                  <a:pt x="8253724" y="53541"/>
                  <a:pt x="8254667" y="54508"/>
                </a:cubicBezTo>
                <a:cubicBezTo>
                  <a:pt x="8255610" y="55476"/>
                  <a:pt x="8257098" y="56207"/>
                  <a:pt x="8259132" y="56703"/>
                </a:cubicBezTo>
                <a:lnTo>
                  <a:pt x="8264415" y="57968"/>
                </a:lnTo>
                <a:cubicBezTo>
                  <a:pt x="8268037" y="58812"/>
                  <a:pt x="8270703" y="60151"/>
                  <a:pt x="8272415" y="61987"/>
                </a:cubicBezTo>
                <a:cubicBezTo>
                  <a:pt x="8274126" y="63822"/>
                  <a:pt x="8274982" y="66253"/>
                  <a:pt x="8274982" y="69279"/>
                </a:cubicBezTo>
                <a:cubicBezTo>
                  <a:pt x="8274982" y="73000"/>
                  <a:pt x="8273717" y="75902"/>
                  <a:pt x="8271187" y="77986"/>
                </a:cubicBezTo>
                <a:cubicBezTo>
                  <a:pt x="8268657" y="80069"/>
                  <a:pt x="8265135" y="81111"/>
                  <a:pt x="8260620" y="81111"/>
                </a:cubicBezTo>
                <a:cubicBezTo>
                  <a:pt x="8258189" y="81111"/>
                  <a:pt x="8255807" y="80801"/>
                  <a:pt x="8253477" y="80181"/>
                </a:cubicBezTo>
                <a:cubicBezTo>
                  <a:pt x="8251145" y="79561"/>
                  <a:pt x="8249111" y="78705"/>
                  <a:pt x="8247375" y="77614"/>
                </a:cubicBezTo>
                <a:lnTo>
                  <a:pt x="8249309" y="73000"/>
                </a:lnTo>
                <a:cubicBezTo>
                  <a:pt x="8252881" y="75183"/>
                  <a:pt x="8256651" y="76274"/>
                  <a:pt x="8260620" y="76274"/>
                </a:cubicBezTo>
                <a:cubicBezTo>
                  <a:pt x="8263597" y="76274"/>
                  <a:pt x="8265842" y="75716"/>
                  <a:pt x="8267355" y="74600"/>
                </a:cubicBezTo>
                <a:cubicBezTo>
                  <a:pt x="8268867" y="73484"/>
                  <a:pt x="8269624" y="71834"/>
                  <a:pt x="8269624" y="69651"/>
                </a:cubicBezTo>
                <a:cubicBezTo>
                  <a:pt x="8269624" y="67965"/>
                  <a:pt x="8269153" y="66625"/>
                  <a:pt x="8268211" y="65633"/>
                </a:cubicBezTo>
                <a:cubicBezTo>
                  <a:pt x="8267267" y="64641"/>
                  <a:pt x="8265779" y="63897"/>
                  <a:pt x="8263745" y="63401"/>
                </a:cubicBezTo>
                <a:lnTo>
                  <a:pt x="8258462" y="62136"/>
                </a:lnTo>
                <a:cubicBezTo>
                  <a:pt x="8254840" y="61292"/>
                  <a:pt x="8252174" y="59978"/>
                  <a:pt x="8250463" y="58192"/>
                </a:cubicBezTo>
                <a:cubicBezTo>
                  <a:pt x="8248751" y="56406"/>
                  <a:pt x="8247895" y="54049"/>
                  <a:pt x="8247895" y="51122"/>
                </a:cubicBezTo>
                <a:cubicBezTo>
                  <a:pt x="8247895" y="47501"/>
                  <a:pt x="8249099" y="44673"/>
                  <a:pt x="8251505" y="42639"/>
                </a:cubicBezTo>
                <a:cubicBezTo>
                  <a:pt x="8253910" y="40605"/>
                  <a:pt x="8257271" y="39588"/>
                  <a:pt x="8261587" y="39588"/>
                </a:cubicBezTo>
                <a:close/>
                <a:moveTo>
                  <a:pt x="8128237" y="39588"/>
                </a:moveTo>
                <a:cubicBezTo>
                  <a:pt x="8130420" y="39588"/>
                  <a:pt x="8132578" y="39849"/>
                  <a:pt x="8134711" y="40370"/>
                </a:cubicBezTo>
                <a:cubicBezTo>
                  <a:pt x="8136845" y="40890"/>
                  <a:pt x="8138755" y="41597"/>
                  <a:pt x="8140441" y="42490"/>
                </a:cubicBezTo>
                <a:lnTo>
                  <a:pt x="8138283" y="47104"/>
                </a:lnTo>
                <a:cubicBezTo>
                  <a:pt x="8134811" y="45318"/>
                  <a:pt x="8131413" y="44425"/>
                  <a:pt x="8128089" y="44425"/>
                </a:cubicBezTo>
                <a:cubicBezTo>
                  <a:pt x="8125409" y="44425"/>
                  <a:pt x="8123376" y="44958"/>
                  <a:pt x="8121987" y="46025"/>
                </a:cubicBezTo>
                <a:cubicBezTo>
                  <a:pt x="8120597" y="47092"/>
                  <a:pt x="8119903" y="48642"/>
                  <a:pt x="8119903" y="50676"/>
                </a:cubicBezTo>
                <a:cubicBezTo>
                  <a:pt x="8119903" y="52263"/>
                  <a:pt x="8120374" y="53541"/>
                  <a:pt x="8121317" y="54508"/>
                </a:cubicBezTo>
                <a:cubicBezTo>
                  <a:pt x="8122260" y="55476"/>
                  <a:pt x="8123748" y="56207"/>
                  <a:pt x="8125782" y="56703"/>
                </a:cubicBezTo>
                <a:lnTo>
                  <a:pt x="8131065" y="57968"/>
                </a:lnTo>
                <a:cubicBezTo>
                  <a:pt x="8134687" y="58812"/>
                  <a:pt x="8137353" y="60151"/>
                  <a:pt x="8139065" y="61987"/>
                </a:cubicBezTo>
                <a:cubicBezTo>
                  <a:pt x="8140776" y="63822"/>
                  <a:pt x="8141632" y="66253"/>
                  <a:pt x="8141632" y="69279"/>
                </a:cubicBezTo>
                <a:cubicBezTo>
                  <a:pt x="8141632" y="73000"/>
                  <a:pt x="8140367" y="75902"/>
                  <a:pt x="8137837" y="77986"/>
                </a:cubicBezTo>
                <a:cubicBezTo>
                  <a:pt x="8135307" y="80069"/>
                  <a:pt x="8131785" y="81111"/>
                  <a:pt x="8127270" y="81111"/>
                </a:cubicBezTo>
                <a:cubicBezTo>
                  <a:pt x="8124839" y="81111"/>
                  <a:pt x="8122457" y="80801"/>
                  <a:pt x="8120127" y="80181"/>
                </a:cubicBezTo>
                <a:cubicBezTo>
                  <a:pt x="8117795" y="79561"/>
                  <a:pt x="8115761" y="78705"/>
                  <a:pt x="8114025" y="77614"/>
                </a:cubicBezTo>
                <a:lnTo>
                  <a:pt x="8115959" y="73000"/>
                </a:lnTo>
                <a:cubicBezTo>
                  <a:pt x="8119531" y="75183"/>
                  <a:pt x="8123301" y="76274"/>
                  <a:pt x="8127270" y="76274"/>
                </a:cubicBezTo>
                <a:cubicBezTo>
                  <a:pt x="8130247" y="76274"/>
                  <a:pt x="8132492" y="75716"/>
                  <a:pt x="8134005" y="74600"/>
                </a:cubicBezTo>
                <a:cubicBezTo>
                  <a:pt x="8135517" y="73484"/>
                  <a:pt x="8136274" y="71834"/>
                  <a:pt x="8136274" y="69651"/>
                </a:cubicBezTo>
                <a:cubicBezTo>
                  <a:pt x="8136274" y="67965"/>
                  <a:pt x="8135803" y="66625"/>
                  <a:pt x="8134861" y="65633"/>
                </a:cubicBezTo>
                <a:cubicBezTo>
                  <a:pt x="8133917" y="64641"/>
                  <a:pt x="8132429" y="63897"/>
                  <a:pt x="8130395" y="63401"/>
                </a:cubicBezTo>
                <a:lnTo>
                  <a:pt x="8125112" y="62136"/>
                </a:lnTo>
                <a:cubicBezTo>
                  <a:pt x="8121490" y="61292"/>
                  <a:pt x="8118824" y="59978"/>
                  <a:pt x="8117113" y="58192"/>
                </a:cubicBezTo>
                <a:cubicBezTo>
                  <a:pt x="8115401" y="56406"/>
                  <a:pt x="8114545" y="54049"/>
                  <a:pt x="8114545" y="51122"/>
                </a:cubicBezTo>
                <a:cubicBezTo>
                  <a:pt x="8114545" y="47501"/>
                  <a:pt x="8115749" y="44673"/>
                  <a:pt x="8118155" y="42639"/>
                </a:cubicBezTo>
                <a:cubicBezTo>
                  <a:pt x="8120560" y="40605"/>
                  <a:pt x="8123921" y="39588"/>
                  <a:pt x="8128237" y="39588"/>
                </a:cubicBezTo>
                <a:close/>
                <a:moveTo>
                  <a:pt x="7251938" y="39588"/>
                </a:moveTo>
                <a:cubicBezTo>
                  <a:pt x="7254121" y="39588"/>
                  <a:pt x="7256279" y="39849"/>
                  <a:pt x="7258412" y="40370"/>
                </a:cubicBezTo>
                <a:cubicBezTo>
                  <a:pt x="7260545" y="40890"/>
                  <a:pt x="7262455" y="41597"/>
                  <a:pt x="7264142" y="42490"/>
                </a:cubicBezTo>
                <a:lnTo>
                  <a:pt x="7261984" y="47104"/>
                </a:lnTo>
                <a:cubicBezTo>
                  <a:pt x="7258511" y="45318"/>
                  <a:pt x="7255113" y="44425"/>
                  <a:pt x="7251789" y="44425"/>
                </a:cubicBezTo>
                <a:cubicBezTo>
                  <a:pt x="7249110" y="44425"/>
                  <a:pt x="7247076" y="44958"/>
                  <a:pt x="7245687" y="46025"/>
                </a:cubicBezTo>
                <a:cubicBezTo>
                  <a:pt x="7244298" y="47092"/>
                  <a:pt x="7243603" y="48642"/>
                  <a:pt x="7243603" y="50676"/>
                </a:cubicBezTo>
                <a:cubicBezTo>
                  <a:pt x="7243603" y="52263"/>
                  <a:pt x="7244075" y="53541"/>
                  <a:pt x="7245017" y="54508"/>
                </a:cubicBezTo>
                <a:cubicBezTo>
                  <a:pt x="7245960" y="55476"/>
                  <a:pt x="7247448" y="56207"/>
                  <a:pt x="7249482" y="56703"/>
                </a:cubicBezTo>
                <a:lnTo>
                  <a:pt x="7254765" y="57968"/>
                </a:lnTo>
                <a:cubicBezTo>
                  <a:pt x="7258387" y="58812"/>
                  <a:pt x="7261053" y="60151"/>
                  <a:pt x="7262765" y="61987"/>
                </a:cubicBezTo>
                <a:cubicBezTo>
                  <a:pt x="7264476" y="63822"/>
                  <a:pt x="7265332" y="66253"/>
                  <a:pt x="7265332" y="69279"/>
                </a:cubicBezTo>
                <a:cubicBezTo>
                  <a:pt x="7265332" y="73000"/>
                  <a:pt x="7264067" y="75902"/>
                  <a:pt x="7261537" y="77986"/>
                </a:cubicBezTo>
                <a:cubicBezTo>
                  <a:pt x="7259007" y="80069"/>
                  <a:pt x="7255485" y="81111"/>
                  <a:pt x="7250970" y="81111"/>
                </a:cubicBezTo>
                <a:cubicBezTo>
                  <a:pt x="7248540" y="81111"/>
                  <a:pt x="7246158" y="80801"/>
                  <a:pt x="7243827" y="80181"/>
                </a:cubicBezTo>
                <a:cubicBezTo>
                  <a:pt x="7241495" y="79561"/>
                  <a:pt x="7239461" y="78705"/>
                  <a:pt x="7237725" y="77614"/>
                </a:cubicBezTo>
                <a:lnTo>
                  <a:pt x="7239659" y="73000"/>
                </a:lnTo>
                <a:cubicBezTo>
                  <a:pt x="7243231" y="75183"/>
                  <a:pt x="7247001" y="76274"/>
                  <a:pt x="7250970" y="76274"/>
                </a:cubicBezTo>
                <a:cubicBezTo>
                  <a:pt x="7253947" y="76274"/>
                  <a:pt x="7256192" y="75716"/>
                  <a:pt x="7257705" y="74600"/>
                </a:cubicBezTo>
                <a:cubicBezTo>
                  <a:pt x="7259218" y="73484"/>
                  <a:pt x="7259974" y="71834"/>
                  <a:pt x="7259974" y="69651"/>
                </a:cubicBezTo>
                <a:cubicBezTo>
                  <a:pt x="7259974" y="67965"/>
                  <a:pt x="7259503" y="66625"/>
                  <a:pt x="7258561" y="65633"/>
                </a:cubicBezTo>
                <a:cubicBezTo>
                  <a:pt x="7257618" y="64641"/>
                  <a:pt x="7256130" y="63897"/>
                  <a:pt x="7254096" y="63401"/>
                </a:cubicBezTo>
                <a:lnTo>
                  <a:pt x="7248812" y="62136"/>
                </a:lnTo>
                <a:cubicBezTo>
                  <a:pt x="7245191" y="61292"/>
                  <a:pt x="7242524" y="59978"/>
                  <a:pt x="7240813" y="58192"/>
                </a:cubicBezTo>
                <a:cubicBezTo>
                  <a:pt x="7239101" y="56406"/>
                  <a:pt x="7238246" y="54049"/>
                  <a:pt x="7238246" y="51122"/>
                </a:cubicBezTo>
                <a:cubicBezTo>
                  <a:pt x="7238246" y="47501"/>
                  <a:pt x="7239448" y="44673"/>
                  <a:pt x="7241855" y="42639"/>
                </a:cubicBezTo>
                <a:cubicBezTo>
                  <a:pt x="7244261" y="40605"/>
                  <a:pt x="7247622" y="39588"/>
                  <a:pt x="7251938" y="39588"/>
                </a:cubicBezTo>
                <a:close/>
                <a:moveTo>
                  <a:pt x="6804263" y="39588"/>
                </a:moveTo>
                <a:cubicBezTo>
                  <a:pt x="6806446" y="39588"/>
                  <a:pt x="6808604" y="39849"/>
                  <a:pt x="6810737" y="40370"/>
                </a:cubicBezTo>
                <a:cubicBezTo>
                  <a:pt x="6812870" y="40890"/>
                  <a:pt x="6814780" y="41597"/>
                  <a:pt x="6816467" y="42490"/>
                </a:cubicBezTo>
                <a:lnTo>
                  <a:pt x="6814309" y="47104"/>
                </a:lnTo>
                <a:cubicBezTo>
                  <a:pt x="6810836" y="45318"/>
                  <a:pt x="6807438" y="44425"/>
                  <a:pt x="6804114" y="44425"/>
                </a:cubicBezTo>
                <a:cubicBezTo>
                  <a:pt x="6801435" y="44425"/>
                  <a:pt x="6799401" y="44958"/>
                  <a:pt x="6798012" y="46025"/>
                </a:cubicBezTo>
                <a:cubicBezTo>
                  <a:pt x="6796623" y="47092"/>
                  <a:pt x="6795928" y="48642"/>
                  <a:pt x="6795928" y="50676"/>
                </a:cubicBezTo>
                <a:cubicBezTo>
                  <a:pt x="6795928" y="52263"/>
                  <a:pt x="6796400" y="53541"/>
                  <a:pt x="6797342" y="54508"/>
                </a:cubicBezTo>
                <a:cubicBezTo>
                  <a:pt x="6798285" y="55476"/>
                  <a:pt x="6799773" y="56207"/>
                  <a:pt x="6801807" y="56703"/>
                </a:cubicBezTo>
                <a:lnTo>
                  <a:pt x="6807090" y="57968"/>
                </a:lnTo>
                <a:cubicBezTo>
                  <a:pt x="6810712" y="58812"/>
                  <a:pt x="6813378" y="60151"/>
                  <a:pt x="6815090" y="61987"/>
                </a:cubicBezTo>
                <a:cubicBezTo>
                  <a:pt x="6816801" y="63822"/>
                  <a:pt x="6817657" y="66253"/>
                  <a:pt x="6817657" y="69279"/>
                </a:cubicBezTo>
                <a:cubicBezTo>
                  <a:pt x="6817657" y="73000"/>
                  <a:pt x="6816392" y="75902"/>
                  <a:pt x="6813862" y="77986"/>
                </a:cubicBezTo>
                <a:cubicBezTo>
                  <a:pt x="6811332" y="80069"/>
                  <a:pt x="6807810" y="81111"/>
                  <a:pt x="6803295" y="81111"/>
                </a:cubicBezTo>
                <a:cubicBezTo>
                  <a:pt x="6800865" y="81111"/>
                  <a:pt x="6798483" y="80801"/>
                  <a:pt x="6796152" y="80181"/>
                </a:cubicBezTo>
                <a:cubicBezTo>
                  <a:pt x="6793820" y="79561"/>
                  <a:pt x="6791786" y="78705"/>
                  <a:pt x="6790050" y="77614"/>
                </a:cubicBezTo>
                <a:lnTo>
                  <a:pt x="6791984" y="73000"/>
                </a:lnTo>
                <a:cubicBezTo>
                  <a:pt x="6795556" y="75183"/>
                  <a:pt x="6799326" y="76274"/>
                  <a:pt x="6803295" y="76274"/>
                </a:cubicBezTo>
                <a:cubicBezTo>
                  <a:pt x="6806272" y="76274"/>
                  <a:pt x="6808517" y="75716"/>
                  <a:pt x="6810030" y="74600"/>
                </a:cubicBezTo>
                <a:cubicBezTo>
                  <a:pt x="6811543" y="73484"/>
                  <a:pt x="6812299" y="71834"/>
                  <a:pt x="6812299" y="69651"/>
                </a:cubicBezTo>
                <a:cubicBezTo>
                  <a:pt x="6812299" y="67965"/>
                  <a:pt x="6811828" y="66625"/>
                  <a:pt x="6810886" y="65633"/>
                </a:cubicBezTo>
                <a:cubicBezTo>
                  <a:pt x="6809943" y="64641"/>
                  <a:pt x="6808455" y="63897"/>
                  <a:pt x="6806421" y="63401"/>
                </a:cubicBezTo>
                <a:lnTo>
                  <a:pt x="6801137" y="62136"/>
                </a:lnTo>
                <a:cubicBezTo>
                  <a:pt x="6797516" y="61292"/>
                  <a:pt x="6794849" y="59978"/>
                  <a:pt x="6793138" y="58192"/>
                </a:cubicBezTo>
                <a:cubicBezTo>
                  <a:pt x="6791426" y="56406"/>
                  <a:pt x="6790571" y="54049"/>
                  <a:pt x="6790571" y="51122"/>
                </a:cubicBezTo>
                <a:cubicBezTo>
                  <a:pt x="6790571" y="47501"/>
                  <a:pt x="6791774" y="44673"/>
                  <a:pt x="6794180" y="42639"/>
                </a:cubicBezTo>
                <a:cubicBezTo>
                  <a:pt x="6796586" y="40605"/>
                  <a:pt x="6799947" y="39588"/>
                  <a:pt x="6804263" y="39588"/>
                </a:cubicBezTo>
                <a:close/>
                <a:moveTo>
                  <a:pt x="6461363" y="39588"/>
                </a:moveTo>
                <a:cubicBezTo>
                  <a:pt x="6463546" y="39588"/>
                  <a:pt x="6465704" y="39849"/>
                  <a:pt x="6467837" y="40370"/>
                </a:cubicBezTo>
                <a:cubicBezTo>
                  <a:pt x="6469970" y="40890"/>
                  <a:pt x="6471880" y="41597"/>
                  <a:pt x="6473567" y="42490"/>
                </a:cubicBezTo>
                <a:lnTo>
                  <a:pt x="6471409" y="47104"/>
                </a:lnTo>
                <a:cubicBezTo>
                  <a:pt x="6467936" y="45318"/>
                  <a:pt x="6464538" y="44425"/>
                  <a:pt x="6461214" y="44425"/>
                </a:cubicBezTo>
                <a:cubicBezTo>
                  <a:pt x="6458535" y="44425"/>
                  <a:pt x="6456501" y="44958"/>
                  <a:pt x="6455112" y="46025"/>
                </a:cubicBezTo>
                <a:cubicBezTo>
                  <a:pt x="6453723" y="47092"/>
                  <a:pt x="6453028" y="48642"/>
                  <a:pt x="6453028" y="50676"/>
                </a:cubicBezTo>
                <a:cubicBezTo>
                  <a:pt x="6453028" y="52263"/>
                  <a:pt x="6453500" y="53541"/>
                  <a:pt x="6454442" y="54508"/>
                </a:cubicBezTo>
                <a:cubicBezTo>
                  <a:pt x="6455385" y="55476"/>
                  <a:pt x="6456873" y="56207"/>
                  <a:pt x="6458907" y="56703"/>
                </a:cubicBezTo>
                <a:lnTo>
                  <a:pt x="6464190" y="57968"/>
                </a:lnTo>
                <a:cubicBezTo>
                  <a:pt x="6467812" y="58812"/>
                  <a:pt x="6470478" y="60151"/>
                  <a:pt x="6472190" y="61987"/>
                </a:cubicBezTo>
                <a:cubicBezTo>
                  <a:pt x="6473901" y="63822"/>
                  <a:pt x="6474757" y="66253"/>
                  <a:pt x="6474757" y="69279"/>
                </a:cubicBezTo>
                <a:cubicBezTo>
                  <a:pt x="6474757" y="73000"/>
                  <a:pt x="6473492" y="75902"/>
                  <a:pt x="6470962" y="77986"/>
                </a:cubicBezTo>
                <a:cubicBezTo>
                  <a:pt x="6468432" y="80069"/>
                  <a:pt x="6464910" y="81111"/>
                  <a:pt x="6460395" y="81111"/>
                </a:cubicBezTo>
                <a:cubicBezTo>
                  <a:pt x="6457965" y="81111"/>
                  <a:pt x="6455583" y="80801"/>
                  <a:pt x="6453252" y="80181"/>
                </a:cubicBezTo>
                <a:cubicBezTo>
                  <a:pt x="6450920" y="79561"/>
                  <a:pt x="6448886" y="78705"/>
                  <a:pt x="6447150" y="77614"/>
                </a:cubicBezTo>
                <a:lnTo>
                  <a:pt x="6449084" y="73000"/>
                </a:lnTo>
                <a:cubicBezTo>
                  <a:pt x="6452656" y="75183"/>
                  <a:pt x="6456427" y="76274"/>
                  <a:pt x="6460395" y="76274"/>
                </a:cubicBezTo>
                <a:cubicBezTo>
                  <a:pt x="6463372" y="76274"/>
                  <a:pt x="6465617" y="75716"/>
                  <a:pt x="6467130" y="74600"/>
                </a:cubicBezTo>
                <a:cubicBezTo>
                  <a:pt x="6468643" y="73484"/>
                  <a:pt x="6469399" y="71834"/>
                  <a:pt x="6469399" y="69651"/>
                </a:cubicBezTo>
                <a:cubicBezTo>
                  <a:pt x="6469399" y="67965"/>
                  <a:pt x="6468929" y="66625"/>
                  <a:pt x="6467986" y="65633"/>
                </a:cubicBezTo>
                <a:cubicBezTo>
                  <a:pt x="6467043" y="64641"/>
                  <a:pt x="6465555" y="63897"/>
                  <a:pt x="6463521" y="63401"/>
                </a:cubicBezTo>
                <a:lnTo>
                  <a:pt x="6458237" y="62136"/>
                </a:lnTo>
                <a:cubicBezTo>
                  <a:pt x="6454616" y="61292"/>
                  <a:pt x="6451949" y="59978"/>
                  <a:pt x="6450238" y="58192"/>
                </a:cubicBezTo>
                <a:cubicBezTo>
                  <a:pt x="6448526" y="56406"/>
                  <a:pt x="6447671" y="54049"/>
                  <a:pt x="6447671" y="51122"/>
                </a:cubicBezTo>
                <a:cubicBezTo>
                  <a:pt x="6447671" y="47501"/>
                  <a:pt x="6448874" y="44673"/>
                  <a:pt x="6451280" y="42639"/>
                </a:cubicBezTo>
                <a:cubicBezTo>
                  <a:pt x="6453686" y="40605"/>
                  <a:pt x="6457047" y="39588"/>
                  <a:pt x="6461363" y="39588"/>
                </a:cubicBezTo>
                <a:close/>
                <a:moveTo>
                  <a:pt x="6280388" y="39588"/>
                </a:moveTo>
                <a:cubicBezTo>
                  <a:pt x="6282571" y="39588"/>
                  <a:pt x="6284729" y="39849"/>
                  <a:pt x="6286862" y="40370"/>
                </a:cubicBezTo>
                <a:cubicBezTo>
                  <a:pt x="6288995" y="40890"/>
                  <a:pt x="6290905" y="41597"/>
                  <a:pt x="6292592" y="42490"/>
                </a:cubicBezTo>
                <a:lnTo>
                  <a:pt x="6290434" y="47104"/>
                </a:lnTo>
                <a:cubicBezTo>
                  <a:pt x="6286961" y="45318"/>
                  <a:pt x="6283563" y="44425"/>
                  <a:pt x="6280239" y="44425"/>
                </a:cubicBezTo>
                <a:cubicBezTo>
                  <a:pt x="6277560" y="44425"/>
                  <a:pt x="6275526" y="44958"/>
                  <a:pt x="6274137" y="46025"/>
                </a:cubicBezTo>
                <a:cubicBezTo>
                  <a:pt x="6272748" y="47092"/>
                  <a:pt x="6272053" y="48642"/>
                  <a:pt x="6272053" y="50676"/>
                </a:cubicBezTo>
                <a:cubicBezTo>
                  <a:pt x="6272053" y="52263"/>
                  <a:pt x="6272525" y="53541"/>
                  <a:pt x="6273467" y="54508"/>
                </a:cubicBezTo>
                <a:cubicBezTo>
                  <a:pt x="6274410" y="55476"/>
                  <a:pt x="6275898" y="56207"/>
                  <a:pt x="6277932" y="56703"/>
                </a:cubicBezTo>
                <a:lnTo>
                  <a:pt x="6283215" y="57968"/>
                </a:lnTo>
                <a:cubicBezTo>
                  <a:pt x="6286837" y="58812"/>
                  <a:pt x="6289503" y="60151"/>
                  <a:pt x="6291215" y="61987"/>
                </a:cubicBezTo>
                <a:cubicBezTo>
                  <a:pt x="6292926" y="63822"/>
                  <a:pt x="6293782" y="66253"/>
                  <a:pt x="6293782" y="69279"/>
                </a:cubicBezTo>
                <a:cubicBezTo>
                  <a:pt x="6293782" y="73000"/>
                  <a:pt x="6292517" y="75902"/>
                  <a:pt x="6289987" y="77986"/>
                </a:cubicBezTo>
                <a:cubicBezTo>
                  <a:pt x="6287457" y="80069"/>
                  <a:pt x="6283935" y="81111"/>
                  <a:pt x="6279420" y="81111"/>
                </a:cubicBezTo>
                <a:cubicBezTo>
                  <a:pt x="6276990" y="81111"/>
                  <a:pt x="6274608" y="80801"/>
                  <a:pt x="6272277" y="80181"/>
                </a:cubicBezTo>
                <a:cubicBezTo>
                  <a:pt x="6269945" y="79561"/>
                  <a:pt x="6267911" y="78705"/>
                  <a:pt x="6266175" y="77614"/>
                </a:cubicBezTo>
                <a:lnTo>
                  <a:pt x="6268109" y="73000"/>
                </a:lnTo>
                <a:cubicBezTo>
                  <a:pt x="6271681" y="75183"/>
                  <a:pt x="6275452" y="76274"/>
                  <a:pt x="6279420" y="76274"/>
                </a:cubicBezTo>
                <a:cubicBezTo>
                  <a:pt x="6282397" y="76274"/>
                  <a:pt x="6284642" y="75716"/>
                  <a:pt x="6286155" y="74600"/>
                </a:cubicBezTo>
                <a:cubicBezTo>
                  <a:pt x="6287668" y="73484"/>
                  <a:pt x="6288424" y="71834"/>
                  <a:pt x="6288424" y="69651"/>
                </a:cubicBezTo>
                <a:cubicBezTo>
                  <a:pt x="6288424" y="67965"/>
                  <a:pt x="6287954" y="66625"/>
                  <a:pt x="6287011" y="65633"/>
                </a:cubicBezTo>
                <a:cubicBezTo>
                  <a:pt x="6286068" y="64641"/>
                  <a:pt x="6284580" y="63897"/>
                  <a:pt x="6282546" y="63401"/>
                </a:cubicBezTo>
                <a:lnTo>
                  <a:pt x="6277262" y="62136"/>
                </a:lnTo>
                <a:cubicBezTo>
                  <a:pt x="6273641" y="61292"/>
                  <a:pt x="6270974" y="59978"/>
                  <a:pt x="6269263" y="58192"/>
                </a:cubicBezTo>
                <a:cubicBezTo>
                  <a:pt x="6267551" y="56406"/>
                  <a:pt x="6266696" y="54049"/>
                  <a:pt x="6266696" y="51122"/>
                </a:cubicBezTo>
                <a:cubicBezTo>
                  <a:pt x="6266696" y="47501"/>
                  <a:pt x="6267899" y="44673"/>
                  <a:pt x="6270305" y="42639"/>
                </a:cubicBezTo>
                <a:cubicBezTo>
                  <a:pt x="6272711" y="40605"/>
                  <a:pt x="6276072" y="39588"/>
                  <a:pt x="6280388" y="39588"/>
                </a:cubicBezTo>
                <a:close/>
                <a:moveTo>
                  <a:pt x="5756513" y="39588"/>
                </a:moveTo>
                <a:cubicBezTo>
                  <a:pt x="5758696" y="39588"/>
                  <a:pt x="5760854" y="39849"/>
                  <a:pt x="5762987" y="40370"/>
                </a:cubicBezTo>
                <a:cubicBezTo>
                  <a:pt x="5765120" y="40890"/>
                  <a:pt x="5767031" y="41597"/>
                  <a:pt x="5768717" y="42490"/>
                </a:cubicBezTo>
                <a:lnTo>
                  <a:pt x="5766559" y="47104"/>
                </a:lnTo>
                <a:cubicBezTo>
                  <a:pt x="5763086" y="45318"/>
                  <a:pt x="5759688" y="44425"/>
                  <a:pt x="5756364" y="44425"/>
                </a:cubicBezTo>
                <a:cubicBezTo>
                  <a:pt x="5753685" y="44425"/>
                  <a:pt x="5751651" y="44958"/>
                  <a:pt x="5750262" y="46025"/>
                </a:cubicBezTo>
                <a:cubicBezTo>
                  <a:pt x="5748873" y="47092"/>
                  <a:pt x="5748179" y="48642"/>
                  <a:pt x="5748179" y="50676"/>
                </a:cubicBezTo>
                <a:cubicBezTo>
                  <a:pt x="5748179" y="52263"/>
                  <a:pt x="5748650" y="53541"/>
                  <a:pt x="5749593" y="54508"/>
                </a:cubicBezTo>
                <a:cubicBezTo>
                  <a:pt x="5750535" y="55476"/>
                  <a:pt x="5752023" y="56207"/>
                  <a:pt x="5754058" y="56703"/>
                </a:cubicBezTo>
                <a:lnTo>
                  <a:pt x="5759341" y="57968"/>
                </a:lnTo>
                <a:cubicBezTo>
                  <a:pt x="5762962" y="58812"/>
                  <a:pt x="5765629" y="60151"/>
                  <a:pt x="5767340" y="61987"/>
                </a:cubicBezTo>
                <a:cubicBezTo>
                  <a:pt x="5769051" y="63822"/>
                  <a:pt x="5769907" y="66253"/>
                  <a:pt x="5769907" y="69279"/>
                </a:cubicBezTo>
                <a:cubicBezTo>
                  <a:pt x="5769907" y="73000"/>
                  <a:pt x="5768642" y="75902"/>
                  <a:pt x="5766112" y="77986"/>
                </a:cubicBezTo>
                <a:cubicBezTo>
                  <a:pt x="5763583" y="80069"/>
                  <a:pt x="5760060" y="81111"/>
                  <a:pt x="5755546" y="81111"/>
                </a:cubicBezTo>
                <a:cubicBezTo>
                  <a:pt x="5753115" y="81111"/>
                  <a:pt x="5750733" y="80801"/>
                  <a:pt x="5748402" y="80181"/>
                </a:cubicBezTo>
                <a:cubicBezTo>
                  <a:pt x="5746070" y="79561"/>
                  <a:pt x="5744037" y="78705"/>
                  <a:pt x="5742300" y="77614"/>
                </a:cubicBezTo>
                <a:lnTo>
                  <a:pt x="5744234" y="73000"/>
                </a:lnTo>
                <a:cubicBezTo>
                  <a:pt x="5747806" y="75183"/>
                  <a:pt x="5751576" y="76274"/>
                  <a:pt x="5755546" y="76274"/>
                </a:cubicBezTo>
                <a:cubicBezTo>
                  <a:pt x="5758522" y="76274"/>
                  <a:pt x="5760767" y="75716"/>
                  <a:pt x="5762280" y="74600"/>
                </a:cubicBezTo>
                <a:cubicBezTo>
                  <a:pt x="5763793" y="73484"/>
                  <a:pt x="5764549" y="71834"/>
                  <a:pt x="5764549" y="69651"/>
                </a:cubicBezTo>
                <a:cubicBezTo>
                  <a:pt x="5764549" y="67965"/>
                  <a:pt x="5764078" y="66625"/>
                  <a:pt x="5763136" y="65633"/>
                </a:cubicBezTo>
                <a:cubicBezTo>
                  <a:pt x="5762193" y="64641"/>
                  <a:pt x="5760705" y="63897"/>
                  <a:pt x="5758671" y="63401"/>
                </a:cubicBezTo>
                <a:lnTo>
                  <a:pt x="5753387" y="62136"/>
                </a:lnTo>
                <a:cubicBezTo>
                  <a:pt x="5749766" y="61292"/>
                  <a:pt x="5747099" y="59978"/>
                  <a:pt x="5745388" y="58192"/>
                </a:cubicBezTo>
                <a:cubicBezTo>
                  <a:pt x="5743676" y="56406"/>
                  <a:pt x="5742821" y="54049"/>
                  <a:pt x="5742821" y="51122"/>
                </a:cubicBezTo>
                <a:cubicBezTo>
                  <a:pt x="5742821" y="47501"/>
                  <a:pt x="5744023" y="44673"/>
                  <a:pt x="5746430" y="42639"/>
                </a:cubicBezTo>
                <a:cubicBezTo>
                  <a:pt x="5748836" y="40605"/>
                  <a:pt x="5752197" y="39588"/>
                  <a:pt x="5756513" y="39588"/>
                </a:cubicBezTo>
                <a:close/>
                <a:moveTo>
                  <a:pt x="5051663" y="39588"/>
                </a:moveTo>
                <a:cubicBezTo>
                  <a:pt x="5053845" y="39588"/>
                  <a:pt x="5056003" y="39849"/>
                  <a:pt x="5058137" y="40370"/>
                </a:cubicBezTo>
                <a:cubicBezTo>
                  <a:pt x="5060270" y="40890"/>
                  <a:pt x="5062180" y="41597"/>
                  <a:pt x="5063867" y="42490"/>
                </a:cubicBezTo>
                <a:lnTo>
                  <a:pt x="5061709" y="47104"/>
                </a:lnTo>
                <a:cubicBezTo>
                  <a:pt x="5058236" y="45318"/>
                  <a:pt x="5054838" y="44425"/>
                  <a:pt x="5051514" y="44425"/>
                </a:cubicBezTo>
                <a:cubicBezTo>
                  <a:pt x="5048835" y="44425"/>
                  <a:pt x="5046801" y="44958"/>
                  <a:pt x="5045412" y="46025"/>
                </a:cubicBezTo>
                <a:cubicBezTo>
                  <a:pt x="5044022" y="47092"/>
                  <a:pt x="5043328" y="48642"/>
                  <a:pt x="5043328" y="50676"/>
                </a:cubicBezTo>
                <a:cubicBezTo>
                  <a:pt x="5043328" y="52263"/>
                  <a:pt x="5043799" y="53541"/>
                  <a:pt x="5044742" y="54508"/>
                </a:cubicBezTo>
                <a:cubicBezTo>
                  <a:pt x="5045685" y="55476"/>
                  <a:pt x="5047173" y="56207"/>
                  <a:pt x="5049207" y="56703"/>
                </a:cubicBezTo>
                <a:lnTo>
                  <a:pt x="5054490" y="57968"/>
                </a:lnTo>
                <a:cubicBezTo>
                  <a:pt x="5058113" y="58812"/>
                  <a:pt x="5060778" y="60151"/>
                  <a:pt x="5062490" y="61987"/>
                </a:cubicBezTo>
                <a:cubicBezTo>
                  <a:pt x="5064201" y="63822"/>
                  <a:pt x="5065057" y="66253"/>
                  <a:pt x="5065057" y="69279"/>
                </a:cubicBezTo>
                <a:cubicBezTo>
                  <a:pt x="5065057" y="73000"/>
                  <a:pt x="5063792" y="75902"/>
                  <a:pt x="5061262" y="77986"/>
                </a:cubicBezTo>
                <a:cubicBezTo>
                  <a:pt x="5058732" y="80069"/>
                  <a:pt x="5055210" y="81111"/>
                  <a:pt x="5050695" y="81111"/>
                </a:cubicBezTo>
                <a:cubicBezTo>
                  <a:pt x="5048264" y="81111"/>
                  <a:pt x="5045883" y="80801"/>
                  <a:pt x="5043552" y="80181"/>
                </a:cubicBezTo>
                <a:cubicBezTo>
                  <a:pt x="5041220" y="79561"/>
                  <a:pt x="5039186" y="78705"/>
                  <a:pt x="5037450" y="77614"/>
                </a:cubicBezTo>
                <a:lnTo>
                  <a:pt x="5039384" y="73000"/>
                </a:lnTo>
                <a:cubicBezTo>
                  <a:pt x="5042956" y="75183"/>
                  <a:pt x="5046727" y="76274"/>
                  <a:pt x="5050695" y="76274"/>
                </a:cubicBezTo>
                <a:cubicBezTo>
                  <a:pt x="5053672" y="76274"/>
                  <a:pt x="5055917" y="75716"/>
                  <a:pt x="5057430" y="74600"/>
                </a:cubicBezTo>
                <a:cubicBezTo>
                  <a:pt x="5058943" y="73484"/>
                  <a:pt x="5059699" y="71834"/>
                  <a:pt x="5059699" y="69651"/>
                </a:cubicBezTo>
                <a:cubicBezTo>
                  <a:pt x="5059699" y="67965"/>
                  <a:pt x="5059229" y="66625"/>
                  <a:pt x="5058286" y="65633"/>
                </a:cubicBezTo>
                <a:cubicBezTo>
                  <a:pt x="5057343" y="64641"/>
                  <a:pt x="5055854" y="63897"/>
                  <a:pt x="5053821" y="63401"/>
                </a:cubicBezTo>
                <a:lnTo>
                  <a:pt x="5048537" y="62136"/>
                </a:lnTo>
                <a:cubicBezTo>
                  <a:pt x="5044915" y="61292"/>
                  <a:pt x="5042249" y="59978"/>
                  <a:pt x="5040538" y="58192"/>
                </a:cubicBezTo>
                <a:cubicBezTo>
                  <a:pt x="5038826" y="56406"/>
                  <a:pt x="5037971" y="54049"/>
                  <a:pt x="5037971" y="51122"/>
                </a:cubicBezTo>
                <a:cubicBezTo>
                  <a:pt x="5037971" y="47501"/>
                  <a:pt x="5039174" y="44673"/>
                  <a:pt x="5041580" y="42639"/>
                </a:cubicBezTo>
                <a:cubicBezTo>
                  <a:pt x="5043985" y="40605"/>
                  <a:pt x="5047347" y="39588"/>
                  <a:pt x="5051663" y="39588"/>
                </a:cubicBezTo>
                <a:close/>
                <a:moveTo>
                  <a:pt x="3775313" y="39588"/>
                </a:moveTo>
                <a:cubicBezTo>
                  <a:pt x="3777496" y="39588"/>
                  <a:pt x="3779653" y="39849"/>
                  <a:pt x="3781787" y="40370"/>
                </a:cubicBezTo>
                <a:cubicBezTo>
                  <a:pt x="3783920" y="40890"/>
                  <a:pt x="3785830" y="41597"/>
                  <a:pt x="3787517" y="42490"/>
                </a:cubicBezTo>
                <a:lnTo>
                  <a:pt x="3785359" y="47104"/>
                </a:lnTo>
                <a:cubicBezTo>
                  <a:pt x="3781886" y="45318"/>
                  <a:pt x="3778488" y="44425"/>
                  <a:pt x="3775164" y="44425"/>
                </a:cubicBezTo>
                <a:cubicBezTo>
                  <a:pt x="3772486" y="44425"/>
                  <a:pt x="3770452" y="44958"/>
                  <a:pt x="3769062" y="46025"/>
                </a:cubicBezTo>
                <a:cubicBezTo>
                  <a:pt x="3767673" y="47092"/>
                  <a:pt x="3766978" y="48642"/>
                  <a:pt x="3766978" y="50676"/>
                </a:cubicBezTo>
                <a:cubicBezTo>
                  <a:pt x="3766978" y="52263"/>
                  <a:pt x="3767449" y="53541"/>
                  <a:pt x="3768392" y="54508"/>
                </a:cubicBezTo>
                <a:cubicBezTo>
                  <a:pt x="3769335" y="55476"/>
                  <a:pt x="3770823" y="56207"/>
                  <a:pt x="3772857" y="56703"/>
                </a:cubicBezTo>
                <a:lnTo>
                  <a:pt x="3778140" y="57968"/>
                </a:lnTo>
                <a:cubicBezTo>
                  <a:pt x="3781762" y="58812"/>
                  <a:pt x="3784428" y="60151"/>
                  <a:pt x="3786141" y="61987"/>
                </a:cubicBezTo>
                <a:cubicBezTo>
                  <a:pt x="3787851" y="63822"/>
                  <a:pt x="3788707" y="66253"/>
                  <a:pt x="3788707" y="69279"/>
                </a:cubicBezTo>
                <a:cubicBezTo>
                  <a:pt x="3788707" y="73000"/>
                  <a:pt x="3787442" y="75902"/>
                  <a:pt x="3784912" y="77986"/>
                </a:cubicBezTo>
                <a:cubicBezTo>
                  <a:pt x="3782382" y="80069"/>
                  <a:pt x="3778860" y="81111"/>
                  <a:pt x="3774345" y="81111"/>
                </a:cubicBezTo>
                <a:cubicBezTo>
                  <a:pt x="3771914" y="81111"/>
                  <a:pt x="3769533" y="80801"/>
                  <a:pt x="3767201" y="80181"/>
                </a:cubicBezTo>
                <a:cubicBezTo>
                  <a:pt x="3764870" y="79561"/>
                  <a:pt x="3762836" y="78705"/>
                  <a:pt x="3761100" y="77614"/>
                </a:cubicBezTo>
                <a:lnTo>
                  <a:pt x="3763034" y="73000"/>
                </a:lnTo>
                <a:cubicBezTo>
                  <a:pt x="3766607" y="75183"/>
                  <a:pt x="3770377" y="76274"/>
                  <a:pt x="3774345" y="76274"/>
                </a:cubicBezTo>
                <a:cubicBezTo>
                  <a:pt x="3777322" y="76274"/>
                  <a:pt x="3779567" y="75716"/>
                  <a:pt x="3781080" y="74600"/>
                </a:cubicBezTo>
                <a:cubicBezTo>
                  <a:pt x="3782593" y="73484"/>
                  <a:pt x="3783349" y="71834"/>
                  <a:pt x="3783349" y="69651"/>
                </a:cubicBezTo>
                <a:cubicBezTo>
                  <a:pt x="3783349" y="67965"/>
                  <a:pt x="3782878" y="66625"/>
                  <a:pt x="3781935" y="65633"/>
                </a:cubicBezTo>
                <a:cubicBezTo>
                  <a:pt x="3780993" y="64641"/>
                  <a:pt x="3779504" y="63897"/>
                  <a:pt x="3777471" y="63401"/>
                </a:cubicBezTo>
                <a:lnTo>
                  <a:pt x="3772187" y="62136"/>
                </a:lnTo>
                <a:cubicBezTo>
                  <a:pt x="3768566" y="61292"/>
                  <a:pt x="3765899" y="59978"/>
                  <a:pt x="3764188" y="58192"/>
                </a:cubicBezTo>
                <a:cubicBezTo>
                  <a:pt x="3762477" y="56406"/>
                  <a:pt x="3761620" y="54049"/>
                  <a:pt x="3761620" y="51122"/>
                </a:cubicBezTo>
                <a:cubicBezTo>
                  <a:pt x="3761620" y="47501"/>
                  <a:pt x="3762824" y="44673"/>
                  <a:pt x="3765229" y="42639"/>
                </a:cubicBezTo>
                <a:cubicBezTo>
                  <a:pt x="3767635" y="40605"/>
                  <a:pt x="3770997" y="39588"/>
                  <a:pt x="3775313" y="39588"/>
                </a:cubicBezTo>
                <a:close/>
                <a:moveTo>
                  <a:pt x="3565763" y="39588"/>
                </a:moveTo>
                <a:cubicBezTo>
                  <a:pt x="3567946" y="39588"/>
                  <a:pt x="3570104" y="39849"/>
                  <a:pt x="3572237" y="40370"/>
                </a:cubicBezTo>
                <a:cubicBezTo>
                  <a:pt x="3574370" y="40890"/>
                  <a:pt x="3576281" y="41597"/>
                  <a:pt x="3577967" y="42490"/>
                </a:cubicBezTo>
                <a:lnTo>
                  <a:pt x="3575810" y="47104"/>
                </a:lnTo>
                <a:cubicBezTo>
                  <a:pt x="3572337" y="45318"/>
                  <a:pt x="3568938" y="44425"/>
                  <a:pt x="3565615" y="44425"/>
                </a:cubicBezTo>
                <a:cubicBezTo>
                  <a:pt x="3562936" y="44425"/>
                  <a:pt x="3560901" y="44958"/>
                  <a:pt x="3559513" y="46025"/>
                </a:cubicBezTo>
                <a:cubicBezTo>
                  <a:pt x="3558124" y="47092"/>
                  <a:pt x="3557429" y="48642"/>
                  <a:pt x="3557429" y="50676"/>
                </a:cubicBezTo>
                <a:cubicBezTo>
                  <a:pt x="3557429" y="52263"/>
                  <a:pt x="3557900" y="53541"/>
                  <a:pt x="3558842" y="54508"/>
                </a:cubicBezTo>
                <a:cubicBezTo>
                  <a:pt x="3559785" y="55476"/>
                  <a:pt x="3561274" y="56207"/>
                  <a:pt x="3563307" y="56703"/>
                </a:cubicBezTo>
                <a:lnTo>
                  <a:pt x="3568591" y="57968"/>
                </a:lnTo>
                <a:cubicBezTo>
                  <a:pt x="3572212" y="58812"/>
                  <a:pt x="3574879" y="60151"/>
                  <a:pt x="3576591" y="61987"/>
                </a:cubicBezTo>
                <a:cubicBezTo>
                  <a:pt x="3578302" y="63822"/>
                  <a:pt x="3579158" y="66253"/>
                  <a:pt x="3579158" y="69279"/>
                </a:cubicBezTo>
                <a:cubicBezTo>
                  <a:pt x="3579158" y="73000"/>
                  <a:pt x="3577893" y="75902"/>
                  <a:pt x="3575363" y="77986"/>
                </a:cubicBezTo>
                <a:cubicBezTo>
                  <a:pt x="3572833" y="80069"/>
                  <a:pt x="3569310" y="81111"/>
                  <a:pt x="3564796" y="81111"/>
                </a:cubicBezTo>
                <a:cubicBezTo>
                  <a:pt x="3562365" y="81111"/>
                  <a:pt x="3559984" y="80801"/>
                  <a:pt x="3557652" y="80181"/>
                </a:cubicBezTo>
                <a:cubicBezTo>
                  <a:pt x="3555320" y="79561"/>
                  <a:pt x="3553287" y="78705"/>
                  <a:pt x="3551550" y="77614"/>
                </a:cubicBezTo>
                <a:lnTo>
                  <a:pt x="3553485" y="73000"/>
                </a:lnTo>
                <a:cubicBezTo>
                  <a:pt x="3557057" y="75183"/>
                  <a:pt x="3560827" y="76274"/>
                  <a:pt x="3564796" y="76274"/>
                </a:cubicBezTo>
                <a:cubicBezTo>
                  <a:pt x="3567773" y="76274"/>
                  <a:pt x="3570017" y="75716"/>
                  <a:pt x="3571530" y="74600"/>
                </a:cubicBezTo>
                <a:cubicBezTo>
                  <a:pt x="3573044" y="73484"/>
                  <a:pt x="3573800" y="71834"/>
                  <a:pt x="3573800" y="69651"/>
                </a:cubicBezTo>
                <a:cubicBezTo>
                  <a:pt x="3573800" y="67965"/>
                  <a:pt x="3573329" y="66625"/>
                  <a:pt x="3572386" y="65633"/>
                </a:cubicBezTo>
                <a:cubicBezTo>
                  <a:pt x="3571444" y="64641"/>
                  <a:pt x="3569955" y="63897"/>
                  <a:pt x="3567922" y="63401"/>
                </a:cubicBezTo>
                <a:lnTo>
                  <a:pt x="3562638" y="62136"/>
                </a:lnTo>
                <a:cubicBezTo>
                  <a:pt x="3559016" y="61292"/>
                  <a:pt x="3556350" y="59978"/>
                  <a:pt x="3554639" y="58192"/>
                </a:cubicBezTo>
                <a:cubicBezTo>
                  <a:pt x="3552927" y="56406"/>
                  <a:pt x="3552071" y="54049"/>
                  <a:pt x="3552071" y="51122"/>
                </a:cubicBezTo>
                <a:cubicBezTo>
                  <a:pt x="3552071" y="47501"/>
                  <a:pt x="3553274" y="44673"/>
                  <a:pt x="3555680" y="42639"/>
                </a:cubicBezTo>
                <a:cubicBezTo>
                  <a:pt x="3558086" y="40605"/>
                  <a:pt x="3561447" y="39588"/>
                  <a:pt x="3565763" y="39588"/>
                </a:cubicBezTo>
                <a:close/>
                <a:moveTo>
                  <a:pt x="3318113" y="39588"/>
                </a:moveTo>
                <a:cubicBezTo>
                  <a:pt x="3320296" y="39588"/>
                  <a:pt x="3322454" y="39849"/>
                  <a:pt x="3324587" y="40370"/>
                </a:cubicBezTo>
                <a:cubicBezTo>
                  <a:pt x="3326720" y="40890"/>
                  <a:pt x="3328631" y="41597"/>
                  <a:pt x="3330318" y="42490"/>
                </a:cubicBezTo>
                <a:lnTo>
                  <a:pt x="3328159" y="47104"/>
                </a:lnTo>
                <a:cubicBezTo>
                  <a:pt x="3324687" y="45318"/>
                  <a:pt x="3321288" y="44425"/>
                  <a:pt x="3317965" y="44425"/>
                </a:cubicBezTo>
                <a:cubicBezTo>
                  <a:pt x="3315286" y="44425"/>
                  <a:pt x="3313251" y="44958"/>
                  <a:pt x="3311862" y="46025"/>
                </a:cubicBezTo>
                <a:cubicBezTo>
                  <a:pt x="3310474" y="47092"/>
                  <a:pt x="3309779" y="48642"/>
                  <a:pt x="3309779" y="50676"/>
                </a:cubicBezTo>
                <a:cubicBezTo>
                  <a:pt x="3309779" y="52263"/>
                  <a:pt x="3310250" y="53541"/>
                  <a:pt x="3311193" y="54508"/>
                </a:cubicBezTo>
                <a:cubicBezTo>
                  <a:pt x="3312135" y="55476"/>
                  <a:pt x="3313624" y="56207"/>
                  <a:pt x="3315658" y="56703"/>
                </a:cubicBezTo>
                <a:lnTo>
                  <a:pt x="3320941" y="57968"/>
                </a:lnTo>
                <a:cubicBezTo>
                  <a:pt x="3324562" y="58812"/>
                  <a:pt x="3327229" y="60151"/>
                  <a:pt x="3328941" y="61987"/>
                </a:cubicBezTo>
                <a:cubicBezTo>
                  <a:pt x="3330652" y="63822"/>
                  <a:pt x="3331508" y="66253"/>
                  <a:pt x="3331508" y="69279"/>
                </a:cubicBezTo>
                <a:cubicBezTo>
                  <a:pt x="3331508" y="73000"/>
                  <a:pt x="3330243" y="75902"/>
                  <a:pt x="3327712" y="77986"/>
                </a:cubicBezTo>
                <a:cubicBezTo>
                  <a:pt x="3325183" y="80069"/>
                  <a:pt x="3321660" y="81111"/>
                  <a:pt x="3317146" y="81111"/>
                </a:cubicBezTo>
                <a:cubicBezTo>
                  <a:pt x="3314716" y="81111"/>
                  <a:pt x="3312334" y="80801"/>
                  <a:pt x="3310002" y="80181"/>
                </a:cubicBezTo>
                <a:cubicBezTo>
                  <a:pt x="3307671" y="79561"/>
                  <a:pt x="3305637" y="78705"/>
                  <a:pt x="3303900" y="77614"/>
                </a:cubicBezTo>
                <a:lnTo>
                  <a:pt x="3305835" y="73000"/>
                </a:lnTo>
                <a:cubicBezTo>
                  <a:pt x="3309407" y="75183"/>
                  <a:pt x="3313177" y="76274"/>
                  <a:pt x="3317146" y="76274"/>
                </a:cubicBezTo>
                <a:cubicBezTo>
                  <a:pt x="3320123" y="76274"/>
                  <a:pt x="3322367" y="75716"/>
                  <a:pt x="3323880" y="74600"/>
                </a:cubicBezTo>
                <a:cubicBezTo>
                  <a:pt x="3325394" y="73484"/>
                  <a:pt x="3326150" y="71834"/>
                  <a:pt x="3326150" y="69651"/>
                </a:cubicBezTo>
                <a:cubicBezTo>
                  <a:pt x="3326150" y="67965"/>
                  <a:pt x="3325679" y="66625"/>
                  <a:pt x="3324736" y="65633"/>
                </a:cubicBezTo>
                <a:cubicBezTo>
                  <a:pt x="3323794" y="64641"/>
                  <a:pt x="3322305" y="63897"/>
                  <a:pt x="3320271" y="63401"/>
                </a:cubicBezTo>
                <a:lnTo>
                  <a:pt x="3314988" y="62136"/>
                </a:lnTo>
                <a:cubicBezTo>
                  <a:pt x="3311366" y="61292"/>
                  <a:pt x="3308700" y="59978"/>
                  <a:pt x="3306988" y="58192"/>
                </a:cubicBezTo>
                <a:cubicBezTo>
                  <a:pt x="3305277" y="56406"/>
                  <a:pt x="3304421" y="54049"/>
                  <a:pt x="3304421" y="51122"/>
                </a:cubicBezTo>
                <a:cubicBezTo>
                  <a:pt x="3304421" y="47501"/>
                  <a:pt x="3305624" y="44673"/>
                  <a:pt x="3308030" y="42639"/>
                </a:cubicBezTo>
                <a:cubicBezTo>
                  <a:pt x="3310437" y="40605"/>
                  <a:pt x="3313798" y="39588"/>
                  <a:pt x="3318113" y="39588"/>
                </a:cubicBezTo>
                <a:close/>
                <a:moveTo>
                  <a:pt x="2918063" y="39588"/>
                </a:moveTo>
                <a:cubicBezTo>
                  <a:pt x="2920247" y="39588"/>
                  <a:pt x="2922404" y="39849"/>
                  <a:pt x="2924538" y="40370"/>
                </a:cubicBezTo>
                <a:cubicBezTo>
                  <a:pt x="2926670" y="40890"/>
                  <a:pt x="2928581" y="41597"/>
                  <a:pt x="2930267" y="42490"/>
                </a:cubicBezTo>
                <a:lnTo>
                  <a:pt x="2928109" y="47104"/>
                </a:lnTo>
                <a:cubicBezTo>
                  <a:pt x="2924637" y="45318"/>
                  <a:pt x="2921238" y="44425"/>
                  <a:pt x="2917915" y="44425"/>
                </a:cubicBezTo>
                <a:cubicBezTo>
                  <a:pt x="2915235" y="44425"/>
                  <a:pt x="2913202" y="44958"/>
                  <a:pt x="2911812" y="46025"/>
                </a:cubicBezTo>
                <a:cubicBezTo>
                  <a:pt x="2910423" y="47092"/>
                  <a:pt x="2909729" y="48642"/>
                  <a:pt x="2909729" y="50676"/>
                </a:cubicBezTo>
                <a:cubicBezTo>
                  <a:pt x="2909729" y="52263"/>
                  <a:pt x="2910200" y="53541"/>
                  <a:pt x="2911143" y="54508"/>
                </a:cubicBezTo>
                <a:cubicBezTo>
                  <a:pt x="2912086" y="55476"/>
                  <a:pt x="2913574" y="56207"/>
                  <a:pt x="2915608" y="56703"/>
                </a:cubicBezTo>
                <a:lnTo>
                  <a:pt x="2920891" y="57968"/>
                </a:lnTo>
                <a:cubicBezTo>
                  <a:pt x="2924513" y="58812"/>
                  <a:pt x="2927179" y="60151"/>
                  <a:pt x="2928891" y="61987"/>
                </a:cubicBezTo>
                <a:cubicBezTo>
                  <a:pt x="2930602" y="63822"/>
                  <a:pt x="2931458" y="66253"/>
                  <a:pt x="2931458" y="69279"/>
                </a:cubicBezTo>
                <a:cubicBezTo>
                  <a:pt x="2931458" y="73000"/>
                  <a:pt x="2930193" y="75902"/>
                  <a:pt x="2927663" y="77986"/>
                </a:cubicBezTo>
                <a:cubicBezTo>
                  <a:pt x="2925132" y="80069"/>
                  <a:pt x="2921610" y="81111"/>
                  <a:pt x="2917095" y="81111"/>
                </a:cubicBezTo>
                <a:cubicBezTo>
                  <a:pt x="2914666" y="81111"/>
                  <a:pt x="2912284" y="80801"/>
                  <a:pt x="2909952" y="80181"/>
                </a:cubicBezTo>
                <a:cubicBezTo>
                  <a:pt x="2907620" y="79561"/>
                  <a:pt x="2905587" y="78705"/>
                  <a:pt x="2903850" y="77614"/>
                </a:cubicBezTo>
                <a:lnTo>
                  <a:pt x="2905785" y="73000"/>
                </a:lnTo>
                <a:cubicBezTo>
                  <a:pt x="2909357" y="75183"/>
                  <a:pt x="2913127" y="76274"/>
                  <a:pt x="2917095" y="76274"/>
                </a:cubicBezTo>
                <a:cubicBezTo>
                  <a:pt x="2920073" y="76274"/>
                  <a:pt x="2922317" y="75716"/>
                  <a:pt x="2923830" y="74600"/>
                </a:cubicBezTo>
                <a:cubicBezTo>
                  <a:pt x="2925344" y="73484"/>
                  <a:pt x="2926100" y="71834"/>
                  <a:pt x="2926100" y="69651"/>
                </a:cubicBezTo>
                <a:cubicBezTo>
                  <a:pt x="2926100" y="67965"/>
                  <a:pt x="2925629" y="66625"/>
                  <a:pt x="2924686" y="65633"/>
                </a:cubicBezTo>
                <a:cubicBezTo>
                  <a:pt x="2923744" y="64641"/>
                  <a:pt x="2922256" y="63897"/>
                  <a:pt x="2920221" y="63401"/>
                </a:cubicBezTo>
                <a:lnTo>
                  <a:pt x="2914938" y="62136"/>
                </a:lnTo>
                <a:cubicBezTo>
                  <a:pt x="2911317" y="61292"/>
                  <a:pt x="2908650" y="59978"/>
                  <a:pt x="2906938" y="58192"/>
                </a:cubicBezTo>
                <a:cubicBezTo>
                  <a:pt x="2905227" y="56406"/>
                  <a:pt x="2904371" y="54049"/>
                  <a:pt x="2904371" y="51122"/>
                </a:cubicBezTo>
                <a:cubicBezTo>
                  <a:pt x="2904371" y="47501"/>
                  <a:pt x="2905574" y="44673"/>
                  <a:pt x="2907980" y="42639"/>
                </a:cubicBezTo>
                <a:cubicBezTo>
                  <a:pt x="2910386" y="40605"/>
                  <a:pt x="2913747" y="39588"/>
                  <a:pt x="2918063" y="39588"/>
                </a:cubicBezTo>
                <a:close/>
                <a:moveTo>
                  <a:pt x="2394188" y="39588"/>
                </a:moveTo>
                <a:cubicBezTo>
                  <a:pt x="2396371" y="39588"/>
                  <a:pt x="2398529" y="39849"/>
                  <a:pt x="2400662" y="40370"/>
                </a:cubicBezTo>
                <a:cubicBezTo>
                  <a:pt x="2402796" y="40890"/>
                  <a:pt x="2404705" y="41597"/>
                  <a:pt x="2406393" y="42490"/>
                </a:cubicBezTo>
                <a:lnTo>
                  <a:pt x="2404234" y="47104"/>
                </a:lnTo>
                <a:cubicBezTo>
                  <a:pt x="2400762" y="45318"/>
                  <a:pt x="2397363" y="44425"/>
                  <a:pt x="2394040" y="44425"/>
                </a:cubicBezTo>
                <a:cubicBezTo>
                  <a:pt x="2391360" y="44425"/>
                  <a:pt x="2389327" y="44958"/>
                  <a:pt x="2387938" y="46025"/>
                </a:cubicBezTo>
                <a:cubicBezTo>
                  <a:pt x="2386549" y="47092"/>
                  <a:pt x="2385854" y="48642"/>
                  <a:pt x="2385854" y="50676"/>
                </a:cubicBezTo>
                <a:cubicBezTo>
                  <a:pt x="2385854" y="52263"/>
                  <a:pt x="2386325" y="53541"/>
                  <a:pt x="2387268" y="54508"/>
                </a:cubicBezTo>
                <a:cubicBezTo>
                  <a:pt x="2388210" y="55476"/>
                  <a:pt x="2389699" y="56207"/>
                  <a:pt x="2391732" y="56703"/>
                </a:cubicBezTo>
                <a:lnTo>
                  <a:pt x="2397016" y="57968"/>
                </a:lnTo>
                <a:cubicBezTo>
                  <a:pt x="2400638" y="58812"/>
                  <a:pt x="2403304" y="60151"/>
                  <a:pt x="2405016" y="61987"/>
                </a:cubicBezTo>
                <a:cubicBezTo>
                  <a:pt x="2406727" y="63822"/>
                  <a:pt x="2407583" y="66253"/>
                  <a:pt x="2407583" y="69279"/>
                </a:cubicBezTo>
                <a:cubicBezTo>
                  <a:pt x="2407583" y="73000"/>
                  <a:pt x="2406318" y="75902"/>
                  <a:pt x="2403788" y="77986"/>
                </a:cubicBezTo>
                <a:cubicBezTo>
                  <a:pt x="2401258" y="80069"/>
                  <a:pt x="2397736" y="81111"/>
                  <a:pt x="2393221" y="81111"/>
                </a:cubicBezTo>
                <a:cubicBezTo>
                  <a:pt x="2390790" y="81111"/>
                  <a:pt x="2388409" y="80801"/>
                  <a:pt x="2386077" y="80181"/>
                </a:cubicBezTo>
                <a:cubicBezTo>
                  <a:pt x="2383746" y="79561"/>
                  <a:pt x="2381712" y="78705"/>
                  <a:pt x="2379976" y="77614"/>
                </a:cubicBezTo>
                <a:lnTo>
                  <a:pt x="2381910" y="73000"/>
                </a:lnTo>
                <a:cubicBezTo>
                  <a:pt x="2385482" y="75183"/>
                  <a:pt x="2389253" y="76274"/>
                  <a:pt x="2393221" y="76274"/>
                </a:cubicBezTo>
                <a:cubicBezTo>
                  <a:pt x="2396197" y="76274"/>
                  <a:pt x="2398442" y="75716"/>
                  <a:pt x="2399955" y="74600"/>
                </a:cubicBezTo>
                <a:cubicBezTo>
                  <a:pt x="2401468" y="73484"/>
                  <a:pt x="2402225" y="71834"/>
                  <a:pt x="2402225" y="69651"/>
                </a:cubicBezTo>
                <a:cubicBezTo>
                  <a:pt x="2402225" y="67965"/>
                  <a:pt x="2401754" y="66625"/>
                  <a:pt x="2400811" y="65633"/>
                </a:cubicBezTo>
                <a:cubicBezTo>
                  <a:pt x="2399868" y="64641"/>
                  <a:pt x="2398381" y="63897"/>
                  <a:pt x="2396346" y="63401"/>
                </a:cubicBezTo>
                <a:lnTo>
                  <a:pt x="2391062" y="62136"/>
                </a:lnTo>
                <a:cubicBezTo>
                  <a:pt x="2387442" y="61292"/>
                  <a:pt x="2384774" y="59978"/>
                  <a:pt x="2383064" y="58192"/>
                </a:cubicBezTo>
                <a:cubicBezTo>
                  <a:pt x="2381352" y="56406"/>
                  <a:pt x="2380496" y="54049"/>
                  <a:pt x="2380496" y="51122"/>
                </a:cubicBezTo>
                <a:cubicBezTo>
                  <a:pt x="2380496" y="47501"/>
                  <a:pt x="2381699" y="44673"/>
                  <a:pt x="2384105" y="42639"/>
                </a:cubicBezTo>
                <a:cubicBezTo>
                  <a:pt x="2386511" y="40605"/>
                  <a:pt x="2389872" y="39588"/>
                  <a:pt x="2394188" y="39588"/>
                </a:cubicBezTo>
                <a:close/>
                <a:moveTo>
                  <a:pt x="1727438" y="39588"/>
                </a:moveTo>
                <a:cubicBezTo>
                  <a:pt x="1729621" y="39588"/>
                  <a:pt x="1731780" y="39849"/>
                  <a:pt x="1733912" y="40370"/>
                </a:cubicBezTo>
                <a:cubicBezTo>
                  <a:pt x="1736046" y="40890"/>
                  <a:pt x="1737956" y="41597"/>
                  <a:pt x="1739643" y="42490"/>
                </a:cubicBezTo>
                <a:lnTo>
                  <a:pt x="1737484" y="47104"/>
                </a:lnTo>
                <a:cubicBezTo>
                  <a:pt x="1734012" y="45318"/>
                  <a:pt x="1730614" y="44425"/>
                  <a:pt x="1727289" y="44425"/>
                </a:cubicBezTo>
                <a:cubicBezTo>
                  <a:pt x="1724610" y="44425"/>
                  <a:pt x="1722577" y="44958"/>
                  <a:pt x="1721188" y="46025"/>
                </a:cubicBezTo>
                <a:cubicBezTo>
                  <a:pt x="1719798" y="47092"/>
                  <a:pt x="1719104" y="48642"/>
                  <a:pt x="1719104" y="50676"/>
                </a:cubicBezTo>
                <a:cubicBezTo>
                  <a:pt x="1719104" y="52263"/>
                  <a:pt x="1719575" y="53541"/>
                  <a:pt x="1720518" y="54508"/>
                </a:cubicBezTo>
                <a:cubicBezTo>
                  <a:pt x="1721460" y="55476"/>
                  <a:pt x="1722949" y="56207"/>
                  <a:pt x="1724983" y="56703"/>
                </a:cubicBezTo>
                <a:lnTo>
                  <a:pt x="1730266" y="57968"/>
                </a:lnTo>
                <a:cubicBezTo>
                  <a:pt x="1733888" y="58812"/>
                  <a:pt x="1736554" y="60151"/>
                  <a:pt x="1738265" y="61987"/>
                </a:cubicBezTo>
                <a:cubicBezTo>
                  <a:pt x="1739977" y="63822"/>
                  <a:pt x="1740833" y="66253"/>
                  <a:pt x="1740833" y="69279"/>
                </a:cubicBezTo>
                <a:cubicBezTo>
                  <a:pt x="1740833" y="73000"/>
                  <a:pt x="1739568" y="75902"/>
                  <a:pt x="1737038" y="77986"/>
                </a:cubicBezTo>
                <a:cubicBezTo>
                  <a:pt x="1734508" y="80069"/>
                  <a:pt x="1730986" y="81111"/>
                  <a:pt x="1726471" y="81111"/>
                </a:cubicBezTo>
                <a:cubicBezTo>
                  <a:pt x="1724040" y="81111"/>
                  <a:pt x="1721659" y="80801"/>
                  <a:pt x="1719327" y="80181"/>
                </a:cubicBezTo>
                <a:cubicBezTo>
                  <a:pt x="1716996" y="79561"/>
                  <a:pt x="1714962" y="78705"/>
                  <a:pt x="1713226" y="77614"/>
                </a:cubicBezTo>
                <a:lnTo>
                  <a:pt x="1715159" y="73000"/>
                </a:lnTo>
                <a:cubicBezTo>
                  <a:pt x="1718732" y="75183"/>
                  <a:pt x="1722502" y="76274"/>
                  <a:pt x="1726471" y="76274"/>
                </a:cubicBezTo>
                <a:cubicBezTo>
                  <a:pt x="1729447" y="76274"/>
                  <a:pt x="1731692" y="75716"/>
                  <a:pt x="1733206" y="74600"/>
                </a:cubicBezTo>
                <a:cubicBezTo>
                  <a:pt x="1734719" y="73484"/>
                  <a:pt x="1735475" y="71834"/>
                  <a:pt x="1735475" y="69651"/>
                </a:cubicBezTo>
                <a:cubicBezTo>
                  <a:pt x="1735475" y="67965"/>
                  <a:pt x="1735004" y="66625"/>
                  <a:pt x="1734061" y="65633"/>
                </a:cubicBezTo>
                <a:cubicBezTo>
                  <a:pt x="1733119" y="64641"/>
                  <a:pt x="1731630" y="63897"/>
                  <a:pt x="1729596" y="63401"/>
                </a:cubicBezTo>
                <a:lnTo>
                  <a:pt x="1724313" y="62136"/>
                </a:lnTo>
                <a:cubicBezTo>
                  <a:pt x="1720692" y="61292"/>
                  <a:pt x="1718025" y="59978"/>
                  <a:pt x="1716313" y="58192"/>
                </a:cubicBezTo>
                <a:cubicBezTo>
                  <a:pt x="1714602" y="56406"/>
                  <a:pt x="1713746" y="54049"/>
                  <a:pt x="1713746" y="51122"/>
                </a:cubicBezTo>
                <a:cubicBezTo>
                  <a:pt x="1713746" y="47501"/>
                  <a:pt x="1714950" y="44673"/>
                  <a:pt x="1717356" y="42639"/>
                </a:cubicBezTo>
                <a:cubicBezTo>
                  <a:pt x="1719761" y="40605"/>
                  <a:pt x="1723123" y="39588"/>
                  <a:pt x="1727438" y="39588"/>
                </a:cubicBezTo>
                <a:close/>
                <a:moveTo>
                  <a:pt x="1355963" y="39588"/>
                </a:moveTo>
                <a:cubicBezTo>
                  <a:pt x="1358146" y="39588"/>
                  <a:pt x="1360304" y="39849"/>
                  <a:pt x="1362438" y="40370"/>
                </a:cubicBezTo>
                <a:cubicBezTo>
                  <a:pt x="1364571" y="40890"/>
                  <a:pt x="1366481" y="41597"/>
                  <a:pt x="1368168" y="42490"/>
                </a:cubicBezTo>
                <a:lnTo>
                  <a:pt x="1366009" y="47104"/>
                </a:lnTo>
                <a:cubicBezTo>
                  <a:pt x="1362537" y="45318"/>
                  <a:pt x="1359139" y="44425"/>
                  <a:pt x="1355815" y="44425"/>
                </a:cubicBezTo>
                <a:cubicBezTo>
                  <a:pt x="1353136" y="44425"/>
                  <a:pt x="1351102" y="44958"/>
                  <a:pt x="1349713" y="46025"/>
                </a:cubicBezTo>
                <a:cubicBezTo>
                  <a:pt x="1348323" y="47092"/>
                  <a:pt x="1347629" y="48642"/>
                  <a:pt x="1347629" y="50676"/>
                </a:cubicBezTo>
                <a:cubicBezTo>
                  <a:pt x="1347629" y="52263"/>
                  <a:pt x="1348100" y="53541"/>
                  <a:pt x="1349043" y="54508"/>
                </a:cubicBezTo>
                <a:cubicBezTo>
                  <a:pt x="1349985" y="55476"/>
                  <a:pt x="1351474" y="56207"/>
                  <a:pt x="1353508" y="56703"/>
                </a:cubicBezTo>
                <a:lnTo>
                  <a:pt x="1358791" y="57968"/>
                </a:lnTo>
                <a:cubicBezTo>
                  <a:pt x="1362413" y="58812"/>
                  <a:pt x="1365079" y="60151"/>
                  <a:pt x="1366791" y="61987"/>
                </a:cubicBezTo>
                <a:cubicBezTo>
                  <a:pt x="1368502" y="63822"/>
                  <a:pt x="1369358" y="66253"/>
                  <a:pt x="1369358" y="69279"/>
                </a:cubicBezTo>
                <a:cubicBezTo>
                  <a:pt x="1369358" y="73000"/>
                  <a:pt x="1368093" y="75902"/>
                  <a:pt x="1365562" y="77986"/>
                </a:cubicBezTo>
                <a:cubicBezTo>
                  <a:pt x="1363033" y="80069"/>
                  <a:pt x="1359511" y="81111"/>
                  <a:pt x="1354996" y="81111"/>
                </a:cubicBezTo>
                <a:cubicBezTo>
                  <a:pt x="1352565" y="81111"/>
                  <a:pt x="1350184" y="80801"/>
                  <a:pt x="1347852" y="80181"/>
                </a:cubicBezTo>
                <a:cubicBezTo>
                  <a:pt x="1345521" y="79561"/>
                  <a:pt x="1343487" y="78705"/>
                  <a:pt x="1341750" y="77614"/>
                </a:cubicBezTo>
                <a:lnTo>
                  <a:pt x="1343685" y="73000"/>
                </a:lnTo>
                <a:cubicBezTo>
                  <a:pt x="1347257" y="75183"/>
                  <a:pt x="1351027" y="76274"/>
                  <a:pt x="1354996" y="76274"/>
                </a:cubicBezTo>
                <a:cubicBezTo>
                  <a:pt x="1357973" y="76274"/>
                  <a:pt x="1360218" y="75716"/>
                  <a:pt x="1361730" y="74600"/>
                </a:cubicBezTo>
                <a:cubicBezTo>
                  <a:pt x="1363244" y="73484"/>
                  <a:pt x="1364000" y="71834"/>
                  <a:pt x="1364000" y="69651"/>
                </a:cubicBezTo>
                <a:cubicBezTo>
                  <a:pt x="1364000" y="67965"/>
                  <a:pt x="1363529" y="66625"/>
                  <a:pt x="1362586" y="65633"/>
                </a:cubicBezTo>
                <a:cubicBezTo>
                  <a:pt x="1361643" y="64641"/>
                  <a:pt x="1360155" y="63897"/>
                  <a:pt x="1358121" y="63401"/>
                </a:cubicBezTo>
                <a:lnTo>
                  <a:pt x="1352838" y="62136"/>
                </a:lnTo>
                <a:cubicBezTo>
                  <a:pt x="1349217" y="61292"/>
                  <a:pt x="1346550" y="59978"/>
                  <a:pt x="1344839" y="58192"/>
                </a:cubicBezTo>
                <a:cubicBezTo>
                  <a:pt x="1343127" y="56406"/>
                  <a:pt x="1342271" y="54049"/>
                  <a:pt x="1342271" y="51122"/>
                </a:cubicBezTo>
                <a:cubicBezTo>
                  <a:pt x="1342271" y="47501"/>
                  <a:pt x="1343474" y="44673"/>
                  <a:pt x="1345880" y="42639"/>
                </a:cubicBezTo>
                <a:cubicBezTo>
                  <a:pt x="1348287" y="40605"/>
                  <a:pt x="1351648" y="39588"/>
                  <a:pt x="1355963" y="39588"/>
                </a:cubicBezTo>
                <a:close/>
                <a:moveTo>
                  <a:pt x="11180107" y="39514"/>
                </a:moveTo>
                <a:cubicBezTo>
                  <a:pt x="11181992" y="39514"/>
                  <a:pt x="11183927" y="39799"/>
                  <a:pt x="11185911" y="40370"/>
                </a:cubicBezTo>
                <a:cubicBezTo>
                  <a:pt x="11187896" y="40940"/>
                  <a:pt x="11189706" y="41721"/>
                  <a:pt x="11191344" y="42714"/>
                </a:cubicBezTo>
                <a:lnTo>
                  <a:pt x="11189260" y="47104"/>
                </a:lnTo>
                <a:cubicBezTo>
                  <a:pt x="11186036" y="45368"/>
                  <a:pt x="11182935" y="44499"/>
                  <a:pt x="11179958" y="44499"/>
                </a:cubicBezTo>
                <a:cubicBezTo>
                  <a:pt x="11176336" y="44499"/>
                  <a:pt x="11173509" y="45839"/>
                  <a:pt x="11171475" y="48518"/>
                </a:cubicBezTo>
                <a:cubicBezTo>
                  <a:pt x="11169441" y="51197"/>
                  <a:pt x="11168424" y="54942"/>
                  <a:pt x="11168424" y="59754"/>
                </a:cubicBezTo>
                <a:cubicBezTo>
                  <a:pt x="11168424" y="65112"/>
                  <a:pt x="11169479" y="69168"/>
                  <a:pt x="11171587" y="71921"/>
                </a:cubicBezTo>
                <a:cubicBezTo>
                  <a:pt x="11173695" y="74674"/>
                  <a:pt x="11176808" y="76051"/>
                  <a:pt x="11180926" y="76051"/>
                </a:cubicBezTo>
                <a:cubicBezTo>
                  <a:pt x="11184001" y="76051"/>
                  <a:pt x="11186953" y="75208"/>
                  <a:pt x="11189781" y="73521"/>
                </a:cubicBezTo>
                <a:lnTo>
                  <a:pt x="11191790" y="77837"/>
                </a:lnTo>
                <a:cubicBezTo>
                  <a:pt x="11190401" y="78879"/>
                  <a:pt x="11188715" y="79685"/>
                  <a:pt x="11186730" y="80255"/>
                </a:cubicBezTo>
                <a:cubicBezTo>
                  <a:pt x="11184745" y="80826"/>
                  <a:pt x="11182662" y="81111"/>
                  <a:pt x="11180479" y="81111"/>
                </a:cubicBezTo>
                <a:cubicBezTo>
                  <a:pt x="11174922" y="81111"/>
                  <a:pt x="11170595" y="79276"/>
                  <a:pt x="11167494" y="75605"/>
                </a:cubicBezTo>
                <a:cubicBezTo>
                  <a:pt x="11164393" y="71933"/>
                  <a:pt x="11162843" y="66799"/>
                  <a:pt x="11162843" y="60201"/>
                </a:cubicBezTo>
                <a:cubicBezTo>
                  <a:pt x="11162843" y="56083"/>
                  <a:pt x="11163563" y="52462"/>
                  <a:pt x="11165001" y="49336"/>
                </a:cubicBezTo>
                <a:cubicBezTo>
                  <a:pt x="11166439" y="46211"/>
                  <a:pt x="11168461" y="43793"/>
                  <a:pt x="11171066" y="42081"/>
                </a:cubicBezTo>
                <a:cubicBezTo>
                  <a:pt x="11173670" y="40370"/>
                  <a:pt x="11176684" y="39514"/>
                  <a:pt x="11180107" y="39514"/>
                </a:cubicBezTo>
                <a:close/>
                <a:moveTo>
                  <a:pt x="11116409" y="39514"/>
                </a:moveTo>
                <a:cubicBezTo>
                  <a:pt x="11120278" y="39514"/>
                  <a:pt x="11123305" y="40630"/>
                  <a:pt x="11125487" y="42862"/>
                </a:cubicBezTo>
                <a:cubicBezTo>
                  <a:pt x="11127670" y="45095"/>
                  <a:pt x="11128761" y="48171"/>
                  <a:pt x="11128761" y="52090"/>
                </a:cubicBezTo>
                <a:lnTo>
                  <a:pt x="11128761" y="80218"/>
                </a:lnTo>
                <a:lnTo>
                  <a:pt x="11123403" y="80218"/>
                </a:lnTo>
                <a:lnTo>
                  <a:pt x="11123403" y="52462"/>
                </a:lnTo>
                <a:cubicBezTo>
                  <a:pt x="11123403" y="49932"/>
                  <a:pt x="11122684" y="48009"/>
                  <a:pt x="11121245" y="46695"/>
                </a:cubicBezTo>
                <a:cubicBezTo>
                  <a:pt x="11119807" y="45380"/>
                  <a:pt x="11117724" y="44723"/>
                  <a:pt x="11114995" y="44723"/>
                </a:cubicBezTo>
                <a:cubicBezTo>
                  <a:pt x="11113010" y="44723"/>
                  <a:pt x="11111175" y="45033"/>
                  <a:pt x="11109488" y="45653"/>
                </a:cubicBezTo>
                <a:cubicBezTo>
                  <a:pt x="11107801" y="46273"/>
                  <a:pt x="11106164" y="47278"/>
                  <a:pt x="11104577" y="48667"/>
                </a:cubicBezTo>
                <a:lnTo>
                  <a:pt x="11104577" y="80218"/>
                </a:lnTo>
                <a:lnTo>
                  <a:pt x="11099219" y="80218"/>
                </a:lnTo>
                <a:lnTo>
                  <a:pt x="11099219" y="40481"/>
                </a:lnTo>
                <a:lnTo>
                  <a:pt x="11104205" y="40481"/>
                </a:lnTo>
                <a:lnTo>
                  <a:pt x="11104205" y="44723"/>
                </a:lnTo>
                <a:cubicBezTo>
                  <a:pt x="11107529" y="41250"/>
                  <a:pt x="11111596" y="39514"/>
                  <a:pt x="11116409" y="39514"/>
                </a:cubicBezTo>
                <a:close/>
                <a:moveTo>
                  <a:pt x="11074811" y="39514"/>
                </a:moveTo>
                <a:cubicBezTo>
                  <a:pt x="11080070" y="39514"/>
                  <a:pt x="11084113" y="41287"/>
                  <a:pt x="11086941" y="44834"/>
                </a:cubicBezTo>
                <a:cubicBezTo>
                  <a:pt x="11089768" y="48381"/>
                  <a:pt x="11091182" y="53553"/>
                  <a:pt x="11091182" y="60350"/>
                </a:cubicBezTo>
                <a:cubicBezTo>
                  <a:pt x="11091182" y="67146"/>
                  <a:pt x="11089768" y="72318"/>
                  <a:pt x="11086941" y="75865"/>
                </a:cubicBezTo>
                <a:cubicBezTo>
                  <a:pt x="11084113" y="79412"/>
                  <a:pt x="11080045" y="81186"/>
                  <a:pt x="11074737" y="81186"/>
                </a:cubicBezTo>
                <a:cubicBezTo>
                  <a:pt x="11069478" y="81186"/>
                  <a:pt x="11065435" y="79412"/>
                  <a:pt x="11062607" y="75865"/>
                </a:cubicBezTo>
                <a:cubicBezTo>
                  <a:pt x="11059779" y="72318"/>
                  <a:pt x="11058366" y="67146"/>
                  <a:pt x="11058366" y="60350"/>
                </a:cubicBezTo>
                <a:cubicBezTo>
                  <a:pt x="11058366" y="53553"/>
                  <a:pt x="11059779" y="48381"/>
                  <a:pt x="11062607" y="44834"/>
                </a:cubicBezTo>
                <a:cubicBezTo>
                  <a:pt x="11065435" y="41287"/>
                  <a:pt x="11069503" y="39514"/>
                  <a:pt x="11074811" y="39514"/>
                </a:cubicBezTo>
                <a:close/>
                <a:moveTo>
                  <a:pt x="10980082" y="39514"/>
                </a:moveTo>
                <a:cubicBezTo>
                  <a:pt x="10981967" y="39514"/>
                  <a:pt x="10983902" y="39799"/>
                  <a:pt x="10985886" y="40370"/>
                </a:cubicBezTo>
                <a:cubicBezTo>
                  <a:pt x="10987871" y="40940"/>
                  <a:pt x="10989681" y="41721"/>
                  <a:pt x="10991319" y="42714"/>
                </a:cubicBezTo>
                <a:lnTo>
                  <a:pt x="10989235" y="47104"/>
                </a:lnTo>
                <a:cubicBezTo>
                  <a:pt x="10986011" y="45368"/>
                  <a:pt x="10982910" y="44499"/>
                  <a:pt x="10979933" y="44499"/>
                </a:cubicBezTo>
                <a:cubicBezTo>
                  <a:pt x="10976311" y="44499"/>
                  <a:pt x="10973484" y="45839"/>
                  <a:pt x="10971450" y="48518"/>
                </a:cubicBezTo>
                <a:cubicBezTo>
                  <a:pt x="10969416" y="51197"/>
                  <a:pt x="10968399" y="54942"/>
                  <a:pt x="10968399" y="59754"/>
                </a:cubicBezTo>
                <a:cubicBezTo>
                  <a:pt x="10968399" y="65112"/>
                  <a:pt x="10969454" y="69168"/>
                  <a:pt x="10971562" y="71921"/>
                </a:cubicBezTo>
                <a:cubicBezTo>
                  <a:pt x="10973670" y="74674"/>
                  <a:pt x="10976783" y="76051"/>
                  <a:pt x="10980901" y="76051"/>
                </a:cubicBezTo>
                <a:cubicBezTo>
                  <a:pt x="10983976" y="76051"/>
                  <a:pt x="10986928" y="75208"/>
                  <a:pt x="10989756" y="73521"/>
                </a:cubicBezTo>
                <a:lnTo>
                  <a:pt x="10991765" y="77837"/>
                </a:lnTo>
                <a:cubicBezTo>
                  <a:pt x="10990376" y="78879"/>
                  <a:pt x="10988690" y="79685"/>
                  <a:pt x="10986705" y="80255"/>
                </a:cubicBezTo>
                <a:cubicBezTo>
                  <a:pt x="10984720" y="80826"/>
                  <a:pt x="10982637" y="81111"/>
                  <a:pt x="10980454" y="81111"/>
                </a:cubicBezTo>
                <a:cubicBezTo>
                  <a:pt x="10974897" y="81111"/>
                  <a:pt x="10970570" y="79276"/>
                  <a:pt x="10967469" y="75605"/>
                </a:cubicBezTo>
                <a:cubicBezTo>
                  <a:pt x="10964368" y="71933"/>
                  <a:pt x="10962818" y="66799"/>
                  <a:pt x="10962818" y="60201"/>
                </a:cubicBezTo>
                <a:cubicBezTo>
                  <a:pt x="10962818" y="56083"/>
                  <a:pt x="10963538" y="52462"/>
                  <a:pt x="10964976" y="49336"/>
                </a:cubicBezTo>
                <a:cubicBezTo>
                  <a:pt x="10966414" y="46211"/>
                  <a:pt x="10968436" y="43793"/>
                  <a:pt x="10971041" y="42081"/>
                </a:cubicBezTo>
                <a:cubicBezTo>
                  <a:pt x="10973645" y="40370"/>
                  <a:pt x="10976659" y="39514"/>
                  <a:pt x="10980082" y="39514"/>
                </a:cubicBezTo>
                <a:close/>
                <a:moveTo>
                  <a:pt x="10941163" y="39514"/>
                </a:moveTo>
                <a:cubicBezTo>
                  <a:pt x="10946174" y="39514"/>
                  <a:pt x="10950069" y="41200"/>
                  <a:pt x="10952846" y="44574"/>
                </a:cubicBezTo>
                <a:cubicBezTo>
                  <a:pt x="10955624" y="47947"/>
                  <a:pt x="10957014" y="52635"/>
                  <a:pt x="10957014" y="58638"/>
                </a:cubicBezTo>
                <a:cubicBezTo>
                  <a:pt x="10957014" y="59829"/>
                  <a:pt x="10956939" y="60871"/>
                  <a:pt x="10956790" y="61764"/>
                </a:cubicBezTo>
                <a:lnTo>
                  <a:pt x="10930299" y="61764"/>
                </a:lnTo>
                <a:cubicBezTo>
                  <a:pt x="10930498" y="66476"/>
                  <a:pt x="10931651" y="70036"/>
                  <a:pt x="10933759" y="72442"/>
                </a:cubicBezTo>
                <a:cubicBezTo>
                  <a:pt x="10935867" y="74848"/>
                  <a:pt x="10938881" y="76051"/>
                  <a:pt x="10942801" y="76051"/>
                </a:cubicBezTo>
                <a:cubicBezTo>
                  <a:pt x="10946521" y="76051"/>
                  <a:pt x="10949944" y="75009"/>
                  <a:pt x="10953070" y="72926"/>
                </a:cubicBezTo>
                <a:lnTo>
                  <a:pt x="10955153" y="77242"/>
                </a:lnTo>
                <a:cubicBezTo>
                  <a:pt x="10953615" y="78482"/>
                  <a:pt x="10951743" y="79437"/>
                  <a:pt x="10949535" y="80107"/>
                </a:cubicBezTo>
                <a:cubicBezTo>
                  <a:pt x="10947327" y="80776"/>
                  <a:pt x="10944983" y="81111"/>
                  <a:pt x="10942503" y="81111"/>
                </a:cubicBezTo>
                <a:cubicBezTo>
                  <a:pt x="10936946" y="81111"/>
                  <a:pt x="10932619" y="79276"/>
                  <a:pt x="10929518" y="75605"/>
                </a:cubicBezTo>
                <a:cubicBezTo>
                  <a:pt x="10926417" y="71933"/>
                  <a:pt x="10924867" y="66849"/>
                  <a:pt x="10924867" y="60350"/>
                </a:cubicBezTo>
                <a:cubicBezTo>
                  <a:pt x="10924867" y="53801"/>
                  <a:pt x="10926305" y="48691"/>
                  <a:pt x="10929183" y="45020"/>
                </a:cubicBezTo>
                <a:cubicBezTo>
                  <a:pt x="10932061" y="41349"/>
                  <a:pt x="10936053" y="39514"/>
                  <a:pt x="10941163" y="39514"/>
                </a:cubicBezTo>
                <a:close/>
                <a:moveTo>
                  <a:pt x="10817190" y="39514"/>
                </a:moveTo>
                <a:cubicBezTo>
                  <a:pt x="10819372" y="39514"/>
                  <a:pt x="10821381" y="39960"/>
                  <a:pt x="10823217" y="40853"/>
                </a:cubicBezTo>
                <a:cubicBezTo>
                  <a:pt x="10825053" y="41746"/>
                  <a:pt x="10826616" y="43011"/>
                  <a:pt x="10827905" y="44648"/>
                </a:cubicBezTo>
                <a:lnTo>
                  <a:pt x="10827905" y="40481"/>
                </a:lnTo>
                <a:lnTo>
                  <a:pt x="10832891" y="40481"/>
                </a:lnTo>
                <a:lnTo>
                  <a:pt x="10832891" y="80516"/>
                </a:lnTo>
                <a:cubicBezTo>
                  <a:pt x="10832891" y="85576"/>
                  <a:pt x="10831378" y="89520"/>
                  <a:pt x="10828352" y="92348"/>
                </a:cubicBezTo>
                <a:cubicBezTo>
                  <a:pt x="10825325" y="95175"/>
                  <a:pt x="10821109" y="96589"/>
                  <a:pt x="10815701" y="96589"/>
                </a:cubicBezTo>
                <a:cubicBezTo>
                  <a:pt x="10813717" y="96589"/>
                  <a:pt x="10811770" y="96391"/>
                  <a:pt x="10809860" y="95994"/>
                </a:cubicBezTo>
                <a:cubicBezTo>
                  <a:pt x="10807949" y="95597"/>
                  <a:pt x="10806325" y="95051"/>
                  <a:pt x="10804986" y="94357"/>
                </a:cubicBezTo>
                <a:lnTo>
                  <a:pt x="10806623" y="89520"/>
                </a:lnTo>
                <a:cubicBezTo>
                  <a:pt x="10809401" y="90909"/>
                  <a:pt x="10812427" y="91604"/>
                  <a:pt x="10815701" y="91604"/>
                </a:cubicBezTo>
                <a:cubicBezTo>
                  <a:pt x="10819571" y="91604"/>
                  <a:pt x="10822510" y="90661"/>
                  <a:pt x="10824519" y="88776"/>
                </a:cubicBezTo>
                <a:cubicBezTo>
                  <a:pt x="10826529" y="86891"/>
                  <a:pt x="10827533" y="84137"/>
                  <a:pt x="10827533" y="80516"/>
                </a:cubicBezTo>
                <a:lnTo>
                  <a:pt x="10827533" y="73447"/>
                </a:lnTo>
                <a:cubicBezTo>
                  <a:pt x="10824854" y="77118"/>
                  <a:pt x="10821109" y="78953"/>
                  <a:pt x="10816297" y="78953"/>
                </a:cubicBezTo>
                <a:cubicBezTo>
                  <a:pt x="10811584" y="78953"/>
                  <a:pt x="10807888" y="77192"/>
                  <a:pt x="10805209" y="73670"/>
                </a:cubicBezTo>
                <a:cubicBezTo>
                  <a:pt x="10802530" y="70148"/>
                  <a:pt x="10801191" y="65236"/>
                  <a:pt x="10801191" y="58936"/>
                </a:cubicBezTo>
                <a:cubicBezTo>
                  <a:pt x="10801191" y="52834"/>
                  <a:pt x="10802604" y="48071"/>
                  <a:pt x="10805432" y="44648"/>
                </a:cubicBezTo>
                <a:cubicBezTo>
                  <a:pt x="10808260" y="41225"/>
                  <a:pt x="10812179" y="39514"/>
                  <a:pt x="10817190" y="39514"/>
                </a:cubicBezTo>
                <a:close/>
                <a:moveTo>
                  <a:pt x="10773509" y="39514"/>
                </a:moveTo>
                <a:cubicBezTo>
                  <a:pt x="10777378" y="39514"/>
                  <a:pt x="10780405" y="40630"/>
                  <a:pt x="10782587" y="42862"/>
                </a:cubicBezTo>
                <a:cubicBezTo>
                  <a:pt x="10784770" y="45095"/>
                  <a:pt x="10785861" y="48171"/>
                  <a:pt x="10785861" y="52090"/>
                </a:cubicBezTo>
                <a:lnTo>
                  <a:pt x="10785861" y="80218"/>
                </a:lnTo>
                <a:lnTo>
                  <a:pt x="10780503" y="80218"/>
                </a:lnTo>
                <a:lnTo>
                  <a:pt x="10780503" y="52462"/>
                </a:lnTo>
                <a:cubicBezTo>
                  <a:pt x="10780503" y="49932"/>
                  <a:pt x="10779784" y="48009"/>
                  <a:pt x="10778345" y="46695"/>
                </a:cubicBezTo>
                <a:cubicBezTo>
                  <a:pt x="10776907" y="45380"/>
                  <a:pt x="10774824" y="44723"/>
                  <a:pt x="10772095" y="44723"/>
                </a:cubicBezTo>
                <a:cubicBezTo>
                  <a:pt x="10770110" y="44723"/>
                  <a:pt x="10768275" y="45033"/>
                  <a:pt x="10766588" y="45653"/>
                </a:cubicBezTo>
                <a:cubicBezTo>
                  <a:pt x="10764901" y="46273"/>
                  <a:pt x="10763264" y="47278"/>
                  <a:pt x="10761677" y="48667"/>
                </a:cubicBezTo>
                <a:lnTo>
                  <a:pt x="10761677" y="80218"/>
                </a:lnTo>
                <a:lnTo>
                  <a:pt x="10756319" y="80218"/>
                </a:lnTo>
                <a:lnTo>
                  <a:pt x="10756319" y="40481"/>
                </a:lnTo>
                <a:lnTo>
                  <a:pt x="10761305" y="40481"/>
                </a:lnTo>
                <a:lnTo>
                  <a:pt x="10761305" y="44723"/>
                </a:lnTo>
                <a:cubicBezTo>
                  <a:pt x="10764629" y="41250"/>
                  <a:pt x="10768696" y="39514"/>
                  <a:pt x="10773509" y="39514"/>
                </a:cubicBezTo>
                <a:close/>
                <a:moveTo>
                  <a:pt x="10630336" y="39514"/>
                </a:moveTo>
                <a:cubicBezTo>
                  <a:pt x="10632866" y="39514"/>
                  <a:pt x="10635048" y="40047"/>
                  <a:pt x="10636884" y="41114"/>
                </a:cubicBezTo>
                <a:cubicBezTo>
                  <a:pt x="10638720" y="42180"/>
                  <a:pt x="10640084" y="43681"/>
                  <a:pt x="10640977" y="45616"/>
                </a:cubicBezTo>
                <a:cubicBezTo>
                  <a:pt x="10644499" y="41548"/>
                  <a:pt x="10648741" y="39514"/>
                  <a:pt x="10653702" y="39514"/>
                </a:cubicBezTo>
                <a:cubicBezTo>
                  <a:pt x="10657423" y="39514"/>
                  <a:pt x="10660325" y="40618"/>
                  <a:pt x="10662408" y="42825"/>
                </a:cubicBezTo>
                <a:cubicBezTo>
                  <a:pt x="10664492" y="45033"/>
                  <a:pt x="10665534" y="48121"/>
                  <a:pt x="10665534" y="52090"/>
                </a:cubicBezTo>
                <a:lnTo>
                  <a:pt x="10665534" y="80218"/>
                </a:lnTo>
                <a:lnTo>
                  <a:pt x="10660176" y="80218"/>
                </a:lnTo>
                <a:lnTo>
                  <a:pt x="10660176" y="52462"/>
                </a:lnTo>
                <a:cubicBezTo>
                  <a:pt x="10660176" y="49932"/>
                  <a:pt x="10659506" y="48009"/>
                  <a:pt x="10658167" y="46695"/>
                </a:cubicBezTo>
                <a:cubicBezTo>
                  <a:pt x="10656827" y="45380"/>
                  <a:pt x="10654868" y="44723"/>
                  <a:pt x="10652288" y="44723"/>
                </a:cubicBezTo>
                <a:cubicBezTo>
                  <a:pt x="10648666" y="44723"/>
                  <a:pt x="10645219" y="46112"/>
                  <a:pt x="10641945" y="48890"/>
                </a:cubicBezTo>
                <a:cubicBezTo>
                  <a:pt x="10642143" y="49733"/>
                  <a:pt x="10642242" y="50800"/>
                  <a:pt x="10642242" y="52090"/>
                </a:cubicBezTo>
                <a:lnTo>
                  <a:pt x="10642242" y="80218"/>
                </a:lnTo>
                <a:lnTo>
                  <a:pt x="10636884" y="80218"/>
                </a:lnTo>
                <a:lnTo>
                  <a:pt x="10636884" y="52462"/>
                </a:lnTo>
                <a:cubicBezTo>
                  <a:pt x="10636884" y="49932"/>
                  <a:pt x="10636202" y="48009"/>
                  <a:pt x="10634838" y="46695"/>
                </a:cubicBezTo>
                <a:cubicBezTo>
                  <a:pt x="10633474" y="45380"/>
                  <a:pt x="10631502" y="44723"/>
                  <a:pt x="10628922" y="44723"/>
                </a:cubicBezTo>
                <a:cubicBezTo>
                  <a:pt x="10627037" y="44723"/>
                  <a:pt x="10625276" y="45045"/>
                  <a:pt x="10623639" y="45690"/>
                </a:cubicBezTo>
                <a:cubicBezTo>
                  <a:pt x="10622002" y="46335"/>
                  <a:pt x="10620389" y="47327"/>
                  <a:pt x="10618802" y="48667"/>
                </a:cubicBezTo>
                <a:lnTo>
                  <a:pt x="10618802" y="80218"/>
                </a:lnTo>
                <a:lnTo>
                  <a:pt x="10613444" y="80218"/>
                </a:lnTo>
                <a:lnTo>
                  <a:pt x="10613444" y="40481"/>
                </a:lnTo>
                <a:lnTo>
                  <a:pt x="10618430" y="40481"/>
                </a:lnTo>
                <a:lnTo>
                  <a:pt x="10618430" y="44723"/>
                </a:lnTo>
                <a:cubicBezTo>
                  <a:pt x="10621754" y="41250"/>
                  <a:pt x="10625722" y="39514"/>
                  <a:pt x="10630336" y="39514"/>
                </a:cubicBezTo>
                <a:close/>
                <a:moveTo>
                  <a:pt x="10586953" y="39514"/>
                </a:moveTo>
                <a:cubicBezTo>
                  <a:pt x="10591219" y="39514"/>
                  <a:pt x="10594654" y="40580"/>
                  <a:pt x="10597259" y="42714"/>
                </a:cubicBezTo>
                <a:cubicBezTo>
                  <a:pt x="10599863" y="44847"/>
                  <a:pt x="10601166" y="47972"/>
                  <a:pt x="10601166" y="52090"/>
                </a:cubicBezTo>
                <a:lnTo>
                  <a:pt x="10601166" y="80218"/>
                </a:lnTo>
                <a:lnTo>
                  <a:pt x="10596180" y="80218"/>
                </a:lnTo>
                <a:lnTo>
                  <a:pt x="10596180" y="75381"/>
                </a:lnTo>
                <a:cubicBezTo>
                  <a:pt x="10593600" y="79152"/>
                  <a:pt x="10589607" y="81037"/>
                  <a:pt x="10584199" y="81037"/>
                </a:cubicBezTo>
                <a:cubicBezTo>
                  <a:pt x="10580280" y="81037"/>
                  <a:pt x="10577217" y="79995"/>
                  <a:pt x="10575009" y="77911"/>
                </a:cubicBezTo>
                <a:cubicBezTo>
                  <a:pt x="10572801" y="75828"/>
                  <a:pt x="10571698" y="72926"/>
                  <a:pt x="10571698" y="69205"/>
                </a:cubicBezTo>
                <a:cubicBezTo>
                  <a:pt x="10571698" y="64492"/>
                  <a:pt x="10573657" y="61007"/>
                  <a:pt x="10577576" y="58750"/>
                </a:cubicBezTo>
                <a:cubicBezTo>
                  <a:pt x="10581496" y="56493"/>
                  <a:pt x="10587572" y="55339"/>
                  <a:pt x="10595808" y="55290"/>
                </a:cubicBezTo>
                <a:lnTo>
                  <a:pt x="10595808" y="52536"/>
                </a:lnTo>
                <a:cubicBezTo>
                  <a:pt x="10595808" y="49957"/>
                  <a:pt x="10595002" y="47985"/>
                  <a:pt x="10593389" y="46620"/>
                </a:cubicBezTo>
                <a:cubicBezTo>
                  <a:pt x="10591777" y="45256"/>
                  <a:pt x="10589433" y="44574"/>
                  <a:pt x="10586357" y="44574"/>
                </a:cubicBezTo>
                <a:cubicBezTo>
                  <a:pt x="10583133" y="44574"/>
                  <a:pt x="10580008" y="45293"/>
                  <a:pt x="10576981" y="46732"/>
                </a:cubicBezTo>
                <a:lnTo>
                  <a:pt x="10575567" y="42193"/>
                </a:lnTo>
                <a:cubicBezTo>
                  <a:pt x="10579089" y="40407"/>
                  <a:pt x="10582884" y="39514"/>
                  <a:pt x="10586953" y="39514"/>
                </a:cubicBezTo>
                <a:close/>
                <a:moveTo>
                  <a:pt x="10465211" y="39514"/>
                </a:moveTo>
                <a:cubicBezTo>
                  <a:pt x="10470470" y="39514"/>
                  <a:pt x="10474513" y="41287"/>
                  <a:pt x="10477341" y="44834"/>
                </a:cubicBezTo>
                <a:cubicBezTo>
                  <a:pt x="10480168" y="48381"/>
                  <a:pt x="10481582" y="53553"/>
                  <a:pt x="10481582" y="60350"/>
                </a:cubicBezTo>
                <a:cubicBezTo>
                  <a:pt x="10481582" y="67146"/>
                  <a:pt x="10480168" y="72318"/>
                  <a:pt x="10477341" y="75865"/>
                </a:cubicBezTo>
                <a:cubicBezTo>
                  <a:pt x="10474513" y="79412"/>
                  <a:pt x="10470445" y="81186"/>
                  <a:pt x="10465137" y="81186"/>
                </a:cubicBezTo>
                <a:cubicBezTo>
                  <a:pt x="10459878" y="81186"/>
                  <a:pt x="10455835" y="79412"/>
                  <a:pt x="10453007" y="75865"/>
                </a:cubicBezTo>
                <a:cubicBezTo>
                  <a:pt x="10450179" y="72318"/>
                  <a:pt x="10448766" y="67146"/>
                  <a:pt x="10448766" y="60350"/>
                </a:cubicBezTo>
                <a:cubicBezTo>
                  <a:pt x="10448766" y="53553"/>
                  <a:pt x="10450179" y="48381"/>
                  <a:pt x="10453007" y="44834"/>
                </a:cubicBezTo>
                <a:cubicBezTo>
                  <a:pt x="10455835" y="41287"/>
                  <a:pt x="10459903" y="39514"/>
                  <a:pt x="10465211" y="39514"/>
                </a:cubicBezTo>
                <a:close/>
                <a:moveTo>
                  <a:pt x="10373459" y="39514"/>
                </a:moveTo>
                <a:cubicBezTo>
                  <a:pt x="10377328" y="39514"/>
                  <a:pt x="10380355" y="40630"/>
                  <a:pt x="10382537" y="42862"/>
                </a:cubicBezTo>
                <a:cubicBezTo>
                  <a:pt x="10384720" y="45095"/>
                  <a:pt x="10385811" y="48171"/>
                  <a:pt x="10385811" y="52090"/>
                </a:cubicBezTo>
                <a:lnTo>
                  <a:pt x="10385811" y="80218"/>
                </a:lnTo>
                <a:lnTo>
                  <a:pt x="10380453" y="80218"/>
                </a:lnTo>
                <a:lnTo>
                  <a:pt x="10380453" y="52462"/>
                </a:lnTo>
                <a:cubicBezTo>
                  <a:pt x="10380453" y="49932"/>
                  <a:pt x="10379734" y="48009"/>
                  <a:pt x="10378295" y="46695"/>
                </a:cubicBezTo>
                <a:cubicBezTo>
                  <a:pt x="10376857" y="45380"/>
                  <a:pt x="10374774" y="44723"/>
                  <a:pt x="10372045" y="44723"/>
                </a:cubicBezTo>
                <a:cubicBezTo>
                  <a:pt x="10370060" y="44723"/>
                  <a:pt x="10368225" y="45033"/>
                  <a:pt x="10366538" y="45653"/>
                </a:cubicBezTo>
                <a:cubicBezTo>
                  <a:pt x="10364851" y="46273"/>
                  <a:pt x="10363214" y="47278"/>
                  <a:pt x="10361627" y="48667"/>
                </a:cubicBezTo>
                <a:lnTo>
                  <a:pt x="10361627" y="80218"/>
                </a:lnTo>
                <a:lnTo>
                  <a:pt x="10356269" y="80218"/>
                </a:lnTo>
                <a:lnTo>
                  <a:pt x="10356269" y="40481"/>
                </a:lnTo>
                <a:lnTo>
                  <a:pt x="10361255" y="40481"/>
                </a:lnTo>
                <a:lnTo>
                  <a:pt x="10361255" y="44723"/>
                </a:lnTo>
                <a:cubicBezTo>
                  <a:pt x="10364579" y="41250"/>
                  <a:pt x="10368646" y="39514"/>
                  <a:pt x="10373459" y="39514"/>
                </a:cubicBezTo>
                <a:close/>
                <a:moveTo>
                  <a:pt x="10331563" y="39514"/>
                </a:moveTo>
                <a:cubicBezTo>
                  <a:pt x="10336574" y="39514"/>
                  <a:pt x="10340469" y="41200"/>
                  <a:pt x="10343246" y="44574"/>
                </a:cubicBezTo>
                <a:cubicBezTo>
                  <a:pt x="10346024" y="47947"/>
                  <a:pt x="10347414" y="52635"/>
                  <a:pt x="10347414" y="58638"/>
                </a:cubicBezTo>
                <a:cubicBezTo>
                  <a:pt x="10347414" y="59829"/>
                  <a:pt x="10347339" y="60871"/>
                  <a:pt x="10347190" y="61764"/>
                </a:cubicBezTo>
                <a:lnTo>
                  <a:pt x="10320699" y="61764"/>
                </a:lnTo>
                <a:cubicBezTo>
                  <a:pt x="10320898" y="66476"/>
                  <a:pt x="10322051" y="70036"/>
                  <a:pt x="10324159" y="72442"/>
                </a:cubicBezTo>
                <a:cubicBezTo>
                  <a:pt x="10326267" y="74848"/>
                  <a:pt x="10329281" y="76051"/>
                  <a:pt x="10333201" y="76051"/>
                </a:cubicBezTo>
                <a:cubicBezTo>
                  <a:pt x="10336921" y="76051"/>
                  <a:pt x="10340344" y="75009"/>
                  <a:pt x="10343470" y="72926"/>
                </a:cubicBezTo>
                <a:lnTo>
                  <a:pt x="10345553" y="77242"/>
                </a:lnTo>
                <a:cubicBezTo>
                  <a:pt x="10344015" y="78482"/>
                  <a:pt x="10342143" y="79437"/>
                  <a:pt x="10339935" y="80107"/>
                </a:cubicBezTo>
                <a:cubicBezTo>
                  <a:pt x="10337727" y="80776"/>
                  <a:pt x="10335383" y="81111"/>
                  <a:pt x="10332903" y="81111"/>
                </a:cubicBezTo>
                <a:cubicBezTo>
                  <a:pt x="10327346" y="81111"/>
                  <a:pt x="10323019" y="79276"/>
                  <a:pt x="10319918" y="75605"/>
                </a:cubicBezTo>
                <a:cubicBezTo>
                  <a:pt x="10316817" y="71933"/>
                  <a:pt x="10315267" y="66849"/>
                  <a:pt x="10315267" y="60350"/>
                </a:cubicBezTo>
                <a:cubicBezTo>
                  <a:pt x="10315267" y="53801"/>
                  <a:pt x="10316705" y="48691"/>
                  <a:pt x="10319583" y="45020"/>
                </a:cubicBezTo>
                <a:cubicBezTo>
                  <a:pt x="10322461" y="41349"/>
                  <a:pt x="10326453" y="39514"/>
                  <a:pt x="10331563" y="39514"/>
                </a:cubicBezTo>
                <a:close/>
                <a:moveTo>
                  <a:pt x="10249634" y="39514"/>
                </a:moveTo>
                <a:cubicBezTo>
                  <a:pt x="10253503" y="39514"/>
                  <a:pt x="10256530" y="40630"/>
                  <a:pt x="10258712" y="42862"/>
                </a:cubicBezTo>
                <a:cubicBezTo>
                  <a:pt x="10260895" y="45095"/>
                  <a:pt x="10261986" y="48171"/>
                  <a:pt x="10261986" y="52090"/>
                </a:cubicBezTo>
                <a:lnTo>
                  <a:pt x="10261986" y="80218"/>
                </a:lnTo>
                <a:lnTo>
                  <a:pt x="10256628" y="80218"/>
                </a:lnTo>
                <a:lnTo>
                  <a:pt x="10256628" y="52462"/>
                </a:lnTo>
                <a:cubicBezTo>
                  <a:pt x="10256628" y="49932"/>
                  <a:pt x="10255909" y="48009"/>
                  <a:pt x="10254470" y="46695"/>
                </a:cubicBezTo>
                <a:cubicBezTo>
                  <a:pt x="10253032" y="45380"/>
                  <a:pt x="10250949" y="44723"/>
                  <a:pt x="10248220" y="44723"/>
                </a:cubicBezTo>
                <a:cubicBezTo>
                  <a:pt x="10246235" y="44723"/>
                  <a:pt x="10244400" y="45033"/>
                  <a:pt x="10242713" y="45653"/>
                </a:cubicBezTo>
                <a:cubicBezTo>
                  <a:pt x="10241026" y="46273"/>
                  <a:pt x="10239389" y="47278"/>
                  <a:pt x="10237802" y="48667"/>
                </a:cubicBezTo>
                <a:lnTo>
                  <a:pt x="10237802" y="80218"/>
                </a:lnTo>
                <a:lnTo>
                  <a:pt x="10232444" y="80218"/>
                </a:lnTo>
                <a:lnTo>
                  <a:pt x="10232444" y="40481"/>
                </a:lnTo>
                <a:lnTo>
                  <a:pt x="10237430" y="40481"/>
                </a:lnTo>
                <a:lnTo>
                  <a:pt x="10237430" y="44723"/>
                </a:lnTo>
                <a:cubicBezTo>
                  <a:pt x="10240754" y="41250"/>
                  <a:pt x="10244821" y="39514"/>
                  <a:pt x="10249634" y="39514"/>
                </a:cubicBezTo>
                <a:close/>
                <a:moveTo>
                  <a:pt x="10208036" y="39514"/>
                </a:moveTo>
                <a:cubicBezTo>
                  <a:pt x="10213295" y="39514"/>
                  <a:pt x="10217338" y="41287"/>
                  <a:pt x="10220166" y="44834"/>
                </a:cubicBezTo>
                <a:cubicBezTo>
                  <a:pt x="10222993" y="48381"/>
                  <a:pt x="10224407" y="53553"/>
                  <a:pt x="10224407" y="60350"/>
                </a:cubicBezTo>
                <a:cubicBezTo>
                  <a:pt x="10224407" y="67146"/>
                  <a:pt x="10222993" y="72318"/>
                  <a:pt x="10220166" y="75865"/>
                </a:cubicBezTo>
                <a:cubicBezTo>
                  <a:pt x="10217338" y="79412"/>
                  <a:pt x="10213270" y="81186"/>
                  <a:pt x="10207962" y="81186"/>
                </a:cubicBezTo>
                <a:cubicBezTo>
                  <a:pt x="10202703" y="81186"/>
                  <a:pt x="10198660" y="79412"/>
                  <a:pt x="10195832" y="75865"/>
                </a:cubicBezTo>
                <a:cubicBezTo>
                  <a:pt x="10193004" y="72318"/>
                  <a:pt x="10191591" y="67146"/>
                  <a:pt x="10191591" y="60350"/>
                </a:cubicBezTo>
                <a:cubicBezTo>
                  <a:pt x="10191591" y="53553"/>
                  <a:pt x="10193004" y="48381"/>
                  <a:pt x="10195832" y="44834"/>
                </a:cubicBezTo>
                <a:cubicBezTo>
                  <a:pt x="10198660" y="41287"/>
                  <a:pt x="10202728" y="39514"/>
                  <a:pt x="10208036" y="39514"/>
                </a:cubicBezTo>
                <a:close/>
                <a:moveTo>
                  <a:pt x="10170457" y="39514"/>
                </a:moveTo>
                <a:cubicBezTo>
                  <a:pt x="10172342" y="39514"/>
                  <a:pt x="10174277" y="39799"/>
                  <a:pt x="10176261" y="40370"/>
                </a:cubicBezTo>
                <a:cubicBezTo>
                  <a:pt x="10178246" y="40940"/>
                  <a:pt x="10180056" y="41721"/>
                  <a:pt x="10181694" y="42714"/>
                </a:cubicBezTo>
                <a:lnTo>
                  <a:pt x="10179610" y="47104"/>
                </a:lnTo>
                <a:cubicBezTo>
                  <a:pt x="10176386" y="45368"/>
                  <a:pt x="10173285" y="44499"/>
                  <a:pt x="10170308" y="44499"/>
                </a:cubicBezTo>
                <a:cubicBezTo>
                  <a:pt x="10166686" y="44499"/>
                  <a:pt x="10163859" y="45839"/>
                  <a:pt x="10161825" y="48518"/>
                </a:cubicBezTo>
                <a:cubicBezTo>
                  <a:pt x="10159791" y="51197"/>
                  <a:pt x="10158774" y="54942"/>
                  <a:pt x="10158774" y="59754"/>
                </a:cubicBezTo>
                <a:cubicBezTo>
                  <a:pt x="10158774" y="65112"/>
                  <a:pt x="10159829" y="69168"/>
                  <a:pt x="10161937" y="71921"/>
                </a:cubicBezTo>
                <a:cubicBezTo>
                  <a:pt x="10164045" y="74674"/>
                  <a:pt x="10167158" y="76051"/>
                  <a:pt x="10171276" y="76051"/>
                </a:cubicBezTo>
                <a:cubicBezTo>
                  <a:pt x="10174351" y="76051"/>
                  <a:pt x="10177303" y="75208"/>
                  <a:pt x="10180131" y="73521"/>
                </a:cubicBezTo>
                <a:lnTo>
                  <a:pt x="10182140" y="77837"/>
                </a:lnTo>
                <a:cubicBezTo>
                  <a:pt x="10180751" y="78879"/>
                  <a:pt x="10179065" y="79685"/>
                  <a:pt x="10177080" y="80255"/>
                </a:cubicBezTo>
                <a:cubicBezTo>
                  <a:pt x="10175095" y="80826"/>
                  <a:pt x="10173012" y="81111"/>
                  <a:pt x="10170829" y="81111"/>
                </a:cubicBezTo>
                <a:cubicBezTo>
                  <a:pt x="10165272" y="81111"/>
                  <a:pt x="10160945" y="79276"/>
                  <a:pt x="10157844" y="75605"/>
                </a:cubicBezTo>
                <a:cubicBezTo>
                  <a:pt x="10154743" y="71933"/>
                  <a:pt x="10153193" y="66799"/>
                  <a:pt x="10153193" y="60201"/>
                </a:cubicBezTo>
                <a:cubicBezTo>
                  <a:pt x="10153193" y="56083"/>
                  <a:pt x="10153913" y="52462"/>
                  <a:pt x="10155351" y="49336"/>
                </a:cubicBezTo>
                <a:cubicBezTo>
                  <a:pt x="10156789" y="46211"/>
                  <a:pt x="10158811" y="43793"/>
                  <a:pt x="10161416" y="42081"/>
                </a:cubicBezTo>
                <a:cubicBezTo>
                  <a:pt x="10164020" y="40370"/>
                  <a:pt x="10167034" y="39514"/>
                  <a:pt x="10170457" y="39514"/>
                </a:cubicBezTo>
                <a:close/>
                <a:moveTo>
                  <a:pt x="10036288" y="39514"/>
                </a:moveTo>
                <a:cubicBezTo>
                  <a:pt x="10041299" y="39514"/>
                  <a:pt x="10045194" y="41200"/>
                  <a:pt x="10047971" y="44574"/>
                </a:cubicBezTo>
                <a:cubicBezTo>
                  <a:pt x="10050749" y="47947"/>
                  <a:pt x="10052139" y="52635"/>
                  <a:pt x="10052139" y="58638"/>
                </a:cubicBezTo>
                <a:cubicBezTo>
                  <a:pt x="10052139" y="59829"/>
                  <a:pt x="10052064" y="60871"/>
                  <a:pt x="10051915" y="61764"/>
                </a:cubicBezTo>
                <a:lnTo>
                  <a:pt x="10025424" y="61764"/>
                </a:lnTo>
                <a:cubicBezTo>
                  <a:pt x="10025623" y="66476"/>
                  <a:pt x="10026776" y="70036"/>
                  <a:pt x="10028884" y="72442"/>
                </a:cubicBezTo>
                <a:cubicBezTo>
                  <a:pt x="10030992" y="74848"/>
                  <a:pt x="10034006" y="76051"/>
                  <a:pt x="10037926" y="76051"/>
                </a:cubicBezTo>
                <a:cubicBezTo>
                  <a:pt x="10041646" y="76051"/>
                  <a:pt x="10045069" y="75009"/>
                  <a:pt x="10048195" y="72926"/>
                </a:cubicBezTo>
                <a:lnTo>
                  <a:pt x="10050278" y="77242"/>
                </a:lnTo>
                <a:cubicBezTo>
                  <a:pt x="10048740" y="78482"/>
                  <a:pt x="10046868" y="79437"/>
                  <a:pt x="10044660" y="80107"/>
                </a:cubicBezTo>
                <a:cubicBezTo>
                  <a:pt x="10042452" y="80776"/>
                  <a:pt x="10040108" y="81111"/>
                  <a:pt x="10037628" y="81111"/>
                </a:cubicBezTo>
                <a:cubicBezTo>
                  <a:pt x="10032071" y="81111"/>
                  <a:pt x="10027744" y="79276"/>
                  <a:pt x="10024643" y="75605"/>
                </a:cubicBezTo>
                <a:cubicBezTo>
                  <a:pt x="10021542" y="71933"/>
                  <a:pt x="10019992" y="66849"/>
                  <a:pt x="10019992" y="60350"/>
                </a:cubicBezTo>
                <a:cubicBezTo>
                  <a:pt x="10019992" y="53801"/>
                  <a:pt x="10021430" y="48691"/>
                  <a:pt x="10024308" y="45020"/>
                </a:cubicBezTo>
                <a:cubicBezTo>
                  <a:pt x="10027186" y="41349"/>
                  <a:pt x="10031178" y="39514"/>
                  <a:pt x="10036288" y="39514"/>
                </a:cubicBezTo>
                <a:close/>
                <a:moveTo>
                  <a:pt x="9972739" y="39514"/>
                </a:moveTo>
                <a:cubicBezTo>
                  <a:pt x="9977451" y="39514"/>
                  <a:pt x="9981123" y="41374"/>
                  <a:pt x="9983752" y="45095"/>
                </a:cubicBezTo>
                <a:cubicBezTo>
                  <a:pt x="9986381" y="48816"/>
                  <a:pt x="9987696" y="54000"/>
                  <a:pt x="9987696" y="60647"/>
                </a:cubicBezTo>
                <a:cubicBezTo>
                  <a:pt x="9987696" y="67097"/>
                  <a:pt x="9986295" y="72132"/>
                  <a:pt x="9983492" y="75753"/>
                </a:cubicBezTo>
                <a:cubicBezTo>
                  <a:pt x="9980688" y="79375"/>
                  <a:pt x="9976807" y="81186"/>
                  <a:pt x="9971846" y="81186"/>
                </a:cubicBezTo>
                <a:cubicBezTo>
                  <a:pt x="9969812" y="81186"/>
                  <a:pt x="9967915" y="80789"/>
                  <a:pt x="9966153" y="79995"/>
                </a:cubicBezTo>
                <a:cubicBezTo>
                  <a:pt x="9964392" y="79201"/>
                  <a:pt x="9962866" y="78085"/>
                  <a:pt x="9961577" y="76646"/>
                </a:cubicBezTo>
                <a:lnTo>
                  <a:pt x="9961577" y="95622"/>
                </a:lnTo>
                <a:lnTo>
                  <a:pt x="9956219" y="95622"/>
                </a:lnTo>
                <a:lnTo>
                  <a:pt x="9956219" y="40481"/>
                </a:lnTo>
                <a:lnTo>
                  <a:pt x="9961205" y="40481"/>
                </a:lnTo>
                <a:lnTo>
                  <a:pt x="9961205" y="45541"/>
                </a:lnTo>
                <a:cubicBezTo>
                  <a:pt x="9962544" y="43557"/>
                  <a:pt x="9964194" y="42056"/>
                  <a:pt x="9966153" y="41039"/>
                </a:cubicBezTo>
                <a:cubicBezTo>
                  <a:pt x="9968112" y="40022"/>
                  <a:pt x="9970308" y="39514"/>
                  <a:pt x="9972739" y="39514"/>
                </a:cubicBezTo>
                <a:close/>
                <a:moveTo>
                  <a:pt x="9893413" y="39514"/>
                </a:moveTo>
                <a:cubicBezTo>
                  <a:pt x="9898424" y="39514"/>
                  <a:pt x="9902319" y="41200"/>
                  <a:pt x="9905096" y="44574"/>
                </a:cubicBezTo>
                <a:cubicBezTo>
                  <a:pt x="9907874" y="47947"/>
                  <a:pt x="9909264" y="52635"/>
                  <a:pt x="9909264" y="58638"/>
                </a:cubicBezTo>
                <a:cubicBezTo>
                  <a:pt x="9909264" y="59829"/>
                  <a:pt x="9909189" y="60871"/>
                  <a:pt x="9909040" y="61764"/>
                </a:cubicBezTo>
                <a:lnTo>
                  <a:pt x="9882549" y="61764"/>
                </a:lnTo>
                <a:cubicBezTo>
                  <a:pt x="9882748" y="66476"/>
                  <a:pt x="9883901" y="70036"/>
                  <a:pt x="9886009" y="72442"/>
                </a:cubicBezTo>
                <a:cubicBezTo>
                  <a:pt x="9888117" y="74848"/>
                  <a:pt x="9891131" y="76051"/>
                  <a:pt x="9895051" y="76051"/>
                </a:cubicBezTo>
                <a:cubicBezTo>
                  <a:pt x="9898771" y="76051"/>
                  <a:pt x="9902194" y="75009"/>
                  <a:pt x="9905320" y="72926"/>
                </a:cubicBezTo>
                <a:lnTo>
                  <a:pt x="9907403" y="77242"/>
                </a:lnTo>
                <a:cubicBezTo>
                  <a:pt x="9905865" y="78482"/>
                  <a:pt x="9903993" y="79437"/>
                  <a:pt x="9901785" y="80107"/>
                </a:cubicBezTo>
                <a:cubicBezTo>
                  <a:pt x="9899577" y="80776"/>
                  <a:pt x="9897233" y="81111"/>
                  <a:pt x="9894753" y="81111"/>
                </a:cubicBezTo>
                <a:cubicBezTo>
                  <a:pt x="9889196" y="81111"/>
                  <a:pt x="9884869" y="79276"/>
                  <a:pt x="9881768" y="75605"/>
                </a:cubicBezTo>
                <a:cubicBezTo>
                  <a:pt x="9878667" y="71933"/>
                  <a:pt x="9877117" y="66849"/>
                  <a:pt x="9877117" y="60350"/>
                </a:cubicBezTo>
                <a:cubicBezTo>
                  <a:pt x="9877117" y="53801"/>
                  <a:pt x="9878555" y="48691"/>
                  <a:pt x="9881433" y="45020"/>
                </a:cubicBezTo>
                <a:cubicBezTo>
                  <a:pt x="9884311" y="41349"/>
                  <a:pt x="9888303" y="39514"/>
                  <a:pt x="9893413" y="39514"/>
                </a:cubicBezTo>
                <a:close/>
                <a:moveTo>
                  <a:pt x="9836263" y="39514"/>
                </a:moveTo>
                <a:cubicBezTo>
                  <a:pt x="9841274" y="39514"/>
                  <a:pt x="9845169" y="41200"/>
                  <a:pt x="9847946" y="44574"/>
                </a:cubicBezTo>
                <a:cubicBezTo>
                  <a:pt x="9850724" y="47947"/>
                  <a:pt x="9852114" y="52635"/>
                  <a:pt x="9852114" y="58638"/>
                </a:cubicBezTo>
                <a:cubicBezTo>
                  <a:pt x="9852114" y="59829"/>
                  <a:pt x="9852039" y="60871"/>
                  <a:pt x="9851890" y="61764"/>
                </a:cubicBezTo>
                <a:lnTo>
                  <a:pt x="9825399" y="61764"/>
                </a:lnTo>
                <a:cubicBezTo>
                  <a:pt x="9825598" y="66476"/>
                  <a:pt x="9826751" y="70036"/>
                  <a:pt x="9828859" y="72442"/>
                </a:cubicBezTo>
                <a:cubicBezTo>
                  <a:pt x="9830967" y="74848"/>
                  <a:pt x="9833981" y="76051"/>
                  <a:pt x="9837901" y="76051"/>
                </a:cubicBezTo>
                <a:cubicBezTo>
                  <a:pt x="9841621" y="76051"/>
                  <a:pt x="9845044" y="75009"/>
                  <a:pt x="9848170" y="72926"/>
                </a:cubicBezTo>
                <a:lnTo>
                  <a:pt x="9850253" y="77242"/>
                </a:lnTo>
                <a:cubicBezTo>
                  <a:pt x="9848715" y="78482"/>
                  <a:pt x="9846843" y="79437"/>
                  <a:pt x="9844635" y="80107"/>
                </a:cubicBezTo>
                <a:cubicBezTo>
                  <a:pt x="9842427" y="80776"/>
                  <a:pt x="9840083" y="81111"/>
                  <a:pt x="9837603" y="81111"/>
                </a:cubicBezTo>
                <a:cubicBezTo>
                  <a:pt x="9832046" y="81111"/>
                  <a:pt x="9827719" y="79276"/>
                  <a:pt x="9824618" y="75605"/>
                </a:cubicBezTo>
                <a:cubicBezTo>
                  <a:pt x="9821517" y="71933"/>
                  <a:pt x="9819967" y="66849"/>
                  <a:pt x="9819967" y="60350"/>
                </a:cubicBezTo>
                <a:cubicBezTo>
                  <a:pt x="9819967" y="53801"/>
                  <a:pt x="9821405" y="48691"/>
                  <a:pt x="9824283" y="45020"/>
                </a:cubicBezTo>
                <a:cubicBezTo>
                  <a:pt x="9827161" y="41349"/>
                  <a:pt x="9831153" y="39514"/>
                  <a:pt x="9836263" y="39514"/>
                </a:cubicBezTo>
                <a:close/>
                <a:moveTo>
                  <a:pt x="9636536" y="39514"/>
                </a:moveTo>
                <a:cubicBezTo>
                  <a:pt x="9641795" y="39514"/>
                  <a:pt x="9645838" y="41287"/>
                  <a:pt x="9648666" y="44834"/>
                </a:cubicBezTo>
                <a:cubicBezTo>
                  <a:pt x="9651493" y="48381"/>
                  <a:pt x="9652907" y="53553"/>
                  <a:pt x="9652907" y="60350"/>
                </a:cubicBezTo>
                <a:cubicBezTo>
                  <a:pt x="9652907" y="67146"/>
                  <a:pt x="9651493" y="72318"/>
                  <a:pt x="9648666" y="75865"/>
                </a:cubicBezTo>
                <a:cubicBezTo>
                  <a:pt x="9645838" y="79412"/>
                  <a:pt x="9641770" y="81186"/>
                  <a:pt x="9636462" y="81186"/>
                </a:cubicBezTo>
                <a:cubicBezTo>
                  <a:pt x="9631203" y="81186"/>
                  <a:pt x="9627160" y="79412"/>
                  <a:pt x="9624332" y="75865"/>
                </a:cubicBezTo>
                <a:cubicBezTo>
                  <a:pt x="9621504" y="72318"/>
                  <a:pt x="9620091" y="67146"/>
                  <a:pt x="9620091" y="60350"/>
                </a:cubicBezTo>
                <a:cubicBezTo>
                  <a:pt x="9620091" y="53553"/>
                  <a:pt x="9621504" y="48381"/>
                  <a:pt x="9624332" y="44834"/>
                </a:cubicBezTo>
                <a:cubicBezTo>
                  <a:pt x="9627160" y="41287"/>
                  <a:pt x="9631228" y="39514"/>
                  <a:pt x="9636536" y="39514"/>
                </a:cubicBezTo>
                <a:close/>
                <a:moveTo>
                  <a:pt x="9348703" y="39514"/>
                </a:moveTo>
                <a:cubicBezTo>
                  <a:pt x="9352969" y="39514"/>
                  <a:pt x="9356404" y="40580"/>
                  <a:pt x="9359009" y="42714"/>
                </a:cubicBezTo>
                <a:cubicBezTo>
                  <a:pt x="9361613" y="44847"/>
                  <a:pt x="9362916" y="47972"/>
                  <a:pt x="9362916" y="52090"/>
                </a:cubicBezTo>
                <a:lnTo>
                  <a:pt x="9362916" y="80218"/>
                </a:lnTo>
                <a:lnTo>
                  <a:pt x="9357930" y="80218"/>
                </a:lnTo>
                <a:lnTo>
                  <a:pt x="9357930" y="75381"/>
                </a:lnTo>
                <a:cubicBezTo>
                  <a:pt x="9355350" y="79152"/>
                  <a:pt x="9351357" y="81037"/>
                  <a:pt x="9345949" y="81037"/>
                </a:cubicBezTo>
                <a:cubicBezTo>
                  <a:pt x="9342030" y="81037"/>
                  <a:pt x="9338967" y="79995"/>
                  <a:pt x="9336759" y="77911"/>
                </a:cubicBezTo>
                <a:cubicBezTo>
                  <a:pt x="9334551" y="75828"/>
                  <a:pt x="9333448" y="72926"/>
                  <a:pt x="9333448" y="69205"/>
                </a:cubicBezTo>
                <a:cubicBezTo>
                  <a:pt x="9333448" y="64492"/>
                  <a:pt x="9335407" y="61007"/>
                  <a:pt x="9339326" y="58750"/>
                </a:cubicBezTo>
                <a:cubicBezTo>
                  <a:pt x="9343246" y="56493"/>
                  <a:pt x="9349322" y="55339"/>
                  <a:pt x="9357558" y="55290"/>
                </a:cubicBezTo>
                <a:lnTo>
                  <a:pt x="9357558" y="52536"/>
                </a:lnTo>
                <a:cubicBezTo>
                  <a:pt x="9357558" y="49957"/>
                  <a:pt x="9356752" y="47985"/>
                  <a:pt x="9355139" y="46620"/>
                </a:cubicBezTo>
                <a:cubicBezTo>
                  <a:pt x="9353527" y="45256"/>
                  <a:pt x="9351183" y="44574"/>
                  <a:pt x="9348107" y="44574"/>
                </a:cubicBezTo>
                <a:cubicBezTo>
                  <a:pt x="9344883" y="44574"/>
                  <a:pt x="9341758" y="45293"/>
                  <a:pt x="9338731" y="46732"/>
                </a:cubicBezTo>
                <a:lnTo>
                  <a:pt x="9337317" y="42193"/>
                </a:lnTo>
                <a:cubicBezTo>
                  <a:pt x="9340839" y="40407"/>
                  <a:pt x="9344634" y="39514"/>
                  <a:pt x="9348703" y="39514"/>
                </a:cubicBezTo>
                <a:close/>
                <a:moveTo>
                  <a:pt x="9315514" y="39514"/>
                </a:moveTo>
                <a:cubicBezTo>
                  <a:pt x="9320226" y="39514"/>
                  <a:pt x="9323898" y="41374"/>
                  <a:pt x="9326527" y="45095"/>
                </a:cubicBezTo>
                <a:cubicBezTo>
                  <a:pt x="9329156" y="48816"/>
                  <a:pt x="9330471" y="54000"/>
                  <a:pt x="9330471" y="60647"/>
                </a:cubicBezTo>
                <a:cubicBezTo>
                  <a:pt x="9330471" y="67097"/>
                  <a:pt x="9329070" y="72132"/>
                  <a:pt x="9326267" y="75753"/>
                </a:cubicBezTo>
                <a:cubicBezTo>
                  <a:pt x="9323463" y="79375"/>
                  <a:pt x="9319582" y="81186"/>
                  <a:pt x="9314621" y="81186"/>
                </a:cubicBezTo>
                <a:cubicBezTo>
                  <a:pt x="9312587" y="81186"/>
                  <a:pt x="9310690" y="80789"/>
                  <a:pt x="9308928" y="79995"/>
                </a:cubicBezTo>
                <a:cubicBezTo>
                  <a:pt x="9307167" y="79201"/>
                  <a:pt x="9305641" y="78085"/>
                  <a:pt x="9304352" y="76646"/>
                </a:cubicBezTo>
                <a:lnTo>
                  <a:pt x="9304352" y="95622"/>
                </a:lnTo>
                <a:lnTo>
                  <a:pt x="9298994" y="95622"/>
                </a:lnTo>
                <a:lnTo>
                  <a:pt x="9298994" y="40481"/>
                </a:lnTo>
                <a:lnTo>
                  <a:pt x="9303980" y="40481"/>
                </a:lnTo>
                <a:lnTo>
                  <a:pt x="9303980" y="45541"/>
                </a:lnTo>
                <a:cubicBezTo>
                  <a:pt x="9305319" y="43557"/>
                  <a:pt x="9306969" y="42056"/>
                  <a:pt x="9308928" y="41039"/>
                </a:cubicBezTo>
                <a:cubicBezTo>
                  <a:pt x="9310887" y="40022"/>
                  <a:pt x="9313083" y="39514"/>
                  <a:pt x="9315514" y="39514"/>
                </a:cubicBezTo>
                <a:close/>
                <a:moveTo>
                  <a:pt x="9249509" y="39514"/>
                </a:moveTo>
                <a:cubicBezTo>
                  <a:pt x="9253378" y="39514"/>
                  <a:pt x="9256405" y="40630"/>
                  <a:pt x="9258587" y="42862"/>
                </a:cubicBezTo>
                <a:cubicBezTo>
                  <a:pt x="9260770" y="45095"/>
                  <a:pt x="9261861" y="48171"/>
                  <a:pt x="9261861" y="52090"/>
                </a:cubicBezTo>
                <a:lnTo>
                  <a:pt x="9261861" y="80218"/>
                </a:lnTo>
                <a:lnTo>
                  <a:pt x="9256503" y="80218"/>
                </a:lnTo>
                <a:lnTo>
                  <a:pt x="9256503" y="52462"/>
                </a:lnTo>
                <a:cubicBezTo>
                  <a:pt x="9256503" y="49932"/>
                  <a:pt x="9255784" y="48009"/>
                  <a:pt x="9254345" y="46695"/>
                </a:cubicBezTo>
                <a:cubicBezTo>
                  <a:pt x="9252907" y="45380"/>
                  <a:pt x="9250824" y="44723"/>
                  <a:pt x="9248095" y="44723"/>
                </a:cubicBezTo>
                <a:cubicBezTo>
                  <a:pt x="9246110" y="44723"/>
                  <a:pt x="9244275" y="45033"/>
                  <a:pt x="9242588" y="45653"/>
                </a:cubicBezTo>
                <a:cubicBezTo>
                  <a:pt x="9240901" y="46273"/>
                  <a:pt x="9239264" y="47278"/>
                  <a:pt x="9237677" y="48667"/>
                </a:cubicBezTo>
                <a:lnTo>
                  <a:pt x="9237677" y="80218"/>
                </a:lnTo>
                <a:lnTo>
                  <a:pt x="9232319" y="80218"/>
                </a:lnTo>
                <a:lnTo>
                  <a:pt x="9232319" y="40481"/>
                </a:lnTo>
                <a:lnTo>
                  <a:pt x="9237305" y="40481"/>
                </a:lnTo>
                <a:lnTo>
                  <a:pt x="9237305" y="44723"/>
                </a:lnTo>
                <a:cubicBezTo>
                  <a:pt x="9240629" y="41250"/>
                  <a:pt x="9244696" y="39514"/>
                  <a:pt x="9249509" y="39514"/>
                </a:cubicBezTo>
                <a:close/>
                <a:moveTo>
                  <a:pt x="9141236" y="39514"/>
                </a:moveTo>
                <a:cubicBezTo>
                  <a:pt x="9146495" y="39514"/>
                  <a:pt x="9150538" y="41287"/>
                  <a:pt x="9153366" y="44834"/>
                </a:cubicBezTo>
                <a:cubicBezTo>
                  <a:pt x="9156193" y="48381"/>
                  <a:pt x="9157607" y="53553"/>
                  <a:pt x="9157607" y="60350"/>
                </a:cubicBezTo>
                <a:cubicBezTo>
                  <a:pt x="9157607" y="67146"/>
                  <a:pt x="9156193" y="72318"/>
                  <a:pt x="9153366" y="75865"/>
                </a:cubicBezTo>
                <a:cubicBezTo>
                  <a:pt x="9150538" y="79412"/>
                  <a:pt x="9146470" y="81186"/>
                  <a:pt x="9141162" y="81186"/>
                </a:cubicBezTo>
                <a:cubicBezTo>
                  <a:pt x="9135903" y="81186"/>
                  <a:pt x="9131860" y="79412"/>
                  <a:pt x="9129032" y="75865"/>
                </a:cubicBezTo>
                <a:cubicBezTo>
                  <a:pt x="9126204" y="72318"/>
                  <a:pt x="9124791" y="67146"/>
                  <a:pt x="9124791" y="60350"/>
                </a:cubicBezTo>
                <a:cubicBezTo>
                  <a:pt x="9124791" y="53553"/>
                  <a:pt x="9126204" y="48381"/>
                  <a:pt x="9129032" y="44834"/>
                </a:cubicBezTo>
                <a:cubicBezTo>
                  <a:pt x="9131860" y="41287"/>
                  <a:pt x="9135928" y="39514"/>
                  <a:pt x="9141236" y="39514"/>
                </a:cubicBezTo>
                <a:close/>
                <a:moveTo>
                  <a:pt x="9083788" y="39514"/>
                </a:moveTo>
                <a:cubicBezTo>
                  <a:pt x="9088799" y="39514"/>
                  <a:pt x="9092694" y="41200"/>
                  <a:pt x="9095471" y="44574"/>
                </a:cubicBezTo>
                <a:cubicBezTo>
                  <a:pt x="9098249" y="47947"/>
                  <a:pt x="9099639" y="52635"/>
                  <a:pt x="9099639" y="58638"/>
                </a:cubicBezTo>
                <a:cubicBezTo>
                  <a:pt x="9099639" y="59829"/>
                  <a:pt x="9099564" y="60871"/>
                  <a:pt x="9099415" y="61764"/>
                </a:cubicBezTo>
                <a:lnTo>
                  <a:pt x="9072924" y="61764"/>
                </a:lnTo>
                <a:cubicBezTo>
                  <a:pt x="9073123" y="66476"/>
                  <a:pt x="9074276" y="70036"/>
                  <a:pt x="9076384" y="72442"/>
                </a:cubicBezTo>
                <a:cubicBezTo>
                  <a:pt x="9078492" y="74848"/>
                  <a:pt x="9081506" y="76051"/>
                  <a:pt x="9085426" y="76051"/>
                </a:cubicBezTo>
                <a:cubicBezTo>
                  <a:pt x="9089146" y="76051"/>
                  <a:pt x="9092569" y="75009"/>
                  <a:pt x="9095695" y="72926"/>
                </a:cubicBezTo>
                <a:lnTo>
                  <a:pt x="9097778" y="77242"/>
                </a:lnTo>
                <a:cubicBezTo>
                  <a:pt x="9096240" y="78482"/>
                  <a:pt x="9094368" y="79437"/>
                  <a:pt x="9092160" y="80107"/>
                </a:cubicBezTo>
                <a:cubicBezTo>
                  <a:pt x="9089952" y="80776"/>
                  <a:pt x="9087608" y="81111"/>
                  <a:pt x="9085128" y="81111"/>
                </a:cubicBezTo>
                <a:cubicBezTo>
                  <a:pt x="9079571" y="81111"/>
                  <a:pt x="9075244" y="79276"/>
                  <a:pt x="9072143" y="75605"/>
                </a:cubicBezTo>
                <a:cubicBezTo>
                  <a:pt x="9069042" y="71933"/>
                  <a:pt x="9067492" y="66849"/>
                  <a:pt x="9067492" y="60350"/>
                </a:cubicBezTo>
                <a:cubicBezTo>
                  <a:pt x="9067492" y="53801"/>
                  <a:pt x="9068930" y="48691"/>
                  <a:pt x="9071808" y="45020"/>
                </a:cubicBezTo>
                <a:cubicBezTo>
                  <a:pt x="9074686" y="41349"/>
                  <a:pt x="9078678" y="39514"/>
                  <a:pt x="9083788" y="39514"/>
                </a:cubicBezTo>
                <a:close/>
                <a:moveTo>
                  <a:pt x="9026936" y="39514"/>
                </a:moveTo>
                <a:cubicBezTo>
                  <a:pt x="9032195" y="39514"/>
                  <a:pt x="9036238" y="41287"/>
                  <a:pt x="9039066" y="44834"/>
                </a:cubicBezTo>
                <a:cubicBezTo>
                  <a:pt x="9041893" y="48381"/>
                  <a:pt x="9043307" y="53553"/>
                  <a:pt x="9043307" y="60350"/>
                </a:cubicBezTo>
                <a:cubicBezTo>
                  <a:pt x="9043307" y="67146"/>
                  <a:pt x="9041893" y="72318"/>
                  <a:pt x="9039066" y="75865"/>
                </a:cubicBezTo>
                <a:cubicBezTo>
                  <a:pt x="9036238" y="79412"/>
                  <a:pt x="9032170" y="81186"/>
                  <a:pt x="9026862" y="81186"/>
                </a:cubicBezTo>
                <a:cubicBezTo>
                  <a:pt x="9021603" y="81186"/>
                  <a:pt x="9017560" y="79412"/>
                  <a:pt x="9014732" y="75865"/>
                </a:cubicBezTo>
                <a:cubicBezTo>
                  <a:pt x="9011904" y="72318"/>
                  <a:pt x="9010491" y="67146"/>
                  <a:pt x="9010491" y="60350"/>
                </a:cubicBezTo>
                <a:cubicBezTo>
                  <a:pt x="9010491" y="53553"/>
                  <a:pt x="9011904" y="48381"/>
                  <a:pt x="9014732" y="44834"/>
                </a:cubicBezTo>
                <a:cubicBezTo>
                  <a:pt x="9017560" y="41287"/>
                  <a:pt x="9021628" y="39514"/>
                  <a:pt x="9026936" y="39514"/>
                </a:cubicBezTo>
                <a:close/>
                <a:moveTo>
                  <a:pt x="8858984" y="39514"/>
                </a:moveTo>
                <a:cubicBezTo>
                  <a:pt x="8862853" y="39514"/>
                  <a:pt x="8865880" y="40630"/>
                  <a:pt x="8868062" y="42862"/>
                </a:cubicBezTo>
                <a:cubicBezTo>
                  <a:pt x="8870245" y="45095"/>
                  <a:pt x="8871336" y="48171"/>
                  <a:pt x="8871336" y="52090"/>
                </a:cubicBezTo>
                <a:lnTo>
                  <a:pt x="8871336" y="80218"/>
                </a:lnTo>
                <a:lnTo>
                  <a:pt x="8865978" y="80218"/>
                </a:lnTo>
                <a:lnTo>
                  <a:pt x="8865978" y="52462"/>
                </a:lnTo>
                <a:cubicBezTo>
                  <a:pt x="8865978" y="49932"/>
                  <a:pt x="8865259" y="48009"/>
                  <a:pt x="8863820" y="46695"/>
                </a:cubicBezTo>
                <a:cubicBezTo>
                  <a:pt x="8862382" y="45380"/>
                  <a:pt x="8860299" y="44723"/>
                  <a:pt x="8857570" y="44723"/>
                </a:cubicBezTo>
                <a:cubicBezTo>
                  <a:pt x="8855585" y="44723"/>
                  <a:pt x="8853750" y="45033"/>
                  <a:pt x="8852063" y="45653"/>
                </a:cubicBezTo>
                <a:cubicBezTo>
                  <a:pt x="8850376" y="46273"/>
                  <a:pt x="8848739" y="47278"/>
                  <a:pt x="8847152" y="48667"/>
                </a:cubicBezTo>
                <a:lnTo>
                  <a:pt x="8847152" y="80218"/>
                </a:lnTo>
                <a:lnTo>
                  <a:pt x="8841794" y="80218"/>
                </a:lnTo>
                <a:lnTo>
                  <a:pt x="8841794" y="40481"/>
                </a:lnTo>
                <a:lnTo>
                  <a:pt x="8846780" y="40481"/>
                </a:lnTo>
                <a:lnTo>
                  <a:pt x="8846780" y="44723"/>
                </a:lnTo>
                <a:cubicBezTo>
                  <a:pt x="8850104" y="41250"/>
                  <a:pt x="8854171" y="39514"/>
                  <a:pt x="8858984" y="39514"/>
                </a:cubicBezTo>
                <a:close/>
                <a:moveTo>
                  <a:pt x="8740888" y="39514"/>
                </a:moveTo>
                <a:cubicBezTo>
                  <a:pt x="8745899" y="39514"/>
                  <a:pt x="8749794" y="41200"/>
                  <a:pt x="8752571" y="44574"/>
                </a:cubicBezTo>
                <a:cubicBezTo>
                  <a:pt x="8755349" y="47947"/>
                  <a:pt x="8756739" y="52635"/>
                  <a:pt x="8756739" y="58638"/>
                </a:cubicBezTo>
                <a:cubicBezTo>
                  <a:pt x="8756739" y="59829"/>
                  <a:pt x="8756664" y="60871"/>
                  <a:pt x="8756515" y="61764"/>
                </a:cubicBezTo>
                <a:lnTo>
                  <a:pt x="8730024" y="61764"/>
                </a:lnTo>
                <a:cubicBezTo>
                  <a:pt x="8730223" y="66476"/>
                  <a:pt x="8731376" y="70036"/>
                  <a:pt x="8733484" y="72442"/>
                </a:cubicBezTo>
                <a:cubicBezTo>
                  <a:pt x="8735592" y="74848"/>
                  <a:pt x="8738606" y="76051"/>
                  <a:pt x="8742526" y="76051"/>
                </a:cubicBezTo>
                <a:cubicBezTo>
                  <a:pt x="8746246" y="76051"/>
                  <a:pt x="8749669" y="75009"/>
                  <a:pt x="8752795" y="72926"/>
                </a:cubicBezTo>
                <a:lnTo>
                  <a:pt x="8754878" y="77242"/>
                </a:lnTo>
                <a:cubicBezTo>
                  <a:pt x="8753340" y="78482"/>
                  <a:pt x="8751468" y="79437"/>
                  <a:pt x="8749260" y="80107"/>
                </a:cubicBezTo>
                <a:cubicBezTo>
                  <a:pt x="8747052" y="80776"/>
                  <a:pt x="8744708" y="81111"/>
                  <a:pt x="8742228" y="81111"/>
                </a:cubicBezTo>
                <a:cubicBezTo>
                  <a:pt x="8736671" y="81111"/>
                  <a:pt x="8732344" y="79276"/>
                  <a:pt x="8729243" y="75605"/>
                </a:cubicBezTo>
                <a:cubicBezTo>
                  <a:pt x="8726142" y="71933"/>
                  <a:pt x="8724592" y="66849"/>
                  <a:pt x="8724592" y="60350"/>
                </a:cubicBezTo>
                <a:cubicBezTo>
                  <a:pt x="8724592" y="53801"/>
                  <a:pt x="8726030" y="48691"/>
                  <a:pt x="8728908" y="45020"/>
                </a:cubicBezTo>
                <a:cubicBezTo>
                  <a:pt x="8731786" y="41349"/>
                  <a:pt x="8735778" y="39514"/>
                  <a:pt x="8740888" y="39514"/>
                </a:cubicBezTo>
                <a:close/>
                <a:moveTo>
                  <a:pt x="8601511" y="39514"/>
                </a:moveTo>
                <a:cubicBezTo>
                  <a:pt x="8604041" y="39514"/>
                  <a:pt x="8606223" y="40047"/>
                  <a:pt x="8608059" y="41114"/>
                </a:cubicBezTo>
                <a:cubicBezTo>
                  <a:pt x="8609895" y="42180"/>
                  <a:pt x="8611259" y="43681"/>
                  <a:pt x="8612152" y="45616"/>
                </a:cubicBezTo>
                <a:cubicBezTo>
                  <a:pt x="8615674" y="41548"/>
                  <a:pt x="8619916" y="39514"/>
                  <a:pt x="8624877" y="39514"/>
                </a:cubicBezTo>
                <a:cubicBezTo>
                  <a:pt x="8628598" y="39514"/>
                  <a:pt x="8631500" y="40618"/>
                  <a:pt x="8633583" y="42825"/>
                </a:cubicBezTo>
                <a:cubicBezTo>
                  <a:pt x="8635667" y="45033"/>
                  <a:pt x="8636709" y="48121"/>
                  <a:pt x="8636709" y="52090"/>
                </a:cubicBezTo>
                <a:lnTo>
                  <a:pt x="8636709" y="80218"/>
                </a:lnTo>
                <a:lnTo>
                  <a:pt x="8631351" y="80218"/>
                </a:lnTo>
                <a:lnTo>
                  <a:pt x="8631351" y="52462"/>
                </a:lnTo>
                <a:cubicBezTo>
                  <a:pt x="8631351" y="49932"/>
                  <a:pt x="8630681" y="48009"/>
                  <a:pt x="8629342" y="46695"/>
                </a:cubicBezTo>
                <a:cubicBezTo>
                  <a:pt x="8628002" y="45380"/>
                  <a:pt x="8626043" y="44723"/>
                  <a:pt x="8623463" y="44723"/>
                </a:cubicBezTo>
                <a:cubicBezTo>
                  <a:pt x="8619841" y="44723"/>
                  <a:pt x="8616394" y="46112"/>
                  <a:pt x="8613120" y="48890"/>
                </a:cubicBezTo>
                <a:cubicBezTo>
                  <a:pt x="8613318" y="49733"/>
                  <a:pt x="8613417" y="50800"/>
                  <a:pt x="8613417" y="52090"/>
                </a:cubicBezTo>
                <a:lnTo>
                  <a:pt x="8613417" y="80218"/>
                </a:lnTo>
                <a:lnTo>
                  <a:pt x="8608059" y="80218"/>
                </a:lnTo>
                <a:lnTo>
                  <a:pt x="8608059" y="52462"/>
                </a:lnTo>
                <a:cubicBezTo>
                  <a:pt x="8608059" y="49932"/>
                  <a:pt x="8607377" y="48009"/>
                  <a:pt x="8606013" y="46695"/>
                </a:cubicBezTo>
                <a:cubicBezTo>
                  <a:pt x="8604649" y="45380"/>
                  <a:pt x="8602677" y="44723"/>
                  <a:pt x="8600097" y="44723"/>
                </a:cubicBezTo>
                <a:cubicBezTo>
                  <a:pt x="8598212" y="44723"/>
                  <a:pt x="8596451" y="45045"/>
                  <a:pt x="8594814" y="45690"/>
                </a:cubicBezTo>
                <a:cubicBezTo>
                  <a:pt x="8593177" y="46335"/>
                  <a:pt x="8591564" y="47327"/>
                  <a:pt x="8589977" y="48667"/>
                </a:cubicBezTo>
                <a:lnTo>
                  <a:pt x="8589977" y="80218"/>
                </a:lnTo>
                <a:lnTo>
                  <a:pt x="8584619" y="80218"/>
                </a:lnTo>
                <a:lnTo>
                  <a:pt x="8584619" y="40481"/>
                </a:lnTo>
                <a:lnTo>
                  <a:pt x="8589605" y="40481"/>
                </a:lnTo>
                <a:lnTo>
                  <a:pt x="8589605" y="44723"/>
                </a:lnTo>
                <a:cubicBezTo>
                  <a:pt x="8592929" y="41250"/>
                  <a:pt x="8596897" y="39514"/>
                  <a:pt x="8601511" y="39514"/>
                </a:cubicBezTo>
                <a:close/>
                <a:moveTo>
                  <a:pt x="8516084" y="39514"/>
                </a:moveTo>
                <a:cubicBezTo>
                  <a:pt x="8519953" y="39514"/>
                  <a:pt x="8522980" y="40630"/>
                  <a:pt x="8525162" y="42862"/>
                </a:cubicBezTo>
                <a:cubicBezTo>
                  <a:pt x="8527345" y="45095"/>
                  <a:pt x="8528436" y="48171"/>
                  <a:pt x="8528436" y="52090"/>
                </a:cubicBezTo>
                <a:lnTo>
                  <a:pt x="8528436" y="80218"/>
                </a:lnTo>
                <a:lnTo>
                  <a:pt x="8523078" y="80218"/>
                </a:lnTo>
                <a:lnTo>
                  <a:pt x="8523078" y="52462"/>
                </a:lnTo>
                <a:cubicBezTo>
                  <a:pt x="8523078" y="49932"/>
                  <a:pt x="8522359" y="48009"/>
                  <a:pt x="8520920" y="46695"/>
                </a:cubicBezTo>
                <a:cubicBezTo>
                  <a:pt x="8519482" y="45380"/>
                  <a:pt x="8517399" y="44723"/>
                  <a:pt x="8514670" y="44723"/>
                </a:cubicBezTo>
                <a:cubicBezTo>
                  <a:pt x="8512685" y="44723"/>
                  <a:pt x="8510850" y="45033"/>
                  <a:pt x="8509163" y="45653"/>
                </a:cubicBezTo>
                <a:cubicBezTo>
                  <a:pt x="8507476" y="46273"/>
                  <a:pt x="8505839" y="47278"/>
                  <a:pt x="8504252" y="48667"/>
                </a:cubicBezTo>
                <a:lnTo>
                  <a:pt x="8504252" y="80218"/>
                </a:lnTo>
                <a:lnTo>
                  <a:pt x="8498894" y="80218"/>
                </a:lnTo>
                <a:lnTo>
                  <a:pt x="8498894" y="40481"/>
                </a:lnTo>
                <a:lnTo>
                  <a:pt x="8503880" y="40481"/>
                </a:lnTo>
                <a:lnTo>
                  <a:pt x="8503880" y="44723"/>
                </a:lnTo>
                <a:cubicBezTo>
                  <a:pt x="8507204" y="41250"/>
                  <a:pt x="8511271" y="39514"/>
                  <a:pt x="8516084" y="39514"/>
                </a:cubicBezTo>
                <a:close/>
                <a:moveTo>
                  <a:pt x="8472403" y="39514"/>
                </a:moveTo>
                <a:cubicBezTo>
                  <a:pt x="8476669" y="39514"/>
                  <a:pt x="8480104" y="40580"/>
                  <a:pt x="8482709" y="42714"/>
                </a:cubicBezTo>
                <a:cubicBezTo>
                  <a:pt x="8485313" y="44847"/>
                  <a:pt x="8486616" y="47972"/>
                  <a:pt x="8486616" y="52090"/>
                </a:cubicBezTo>
                <a:lnTo>
                  <a:pt x="8486616" y="80218"/>
                </a:lnTo>
                <a:lnTo>
                  <a:pt x="8481630" y="80218"/>
                </a:lnTo>
                <a:lnTo>
                  <a:pt x="8481630" y="75381"/>
                </a:lnTo>
                <a:cubicBezTo>
                  <a:pt x="8479050" y="79152"/>
                  <a:pt x="8475057" y="81037"/>
                  <a:pt x="8469649" y="81037"/>
                </a:cubicBezTo>
                <a:cubicBezTo>
                  <a:pt x="8465730" y="81037"/>
                  <a:pt x="8462667" y="79995"/>
                  <a:pt x="8460459" y="77911"/>
                </a:cubicBezTo>
                <a:cubicBezTo>
                  <a:pt x="8458251" y="75828"/>
                  <a:pt x="8457148" y="72926"/>
                  <a:pt x="8457148" y="69205"/>
                </a:cubicBezTo>
                <a:cubicBezTo>
                  <a:pt x="8457148" y="64492"/>
                  <a:pt x="8459107" y="61007"/>
                  <a:pt x="8463026" y="58750"/>
                </a:cubicBezTo>
                <a:cubicBezTo>
                  <a:pt x="8466946" y="56493"/>
                  <a:pt x="8473022" y="55339"/>
                  <a:pt x="8481258" y="55290"/>
                </a:cubicBezTo>
                <a:lnTo>
                  <a:pt x="8481258" y="52536"/>
                </a:lnTo>
                <a:cubicBezTo>
                  <a:pt x="8481258" y="49957"/>
                  <a:pt x="8480452" y="47985"/>
                  <a:pt x="8478839" y="46620"/>
                </a:cubicBezTo>
                <a:cubicBezTo>
                  <a:pt x="8477227" y="45256"/>
                  <a:pt x="8474883" y="44574"/>
                  <a:pt x="8471807" y="44574"/>
                </a:cubicBezTo>
                <a:cubicBezTo>
                  <a:pt x="8468583" y="44574"/>
                  <a:pt x="8465458" y="45293"/>
                  <a:pt x="8462431" y="46732"/>
                </a:cubicBezTo>
                <a:lnTo>
                  <a:pt x="8461017" y="42193"/>
                </a:lnTo>
                <a:cubicBezTo>
                  <a:pt x="8464539" y="40407"/>
                  <a:pt x="8468334" y="39514"/>
                  <a:pt x="8472403" y="39514"/>
                </a:cubicBezTo>
                <a:close/>
                <a:moveTo>
                  <a:pt x="8302739" y="39514"/>
                </a:moveTo>
                <a:cubicBezTo>
                  <a:pt x="8307749" y="39514"/>
                  <a:pt x="8311643" y="41200"/>
                  <a:pt x="8314421" y="44574"/>
                </a:cubicBezTo>
                <a:cubicBezTo>
                  <a:pt x="8317199" y="47947"/>
                  <a:pt x="8318589" y="52635"/>
                  <a:pt x="8318589" y="58638"/>
                </a:cubicBezTo>
                <a:cubicBezTo>
                  <a:pt x="8318589" y="59829"/>
                  <a:pt x="8318514" y="60871"/>
                  <a:pt x="8318365" y="61764"/>
                </a:cubicBezTo>
                <a:lnTo>
                  <a:pt x="8291874" y="61764"/>
                </a:lnTo>
                <a:cubicBezTo>
                  <a:pt x="8292073" y="66476"/>
                  <a:pt x="8293226" y="70036"/>
                  <a:pt x="8295335" y="72442"/>
                </a:cubicBezTo>
                <a:cubicBezTo>
                  <a:pt x="8297443" y="74848"/>
                  <a:pt x="8300456" y="76051"/>
                  <a:pt x="8304375" y="76051"/>
                </a:cubicBezTo>
                <a:cubicBezTo>
                  <a:pt x="8308097" y="76051"/>
                  <a:pt x="8311519" y="75009"/>
                  <a:pt x="8314645" y="72926"/>
                </a:cubicBezTo>
                <a:lnTo>
                  <a:pt x="8316729" y="77242"/>
                </a:lnTo>
                <a:cubicBezTo>
                  <a:pt x="8315190" y="78482"/>
                  <a:pt x="8313318" y="79437"/>
                  <a:pt x="8311110" y="80107"/>
                </a:cubicBezTo>
                <a:cubicBezTo>
                  <a:pt x="8308902" y="80776"/>
                  <a:pt x="8306558" y="81111"/>
                  <a:pt x="8304078" y="81111"/>
                </a:cubicBezTo>
                <a:cubicBezTo>
                  <a:pt x="8298521" y="81111"/>
                  <a:pt x="8294193" y="79276"/>
                  <a:pt x="8291093" y="75605"/>
                </a:cubicBezTo>
                <a:cubicBezTo>
                  <a:pt x="8287991" y="71933"/>
                  <a:pt x="8286442" y="66849"/>
                  <a:pt x="8286442" y="60350"/>
                </a:cubicBezTo>
                <a:cubicBezTo>
                  <a:pt x="8286442" y="53801"/>
                  <a:pt x="8287880" y="48691"/>
                  <a:pt x="8290758" y="45020"/>
                </a:cubicBezTo>
                <a:cubicBezTo>
                  <a:pt x="8293635" y="41349"/>
                  <a:pt x="8297629" y="39514"/>
                  <a:pt x="8302739" y="39514"/>
                </a:cubicBezTo>
                <a:close/>
                <a:moveTo>
                  <a:pt x="8226836" y="39514"/>
                </a:moveTo>
                <a:cubicBezTo>
                  <a:pt x="8232095" y="39514"/>
                  <a:pt x="8236138" y="41287"/>
                  <a:pt x="8238965" y="44834"/>
                </a:cubicBezTo>
                <a:cubicBezTo>
                  <a:pt x="8241793" y="48381"/>
                  <a:pt x="8243207" y="53553"/>
                  <a:pt x="8243207" y="60350"/>
                </a:cubicBezTo>
                <a:cubicBezTo>
                  <a:pt x="8243207" y="67146"/>
                  <a:pt x="8241793" y="72318"/>
                  <a:pt x="8238965" y="75865"/>
                </a:cubicBezTo>
                <a:cubicBezTo>
                  <a:pt x="8236138" y="79412"/>
                  <a:pt x="8232069" y="81186"/>
                  <a:pt x="8226761" y="81186"/>
                </a:cubicBezTo>
                <a:cubicBezTo>
                  <a:pt x="8221503" y="81186"/>
                  <a:pt x="8217460" y="79412"/>
                  <a:pt x="8214632" y="75865"/>
                </a:cubicBezTo>
                <a:cubicBezTo>
                  <a:pt x="8211805" y="72318"/>
                  <a:pt x="8210391" y="67146"/>
                  <a:pt x="8210391" y="60350"/>
                </a:cubicBezTo>
                <a:cubicBezTo>
                  <a:pt x="8210391" y="53553"/>
                  <a:pt x="8211805" y="48381"/>
                  <a:pt x="8214632" y="44834"/>
                </a:cubicBezTo>
                <a:cubicBezTo>
                  <a:pt x="8217460" y="41287"/>
                  <a:pt x="8221529" y="39514"/>
                  <a:pt x="8226836" y="39514"/>
                </a:cubicBezTo>
                <a:close/>
                <a:moveTo>
                  <a:pt x="8170207" y="39514"/>
                </a:moveTo>
                <a:cubicBezTo>
                  <a:pt x="8172092" y="39514"/>
                  <a:pt x="8174027" y="39799"/>
                  <a:pt x="8176011" y="40370"/>
                </a:cubicBezTo>
                <a:cubicBezTo>
                  <a:pt x="8177996" y="40940"/>
                  <a:pt x="8179807" y="41721"/>
                  <a:pt x="8181443" y="42714"/>
                </a:cubicBezTo>
                <a:lnTo>
                  <a:pt x="8179360" y="47104"/>
                </a:lnTo>
                <a:cubicBezTo>
                  <a:pt x="8176135" y="45368"/>
                  <a:pt x="8173035" y="44499"/>
                  <a:pt x="8170058" y="44499"/>
                </a:cubicBezTo>
                <a:cubicBezTo>
                  <a:pt x="8166437" y="44499"/>
                  <a:pt x="8163609" y="45839"/>
                  <a:pt x="8161575" y="48518"/>
                </a:cubicBezTo>
                <a:cubicBezTo>
                  <a:pt x="8159541" y="51197"/>
                  <a:pt x="8158524" y="54942"/>
                  <a:pt x="8158524" y="59754"/>
                </a:cubicBezTo>
                <a:cubicBezTo>
                  <a:pt x="8158524" y="65112"/>
                  <a:pt x="8159579" y="69168"/>
                  <a:pt x="8161687" y="71921"/>
                </a:cubicBezTo>
                <a:cubicBezTo>
                  <a:pt x="8163795" y="74674"/>
                  <a:pt x="8166909" y="76051"/>
                  <a:pt x="8171025" y="76051"/>
                </a:cubicBezTo>
                <a:cubicBezTo>
                  <a:pt x="8174101" y="76051"/>
                  <a:pt x="8177053" y="75208"/>
                  <a:pt x="8179881" y="73521"/>
                </a:cubicBezTo>
                <a:lnTo>
                  <a:pt x="8181890" y="77837"/>
                </a:lnTo>
                <a:cubicBezTo>
                  <a:pt x="8180501" y="78879"/>
                  <a:pt x="8178815" y="79685"/>
                  <a:pt x="8176830" y="80255"/>
                </a:cubicBezTo>
                <a:cubicBezTo>
                  <a:pt x="8174845" y="80826"/>
                  <a:pt x="8172761" y="81111"/>
                  <a:pt x="8170579" y="81111"/>
                </a:cubicBezTo>
                <a:cubicBezTo>
                  <a:pt x="8165023" y="81111"/>
                  <a:pt x="8160695" y="79276"/>
                  <a:pt x="8157594" y="75605"/>
                </a:cubicBezTo>
                <a:cubicBezTo>
                  <a:pt x="8154493" y="71933"/>
                  <a:pt x="8152943" y="66799"/>
                  <a:pt x="8152943" y="60201"/>
                </a:cubicBezTo>
                <a:cubicBezTo>
                  <a:pt x="8152943" y="56083"/>
                  <a:pt x="8153663" y="52462"/>
                  <a:pt x="8155101" y="49336"/>
                </a:cubicBezTo>
                <a:cubicBezTo>
                  <a:pt x="8156539" y="46211"/>
                  <a:pt x="8158561" y="43793"/>
                  <a:pt x="8161165" y="42081"/>
                </a:cubicBezTo>
                <a:cubicBezTo>
                  <a:pt x="8163770" y="40370"/>
                  <a:pt x="8166784" y="39514"/>
                  <a:pt x="8170207" y="39514"/>
                </a:cubicBezTo>
                <a:close/>
                <a:moveTo>
                  <a:pt x="7950313" y="39514"/>
                </a:moveTo>
                <a:cubicBezTo>
                  <a:pt x="7955323" y="39514"/>
                  <a:pt x="7959219" y="41200"/>
                  <a:pt x="7961997" y="44574"/>
                </a:cubicBezTo>
                <a:cubicBezTo>
                  <a:pt x="7964774" y="47947"/>
                  <a:pt x="7966163" y="52635"/>
                  <a:pt x="7966163" y="58638"/>
                </a:cubicBezTo>
                <a:cubicBezTo>
                  <a:pt x="7966163" y="59829"/>
                  <a:pt x="7966089" y="60871"/>
                  <a:pt x="7965941" y="61764"/>
                </a:cubicBezTo>
                <a:lnTo>
                  <a:pt x="7939449" y="61764"/>
                </a:lnTo>
                <a:cubicBezTo>
                  <a:pt x="7939648" y="66476"/>
                  <a:pt x="7940801" y="70036"/>
                  <a:pt x="7942910" y="72442"/>
                </a:cubicBezTo>
                <a:cubicBezTo>
                  <a:pt x="7945017" y="74848"/>
                  <a:pt x="7948031" y="76051"/>
                  <a:pt x="7951951" y="76051"/>
                </a:cubicBezTo>
                <a:cubicBezTo>
                  <a:pt x="7955671" y="76051"/>
                  <a:pt x="7959095" y="75009"/>
                  <a:pt x="7962219" y="72926"/>
                </a:cubicBezTo>
                <a:lnTo>
                  <a:pt x="7964303" y="77242"/>
                </a:lnTo>
                <a:cubicBezTo>
                  <a:pt x="7962765" y="78482"/>
                  <a:pt x="7960893" y="79437"/>
                  <a:pt x="7958685" y="80107"/>
                </a:cubicBezTo>
                <a:cubicBezTo>
                  <a:pt x="7956477" y="80776"/>
                  <a:pt x="7954133" y="81111"/>
                  <a:pt x="7951653" y="81111"/>
                </a:cubicBezTo>
                <a:cubicBezTo>
                  <a:pt x="7946097" y="81111"/>
                  <a:pt x="7941769" y="79276"/>
                  <a:pt x="7938668" y="75605"/>
                </a:cubicBezTo>
                <a:cubicBezTo>
                  <a:pt x="7935567" y="71933"/>
                  <a:pt x="7934017" y="66849"/>
                  <a:pt x="7934017" y="60350"/>
                </a:cubicBezTo>
                <a:cubicBezTo>
                  <a:pt x="7934017" y="53801"/>
                  <a:pt x="7935455" y="48691"/>
                  <a:pt x="7938333" y="45020"/>
                </a:cubicBezTo>
                <a:cubicBezTo>
                  <a:pt x="7941211" y="41349"/>
                  <a:pt x="7945203" y="39514"/>
                  <a:pt x="7950313" y="39514"/>
                </a:cubicBezTo>
                <a:close/>
                <a:moveTo>
                  <a:pt x="7896289" y="39514"/>
                </a:moveTo>
                <a:cubicBezTo>
                  <a:pt x="7901002" y="39514"/>
                  <a:pt x="7904673" y="41374"/>
                  <a:pt x="7907302" y="45095"/>
                </a:cubicBezTo>
                <a:cubicBezTo>
                  <a:pt x="7909931" y="48816"/>
                  <a:pt x="7911246" y="54000"/>
                  <a:pt x="7911246" y="60647"/>
                </a:cubicBezTo>
                <a:cubicBezTo>
                  <a:pt x="7911246" y="67097"/>
                  <a:pt x="7909845" y="72132"/>
                  <a:pt x="7907042" y="75753"/>
                </a:cubicBezTo>
                <a:cubicBezTo>
                  <a:pt x="7904239" y="79375"/>
                  <a:pt x="7900357" y="81186"/>
                  <a:pt x="7895396" y="81186"/>
                </a:cubicBezTo>
                <a:cubicBezTo>
                  <a:pt x="7893363" y="81186"/>
                  <a:pt x="7891464" y="80789"/>
                  <a:pt x="7889703" y="79995"/>
                </a:cubicBezTo>
                <a:cubicBezTo>
                  <a:pt x="7887943" y="79201"/>
                  <a:pt x="7886417" y="78085"/>
                  <a:pt x="7885127" y="76646"/>
                </a:cubicBezTo>
                <a:lnTo>
                  <a:pt x="7885127" y="95622"/>
                </a:lnTo>
                <a:lnTo>
                  <a:pt x="7879769" y="95622"/>
                </a:lnTo>
                <a:lnTo>
                  <a:pt x="7879769" y="40481"/>
                </a:lnTo>
                <a:lnTo>
                  <a:pt x="7884755" y="40481"/>
                </a:lnTo>
                <a:lnTo>
                  <a:pt x="7884755" y="45541"/>
                </a:lnTo>
                <a:cubicBezTo>
                  <a:pt x="7886094" y="43557"/>
                  <a:pt x="7887744" y="42056"/>
                  <a:pt x="7889703" y="41039"/>
                </a:cubicBezTo>
                <a:cubicBezTo>
                  <a:pt x="7891663" y="40022"/>
                  <a:pt x="7893858" y="39514"/>
                  <a:pt x="7896289" y="39514"/>
                </a:cubicBezTo>
                <a:close/>
                <a:moveTo>
                  <a:pt x="7855361" y="39514"/>
                </a:moveTo>
                <a:cubicBezTo>
                  <a:pt x="7860620" y="39514"/>
                  <a:pt x="7864663" y="41287"/>
                  <a:pt x="7867491" y="44834"/>
                </a:cubicBezTo>
                <a:cubicBezTo>
                  <a:pt x="7870319" y="48381"/>
                  <a:pt x="7871732" y="53553"/>
                  <a:pt x="7871732" y="60350"/>
                </a:cubicBezTo>
                <a:cubicBezTo>
                  <a:pt x="7871732" y="67146"/>
                  <a:pt x="7870319" y="72318"/>
                  <a:pt x="7867491" y="75865"/>
                </a:cubicBezTo>
                <a:cubicBezTo>
                  <a:pt x="7864663" y="79412"/>
                  <a:pt x="7860595" y="81186"/>
                  <a:pt x="7855287" y="81186"/>
                </a:cubicBezTo>
                <a:cubicBezTo>
                  <a:pt x="7850029" y="81186"/>
                  <a:pt x="7845985" y="79412"/>
                  <a:pt x="7843157" y="75865"/>
                </a:cubicBezTo>
                <a:cubicBezTo>
                  <a:pt x="7840330" y="72318"/>
                  <a:pt x="7838916" y="67146"/>
                  <a:pt x="7838916" y="60350"/>
                </a:cubicBezTo>
                <a:cubicBezTo>
                  <a:pt x="7838916" y="53553"/>
                  <a:pt x="7840330" y="48381"/>
                  <a:pt x="7843157" y="44834"/>
                </a:cubicBezTo>
                <a:cubicBezTo>
                  <a:pt x="7845985" y="41287"/>
                  <a:pt x="7850053" y="39514"/>
                  <a:pt x="7855361" y="39514"/>
                </a:cubicBezTo>
                <a:close/>
                <a:moveTo>
                  <a:pt x="7817782" y="39514"/>
                </a:moveTo>
                <a:cubicBezTo>
                  <a:pt x="7819668" y="39514"/>
                  <a:pt x="7821602" y="39799"/>
                  <a:pt x="7823587" y="40370"/>
                </a:cubicBezTo>
                <a:cubicBezTo>
                  <a:pt x="7825571" y="40940"/>
                  <a:pt x="7827382" y="41721"/>
                  <a:pt x="7829019" y="42714"/>
                </a:cubicBezTo>
                <a:lnTo>
                  <a:pt x="7826935" y="47104"/>
                </a:lnTo>
                <a:cubicBezTo>
                  <a:pt x="7823710" y="45368"/>
                  <a:pt x="7820610" y="44499"/>
                  <a:pt x="7817633" y="44499"/>
                </a:cubicBezTo>
                <a:cubicBezTo>
                  <a:pt x="7814012" y="44499"/>
                  <a:pt x="7811184" y="45839"/>
                  <a:pt x="7809150" y="48518"/>
                </a:cubicBezTo>
                <a:cubicBezTo>
                  <a:pt x="7807116" y="51197"/>
                  <a:pt x="7806099" y="54942"/>
                  <a:pt x="7806099" y="59754"/>
                </a:cubicBezTo>
                <a:cubicBezTo>
                  <a:pt x="7806099" y="65112"/>
                  <a:pt x="7807153" y="69168"/>
                  <a:pt x="7809262" y="71921"/>
                </a:cubicBezTo>
                <a:cubicBezTo>
                  <a:pt x="7811370" y="74674"/>
                  <a:pt x="7814483" y="76051"/>
                  <a:pt x="7818601" y="76051"/>
                </a:cubicBezTo>
                <a:cubicBezTo>
                  <a:pt x="7821677" y="76051"/>
                  <a:pt x="7824628" y="75208"/>
                  <a:pt x="7827456" y="73521"/>
                </a:cubicBezTo>
                <a:lnTo>
                  <a:pt x="7829465" y="77837"/>
                </a:lnTo>
                <a:cubicBezTo>
                  <a:pt x="7828076" y="78879"/>
                  <a:pt x="7826389" y="79685"/>
                  <a:pt x="7824405" y="80255"/>
                </a:cubicBezTo>
                <a:cubicBezTo>
                  <a:pt x="7822421" y="80826"/>
                  <a:pt x="7820337" y="81111"/>
                  <a:pt x="7818154" y="81111"/>
                </a:cubicBezTo>
                <a:cubicBezTo>
                  <a:pt x="7812598" y="81111"/>
                  <a:pt x="7808269" y="79276"/>
                  <a:pt x="7805169" y="75605"/>
                </a:cubicBezTo>
                <a:cubicBezTo>
                  <a:pt x="7802069" y="71933"/>
                  <a:pt x="7800518" y="66799"/>
                  <a:pt x="7800518" y="60201"/>
                </a:cubicBezTo>
                <a:cubicBezTo>
                  <a:pt x="7800518" y="56083"/>
                  <a:pt x="7801237" y="52462"/>
                  <a:pt x="7802676" y="49336"/>
                </a:cubicBezTo>
                <a:cubicBezTo>
                  <a:pt x="7804115" y="46211"/>
                  <a:pt x="7806136" y="43793"/>
                  <a:pt x="7808741" y="42081"/>
                </a:cubicBezTo>
                <a:cubicBezTo>
                  <a:pt x="7811345" y="40370"/>
                  <a:pt x="7814359" y="39514"/>
                  <a:pt x="7817782" y="39514"/>
                </a:cubicBezTo>
                <a:close/>
                <a:moveTo>
                  <a:pt x="7693139" y="39514"/>
                </a:moveTo>
                <a:cubicBezTo>
                  <a:pt x="7698149" y="39514"/>
                  <a:pt x="7702043" y="41200"/>
                  <a:pt x="7704822" y="44574"/>
                </a:cubicBezTo>
                <a:cubicBezTo>
                  <a:pt x="7707600" y="47947"/>
                  <a:pt x="7708989" y="52635"/>
                  <a:pt x="7708989" y="58638"/>
                </a:cubicBezTo>
                <a:cubicBezTo>
                  <a:pt x="7708989" y="59829"/>
                  <a:pt x="7708914" y="60871"/>
                  <a:pt x="7708766" y="61764"/>
                </a:cubicBezTo>
                <a:lnTo>
                  <a:pt x="7682274" y="61764"/>
                </a:lnTo>
                <a:cubicBezTo>
                  <a:pt x="7682472" y="66476"/>
                  <a:pt x="7683626" y="70036"/>
                  <a:pt x="7685735" y="72442"/>
                </a:cubicBezTo>
                <a:cubicBezTo>
                  <a:pt x="7687843" y="74848"/>
                  <a:pt x="7690857" y="76051"/>
                  <a:pt x="7694776" y="76051"/>
                </a:cubicBezTo>
                <a:cubicBezTo>
                  <a:pt x="7698497" y="76051"/>
                  <a:pt x="7701920" y="75009"/>
                  <a:pt x="7705045" y="72926"/>
                </a:cubicBezTo>
                <a:lnTo>
                  <a:pt x="7707129" y="77242"/>
                </a:lnTo>
                <a:cubicBezTo>
                  <a:pt x="7705591" y="78482"/>
                  <a:pt x="7703718" y="79437"/>
                  <a:pt x="7701510" y="80107"/>
                </a:cubicBezTo>
                <a:cubicBezTo>
                  <a:pt x="7699303" y="80776"/>
                  <a:pt x="7696959" y="81111"/>
                  <a:pt x="7694478" y="81111"/>
                </a:cubicBezTo>
                <a:cubicBezTo>
                  <a:pt x="7688922" y="81111"/>
                  <a:pt x="7684593" y="79276"/>
                  <a:pt x="7681493" y="75605"/>
                </a:cubicBezTo>
                <a:cubicBezTo>
                  <a:pt x="7678393" y="71933"/>
                  <a:pt x="7676842" y="66849"/>
                  <a:pt x="7676842" y="60350"/>
                </a:cubicBezTo>
                <a:cubicBezTo>
                  <a:pt x="7676842" y="53801"/>
                  <a:pt x="7678281" y="48691"/>
                  <a:pt x="7681158" y="45020"/>
                </a:cubicBezTo>
                <a:cubicBezTo>
                  <a:pt x="7684035" y="41349"/>
                  <a:pt x="7688029" y="39514"/>
                  <a:pt x="7693139" y="39514"/>
                </a:cubicBezTo>
                <a:close/>
                <a:moveTo>
                  <a:pt x="7655857" y="39514"/>
                </a:moveTo>
                <a:cubicBezTo>
                  <a:pt x="7657743" y="39514"/>
                  <a:pt x="7659677" y="39799"/>
                  <a:pt x="7661662" y="40370"/>
                </a:cubicBezTo>
                <a:cubicBezTo>
                  <a:pt x="7663646" y="40940"/>
                  <a:pt x="7665457" y="41721"/>
                  <a:pt x="7667094" y="42714"/>
                </a:cubicBezTo>
                <a:lnTo>
                  <a:pt x="7665010" y="47104"/>
                </a:lnTo>
                <a:cubicBezTo>
                  <a:pt x="7661785" y="45368"/>
                  <a:pt x="7658685" y="44499"/>
                  <a:pt x="7655708" y="44499"/>
                </a:cubicBezTo>
                <a:cubicBezTo>
                  <a:pt x="7652087" y="44499"/>
                  <a:pt x="7649259" y="45839"/>
                  <a:pt x="7647225" y="48518"/>
                </a:cubicBezTo>
                <a:cubicBezTo>
                  <a:pt x="7645191" y="51197"/>
                  <a:pt x="7644174" y="54942"/>
                  <a:pt x="7644174" y="59754"/>
                </a:cubicBezTo>
                <a:cubicBezTo>
                  <a:pt x="7644174" y="65112"/>
                  <a:pt x="7645228" y="69168"/>
                  <a:pt x="7647337" y="71921"/>
                </a:cubicBezTo>
                <a:cubicBezTo>
                  <a:pt x="7649445" y="74674"/>
                  <a:pt x="7652558" y="76051"/>
                  <a:pt x="7656676" y="76051"/>
                </a:cubicBezTo>
                <a:cubicBezTo>
                  <a:pt x="7659752" y="76051"/>
                  <a:pt x="7662703" y="75208"/>
                  <a:pt x="7665531" y="73521"/>
                </a:cubicBezTo>
                <a:lnTo>
                  <a:pt x="7667540" y="77837"/>
                </a:lnTo>
                <a:cubicBezTo>
                  <a:pt x="7666151" y="78879"/>
                  <a:pt x="7664464" y="79685"/>
                  <a:pt x="7662480" y="80255"/>
                </a:cubicBezTo>
                <a:cubicBezTo>
                  <a:pt x="7660496" y="80826"/>
                  <a:pt x="7658412" y="81111"/>
                  <a:pt x="7656229" y="81111"/>
                </a:cubicBezTo>
                <a:cubicBezTo>
                  <a:pt x="7650673" y="81111"/>
                  <a:pt x="7646344" y="79276"/>
                  <a:pt x="7643244" y="75605"/>
                </a:cubicBezTo>
                <a:cubicBezTo>
                  <a:pt x="7640144" y="71933"/>
                  <a:pt x="7638593" y="66799"/>
                  <a:pt x="7638593" y="60201"/>
                </a:cubicBezTo>
                <a:cubicBezTo>
                  <a:pt x="7638593" y="56083"/>
                  <a:pt x="7639312" y="52462"/>
                  <a:pt x="7640751" y="49336"/>
                </a:cubicBezTo>
                <a:cubicBezTo>
                  <a:pt x="7642190" y="46211"/>
                  <a:pt x="7644211" y="43793"/>
                  <a:pt x="7646816" y="42081"/>
                </a:cubicBezTo>
                <a:cubicBezTo>
                  <a:pt x="7649420" y="40370"/>
                  <a:pt x="7652434" y="39514"/>
                  <a:pt x="7655857" y="39514"/>
                </a:cubicBezTo>
                <a:close/>
                <a:moveTo>
                  <a:pt x="7541036" y="39514"/>
                </a:moveTo>
                <a:cubicBezTo>
                  <a:pt x="7546295" y="39514"/>
                  <a:pt x="7550338" y="41287"/>
                  <a:pt x="7553166" y="44834"/>
                </a:cubicBezTo>
                <a:cubicBezTo>
                  <a:pt x="7555994" y="48381"/>
                  <a:pt x="7557407" y="53553"/>
                  <a:pt x="7557407" y="60350"/>
                </a:cubicBezTo>
                <a:cubicBezTo>
                  <a:pt x="7557407" y="67146"/>
                  <a:pt x="7555994" y="72318"/>
                  <a:pt x="7553166" y="75865"/>
                </a:cubicBezTo>
                <a:cubicBezTo>
                  <a:pt x="7550338" y="79412"/>
                  <a:pt x="7546270" y="81186"/>
                  <a:pt x="7540962" y="81186"/>
                </a:cubicBezTo>
                <a:cubicBezTo>
                  <a:pt x="7535704" y="81186"/>
                  <a:pt x="7531660" y="79412"/>
                  <a:pt x="7528832" y="75865"/>
                </a:cubicBezTo>
                <a:cubicBezTo>
                  <a:pt x="7526005" y="72318"/>
                  <a:pt x="7524591" y="67146"/>
                  <a:pt x="7524591" y="60350"/>
                </a:cubicBezTo>
                <a:cubicBezTo>
                  <a:pt x="7524591" y="53553"/>
                  <a:pt x="7526005" y="48381"/>
                  <a:pt x="7528832" y="44834"/>
                </a:cubicBezTo>
                <a:cubicBezTo>
                  <a:pt x="7531660" y="41287"/>
                  <a:pt x="7535728" y="39514"/>
                  <a:pt x="7541036" y="39514"/>
                </a:cubicBezTo>
                <a:close/>
                <a:moveTo>
                  <a:pt x="7477189" y="39514"/>
                </a:moveTo>
                <a:cubicBezTo>
                  <a:pt x="7481902" y="39514"/>
                  <a:pt x="7485573" y="41374"/>
                  <a:pt x="7488202" y="45095"/>
                </a:cubicBezTo>
                <a:cubicBezTo>
                  <a:pt x="7490832" y="48816"/>
                  <a:pt x="7492146" y="54000"/>
                  <a:pt x="7492146" y="60647"/>
                </a:cubicBezTo>
                <a:cubicBezTo>
                  <a:pt x="7492146" y="67097"/>
                  <a:pt x="7490745" y="72132"/>
                  <a:pt x="7487942" y="75753"/>
                </a:cubicBezTo>
                <a:cubicBezTo>
                  <a:pt x="7485139" y="79375"/>
                  <a:pt x="7481257" y="81186"/>
                  <a:pt x="7476296" y="81186"/>
                </a:cubicBezTo>
                <a:cubicBezTo>
                  <a:pt x="7474262" y="81186"/>
                  <a:pt x="7472364" y="80789"/>
                  <a:pt x="7470603" y="79995"/>
                </a:cubicBezTo>
                <a:cubicBezTo>
                  <a:pt x="7468843" y="79201"/>
                  <a:pt x="7467317" y="78085"/>
                  <a:pt x="7466027" y="76646"/>
                </a:cubicBezTo>
                <a:lnTo>
                  <a:pt x="7466027" y="95622"/>
                </a:lnTo>
                <a:lnTo>
                  <a:pt x="7460669" y="95622"/>
                </a:lnTo>
                <a:lnTo>
                  <a:pt x="7460669" y="40481"/>
                </a:lnTo>
                <a:lnTo>
                  <a:pt x="7465655" y="40481"/>
                </a:lnTo>
                <a:lnTo>
                  <a:pt x="7465655" y="45541"/>
                </a:lnTo>
                <a:cubicBezTo>
                  <a:pt x="7466994" y="43557"/>
                  <a:pt x="7468644" y="42056"/>
                  <a:pt x="7470603" y="41039"/>
                </a:cubicBezTo>
                <a:cubicBezTo>
                  <a:pt x="7472563" y="40022"/>
                  <a:pt x="7474758" y="39514"/>
                  <a:pt x="7477189" y="39514"/>
                </a:cubicBezTo>
                <a:close/>
                <a:moveTo>
                  <a:pt x="7435964" y="39514"/>
                </a:moveTo>
                <a:cubicBezTo>
                  <a:pt x="7440974" y="39514"/>
                  <a:pt x="7444868" y="41200"/>
                  <a:pt x="7447647" y="44574"/>
                </a:cubicBezTo>
                <a:cubicBezTo>
                  <a:pt x="7450425" y="47947"/>
                  <a:pt x="7451814" y="52635"/>
                  <a:pt x="7451814" y="58638"/>
                </a:cubicBezTo>
                <a:cubicBezTo>
                  <a:pt x="7451814" y="59829"/>
                  <a:pt x="7451739" y="60871"/>
                  <a:pt x="7451591" y="61764"/>
                </a:cubicBezTo>
                <a:lnTo>
                  <a:pt x="7425099" y="61764"/>
                </a:lnTo>
                <a:cubicBezTo>
                  <a:pt x="7425297" y="66476"/>
                  <a:pt x="7426451" y="70036"/>
                  <a:pt x="7428560" y="72442"/>
                </a:cubicBezTo>
                <a:cubicBezTo>
                  <a:pt x="7430668" y="74848"/>
                  <a:pt x="7433682" y="76051"/>
                  <a:pt x="7437601" y="76051"/>
                </a:cubicBezTo>
                <a:cubicBezTo>
                  <a:pt x="7441322" y="76051"/>
                  <a:pt x="7444745" y="75009"/>
                  <a:pt x="7447870" y="72926"/>
                </a:cubicBezTo>
                <a:lnTo>
                  <a:pt x="7449954" y="77242"/>
                </a:lnTo>
                <a:cubicBezTo>
                  <a:pt x="7448416" y="78482"/>
                  <a:pt x="7446543" y="79437"/>
                  <a:pt x="7444335" y="80107"/>
                </a:cubicBezTo>
                <a:cubicBezTo>
                  <a:pt x="7442128" y="80776"/>
                  <a:pt x="7439784" y="81111"/>
                  <a:pt x="7437303" y="81111"/>
                </a:cubicBezTo>
                <a:cubicBezTo>
                  <a:pt x="7431747" y="81111"/>
                  <a:pt x="7427418" y="79276"/>
                  <a:pt x="7424318" y="75605"/>
                </a:cubicBezTo>
                <a:cubicBezTo>
                  <a:pt x="7421218" y="71933"/>
                  <a:pt x="7419667" y="66849"/>
                  <a:pt x="7419667" y="60350"/>
                </a:cubicBezTo>
                <a:cubicBezTo>
                  <a:pt x="7419667" y="53801"/>
                  <a:pt x="7421106" y="48691"/>
                  <a:pt x="7423983" y="45020"/>
                </a:cubicBezTo>
                <a:cubicBezTo>
                  <a:pt x="7426860" y="41349"/>
                  <a:pt x="7430854" y="39514"/>
                  <a:pt x="7435964" y="39514"/>
                </a:cubicBezTo>
                <a:close/>
                <a:moveTo>
                  <a:pt x="7293089" y="39514"/>
                </a:moveTo>
                <a:cubicBezTo>
                  <a:pt x="7298099" y="39514"/>
                  <a:pt x="7301993" y="41200"/>
                  <a:pt x="7304772" y="44574"/>
                </a:cubicBezTo>
                <a:cubicBezTo>
                  <a:pt x="7307550" y="47947"/>
                  <a:pt x="7308939" y="52635"/>
                  <a:pt x="7308939" y="58638"/>
                </a:cubicBezTo>
                <a:cubicBezTo>
                  <a:pt x="7308939" y="59829"/>
                  <a:pt x="7308864" y="60871"/>
                  <a:pt x="7308716" y="61764"/>
                </a:cubicBezTo>
                <a:lnTo>
                  <a:pt x="7282224" y="61764"/>
                </a:lnTo>
                <a:cubicBezTo>
                  <a:pt x="7282423" y="66476"/>
                  <a:pt x="7283576" y="70036"/>
                  <a:pt x="7285685" y="72442"/>
                </a:cubicBezTo>
                <a:cubicBezTo>
                  <a:pt x="7287793" y="74848"/>
                  <a:pt x="7290807" y="76051"/>
                  <a:pt x="7294726" y="76051"/>
                </a:cubicBezTo>
                <a:cubicBezTo>
                  <a:pt x="7298447" y="76051"/>
                  <a:pt x="7301870" y="75009"/>
                  <a:pt x="7304995" y="72926"/>
                </a:cubicBezTo>
                <a:lnTo>
                  <a:pt x="7307079" y="77242"/>
                </a:lnTo>
                <a:cubicBezTo>
                  <a:pt x="7305541" y="78482"/>
                  <a:pt x="7303668" y="79437"/>
                  <a:pt x="7301460" y="80107"/>
                </a:cubicBezTo>
                <a:cubicBezTo>
                  <a:pt x="7299253" y="80776"/>
                  <a:pt x="7296909" y="81111"/>
                  <a:pt x="7294428" y="81111"/>
                </a:cubicBezTo>
                <a:cubicBezTo>
                  <a:pt x="7288872" y="81111"/>
                  <a:pt x="7284543" y="79276"/>
                  <a:pt x="7281443" y="75605"/>
                </a:cubicBezTo>
                <a:cubicBezTo>
                  <a:pt x="7278343" y="71933"/>
                  <a:pt x="7276792" y="66849"/>
                  <a:pt x="7276792" y="60350"/>
                </a:cubicBezTo>
                <a:cubicBezTo>
                  <a:pt x="7276792" y="53801"/>
                  <a:pt x="7278231" y="48691"/>
                  <a:pt x="7281108" y="45020"/>
                </a:cubicBezTo>
                <a:cubicBezTo>
                  <a:pt x="7283986" y="41349"/>
                  <a:pt x="7287979" y="39514"/>
                  <a:pt x="7293089" y="39514"/>
                </a:cubicBezTo>
                <a:close/>
                <a:moveTo>
                  <a:pt x="7159739" y="39514"/>
                </a:moveTo>
                <a:cubicBezTo>
                  <a:pt x="7164749" y="39514"/>
                  <a:pt x="7168644" y="41200"/>
                  <a:pt x="7171422" y="44574"/>
                </a:cubicBezTo>
                <a:cubicBezTo>
                  <a:pt x="7174200" y="47947"/>
                  <a:pt x="7175589" y="52635"/>
                  <a:pt x="7175589" y="58638"/>
                </a:cubicBezTo>
                <a:cubicBezTo>
                  <a:pt x="7175589" y="59829"/>
                  <a:pt x="7175514" y="60871"/>
                  <a:pt x="7175366" y="61764"/>
                </a:cubicBezTo>
                <a:lnTo>
                  <a:pt x="7148874" y="61764"/>
                </a:lnTo>
                <a:cubicBezTo>
                  <a:pt x="7149072" y="66476"/>
                  <a:pt x="7150226" y="70036"/>
                  <a:pt x="7152335" y="72442"/>
                </a:cubicBezTo>
                <a:cubicBezTo>
                  <a:pt x="7154443" y="74848"/>
                  <a:pt x="7157457" y="76051"/>
                  <a:pt x="7161376" y="76051"/>
                </a:cubicBezTo>
                <a:cubicBezTo>
                  <a:pt x="7165097" y="76051"/>
                  <a:pt x="7168520" y="75009"/>
                  <a:pt x="7171645" y="72926"/>
                </a:cubicBezTo>
                <a:lnTo>
                  <a:pt x="7173729" y="77242"/>
                </a:lnTo>
                <a:cubicBezTo>
                  <a:pt x="7172191" y="78482"/>
                  <a:pt x="7170318" y="79437"/>
                  <a:pt x="7168110" y="80107"/>
                </a:cubicBezTo>
                <a:cubicBezTo>
                  <a:pt x="7165903" y="80776"/>
                  <a:pt x="7163559" y="81111"/>
                  <a:pt x="7161078" y="81111"/>
                </a:cubicBezTo>
                <a:cubicBezTo>
                  <a:pt x="7155522" y="81111"/>
                  <a:pt x="7151194" y="79276"/>
                  <a:pt x="7148093" y="75605"/>
                </a:cubicBezTo>
                <a:cubicBezTo>
                  <a:pt x="7144993" y="71933"/>
                  <a:pt x="7143442" y="66849"/>
                  <a:pt x="7143442" y="60350"/>
                </a:cubicBezTo>
                <a:cubicBezTo>
                  <a:pt x="7143442" y="53801"/>
                  <a:pt x="7144881" y="48691"/>
                  <a:pt x="7147758" y="45020"/>
                </a:cubicBezTo>
                <a:cubicBezTo>
                  <a:pt x="7150635" y="41349"/>
                  <a:pt x="7154629" y="39514"/>
                  <a:pt x="7159739" y="39514"/>
                </a:cubicBezTo>
                <a:close/>
                <a:moveTo>
                  <a:pt x="7036211" y="39514"/>
                </a:moveTo>
                <a:cubicBezTo>
                  <a:pt x="7041470" y="39514"/>
                  <a:pt x="7045513" y="41287"/>
                  <a:pt x="7048341" y="44834"/>
                </a:cubicBezTo>
                <a:cubicBezTo>
                  <a:pt x="7051169" y="48381"/>
                  <a:pt x="7052582" y="53553"/>
                  <a:pt x="7052582" y="60350"/>
                </a:cubicBezTo>
                <a:cubicBezTo>
                  <a:pt x="7052582" y="67146"/>
                  <a:pt x="7051169" y="72318"/>
                  <a:pt x="7048341" y="75865"/>
                </a:cubicBezTo>
                <a:cubicBezTo>
                  <a:pt x="7045513" y="79412"/>
                  <a:pt x="7041445" y="81186"/>
                  <a:pt x="7036137" y="81186"/>
                </a:cubicBezTo>
                <a:cubicBezTo>
                  <a:pt x="7030879" y="81186"/>
                  <a:pt x="7026835" y="79412"/>
                  <a:pt x="7024007" y="75865"/>
                </a:cubicBezTo>
                <a:cubicBezTo>
                  <a:pt x="7021180" y="72318"/>
                  <a:pt x="7019766" y="67146"/>
                  <a:pt x="7019766" y="60350"/>
                </a:cubicBezTo>
                <a:cubicBezTo>
                  <a:pt x="7019766" y="53553"/>
                  <a:pt x="7021180" y="48381"/>
                  <a:pt x="7024007" y="44834"/>
                </a:cubicBezTo>
                <a:cubicBezTo>
                  <a:pt x="7026835" y="41287"/>
                  <a:pt x="7030903" y="39514"/>
                  <a:pt x="7036211" y="39514"/>
                </a:cubicBezTo>
                <a:close/>
                <a:moveTo>
                  <a:pt x="6992084" y="39514"/>
                </a:moveTo>
                <a:cubicBezTo>
                  <a:pt x="6995953" y="39514"/>
                  <a:pt x="6998980" y="40630"/>
                  <a:pt x="7001162" y="42862"/>
                </a:cubicBezTo>
                <a:cubicBezTo>
                  <a:pt x="7003345" y="45095"/>
                  <a:pt x="7004437" y="48171"/>
                  <a:pt x="7004437" y="52090"/>
                </a:cubicBezTo>
                <a:lnTo>
                  <a:pt x="7004437" y="80218"/>
                </a:lnTo>
                <a:lnTo>
                  <a:pt x="6999079" y="80218"/>
                </a:lnTo>
                <a:lnTo>
                  <a:pt x="6999079" y="52462"/>
                </a:lnTo>
                <a:cubicBezTo>
                  <a:pt x="6999079" y="49932"/>
                  <a:pt x="6998360" y="48009"/>
                  <a:pt x="6996921" y="46695"/>
                </a:cubicBezTo>
                <a:cubicBezTo>
                  <a:pt x="6995482" y="45380"/>
                  <a:pt x="6993398" y="44723"/>
                  <a:pt x="6990670" y="44723"/>
                </a:cubicBezTo>
                <a:cubicBezTo>
                  <a:pt x="6988686" y="44723"/>
                  <a:pt x="6986850" y="45033"/>
                  <a:pt x="6985163" y="45653"/>
                </a:cubicBezTo>
                <a:cubicBezTo>
                  <a:pt x="6983477" y="46273"/>
                  <a:pt x="6981840" y="47278"/>
                  <a:pt x="6980252" y="48667"/>
                </a:cubicBezTo>
                <a:lnTo>
                  <a:pt x="6980252" y="80218"/>
                </a:lnTo>
                <a:lnTo>
                  <a:pt x="6974894" y="80218"/>
                </a:lnTo>
                <a:lnTo>
                  <a:pt x="6974894" y="40481"/>
                </a:lnTo>
                <a:lnTo>
                  <a:pt x="6979880" y="40481"/>
                </a:lnTo>
                <a:lnTo>
                  <a:pt x="6979880" y="44723"/>
                </a:lnTo>
                <a:cubicBezTo>
                  <a:pt x="6983204" y="41250"/>
                  <a:pt x="6987272" y="39514"/>
                  <a:pt x="6992084" y="39514"/>
                </a:cubicBezTo>
                <a:close/>
                <a:moveTo>
                  <a:pt x="6891253" y="39514"/>
                </a:moveTo>
                <a:cubicBezTo>
                  <a:pt x="6895519" y="39514"/>
                  <a:pt x="6898955" y="40580"/>
                  <a:pt x="6901559" y="42714"/>
                </a:cubicBezTo>
                <a:cubicBezTo>
                  <a:pt x="6904164" y="44847"/>
                  <a:pt x="6905466" y="47972"/>
                  <a:pt x="6905466" y="52090"/>
                </a:cubicBezTo>
                <a:lnTo>
                  <a:pt x="6905466" y="80218"/>
                </a:lnTo>
                <a:lnTo>
                  <a:pt x="6900480" y="80218"/>
                </a:lnTo>
                <a:lnTo>
                  <a:pt x="6900480" y="75381"/>
                </a:lnTo>
                <a:cubicBezTo>
                  <a:pt x="6897901" y="79152"/>
                  <a:pt x="6893907" y="81037"/>
                  <a:pt x="6888499" y="81037"/>
                </a:cubicBezTo>
                <a:cubicBezTo>
                  <a:pt x="6884580" y="81037"/>
                  <a:pt x="6881517" y="79995"/>
                  <a:pt x="6879309" y="77911"/>
                </a:cubicBezTo>
                <a:cubicBezTo>
                  <a:pt x="6877102" y="75828"/>
                  <a:pt x="6875998" y="72926"/>
                  <a:pt x="6875998" y="69205"/>
                </a:cubicBezTo>
                <a:cubicBezTo>
                  <a:pt x="6875998" y="64492"/>
                  <a:pt x="6877958" y="61007"/>
                  <a:pt x="6881877" y="58750"/>
                </a:cubicBezTo>
                <a:cubicBezTo>
                  <a:pt x="6885796" y="56493"/>
                  <a:pt x="6891873" y="55339"/>
                  <a:pt x="6900108" y="55290"/>
                </a:cubicBezTo>
                <a:lnTo>
                  <a:pt x="6900108" y="52536"/>
                </a:lnTo>
                <a:cubicBezTo>
                  <a:pt x="6900108" y="49957"/>
                  <a:pt x="6899302" y="47985"/>
                  <a:pt x="6897690" y="46620"/>
                </a:cubicBezTo>
                <a:cubicBezTo>
                  <a:pt x="6896077" y="45256"/>
                  <a:pt x="6893733" y="44574"/>
                  <a:pt x="6890657" y="44574"/>
                </a:cubicBezTo>
                <a:cubicBezTo>
                  <a:pt x="6887433" y="44574"/>
                  <a:pt x="6884307" y="45293"/>
                  <a:pt x="6881281" y="46732"/>
                </a:cubicBezTo>
                <a:lnTo>
                  <a:pt x="6879867" y="42193"/>
                </a:lnTo>
                <a:cubicBezTo>
                  <a:pt x="6883390" y="40407"/>
                  <a:pt x="6887185" y="39514"/>
                  <a:pt x="6891253" y="39514"/>
                </a:cubicBezTo>
                <a:close/>
                <a:moveTo>
                  <a:pt x="6729328" y="39514"/>
                </a:moveTo>
                <a:cubicBezTo>
                  <a:pt x="6733594" y="39514"/>
                  <a:pt x="6737030" y="40580"/>
                  <a:pt x="6739634" y="42714"/>
                </a:cubicBezTo>
                <a:cubicBezTo>
                  <a:pt x="6742239" y="44847"/>
                  <a:pt x="6743541" y="47972"/>
                  <a:pt x="6743541" y="52090"/>
                </a:cubicBezTo>
                <a:lnTo>
                  <a:pt x="6743541" y="80218"/>
                </a:lnTo>
                <a:lnTo>
                  <a:pt x="6738555" y="80218"/>
                </a:lnTo>
                <a:lnTo>
                  <a:pt x="6738555" y="75381"/>
                </a:lnTo>
                <a:cubicBezTo>
                  <a:pt x="6735976" y="79152"/>
                  <a:pt x="6731982" y="81037"/>
                  <a:pt x="6726574" y="81037"/>
                </a:cubicBezTo>
                <a:cubicBezTo>
                  <a:pt x="6722655" y="81037"/>
                  <a:pt x="6719592" y="79995"/>
                  <a:pt x="6717384" y="77911"/>
                </a:cubicBezTo>
                <a:cubicBezTo>
                  <a:pt x="6715177" y="75828"/>
                  <a:pt x="6714073" y="72926"/>
                  <a:pt x="6714073" y="69205"/>
                </a:cubicBezTo>
                <a:cubicBezTo>
                  <a:pt x="6714073" y="64492"/>
                  <a:pt x="6716033" y="61007"/>
                  <a:pt x="6719952" y="58750"/>
                </a:cubicBezTo>
                <a:cubicBezTo>
                  <a:pt x="6723871" y="56493"/>
                  <a:pt x="6729948" y="55339"/>
                  <a:pt x="6738183" y="55290"/>
                </a:cubicBezTo>
                <a:lnTo>
                  <a:pt x="6738183" y="52536"/>
                </a:lnTo>
                <a:cubicBezTo>
                  <a:pt x="6738183" y="49957"/>
                  <a:pt x="6737377" y="47985"/>
                  <a:pt x="6735765" y="46620"/>
                </a:cubicBezTo>
                <a:cubicBezTo>
                  <a:pt x="6734152" y="45256"/>
                  <a:pt x="6731808" y="44574"/>
                  <a:pt x="6728732" y="44574"/>
                </a:cubicBezTo>
                <a:cubicBezTo>
                  <a:pt x="6725508" y="44574"/>
                  <a:pt x="6722383" y="45293"/>
                  <a:pt x="6719356" y="46732"/>
                </a:cubicBezTo>
                <a:lnTo>
                  <a:pt x="6717942" y="42193"/>
                </a:lnTo>
                <a:cubicBezTo>
                  <a:pt x="6721465" y="40407"/>
                  <a:pt x="6725260" y="39514"/>
                  <a:pt x="6729328" y="39514"/>
                </a:cubicBezTo>
                <a:close/>
                <a:moveTo>
                  <a:pt x="6645389" y="39514"/>
                </a:moveTo>
                <a:cubicBezTo>
                  <a:pt x="6650399" y="39514"/>
                  <a:pt x="6654294" y="41200"/>
                  <a:pt x="6657072" y="44574"/>
                </a:cubicBezTo>
                <a:cubicBezTo>
                  <a:pt x="6659850" y="47947"/>
                  <a:pt x="6661239" y="52635"/>
                  <a:pt x="6661239" y="58638"/>
                </a:cubicBezTo>
                <a:cubicBezTo>
                  <a:pt x="6661239" y="59829"/>
                  <a:pt x="6661164" y="60871"/>
                  <a:pt x="6661016" y="61764"/>
                </a:cubicBezTo>
                <a:lnTo>
                  <a:pt x="6634524" y="61764"/>
                </a:lnTo>
                <a:cubicBezTo>
                  <a:pt x="6634723" y="66476"/>
                  <a:pt x="6635876" y="70036"/>
                  <a:pt x="6637985" y="72442"/>
                </a:cubicBezTo>
                <a:cubicBezTo>
                  <a:pt x="6640093" y="74848"/>
                  <a:pt x="6643107" y="76051"/>
                  <a:pt x="6647026" y="76051"/>
                </a:cubicBezTo>
                <a:cubicBezTo>
                  <a:pt x="6650747" y="76051"/>
                  <a:pt x="6654170" y="75009"/>
                  <a:pt x="6657295" y="72926"/>
                </a:cubicBezTo>
                <a:lnTo>
                  <a:pt x="6659379" y="77242"/>
                </a:lnTo>
                <a:cubicBezTo>
                  <a:pt x="6657841" y="78482"/>
                  <a:pt x="6655968" y="79437"/>
                  <a:pt x="6653760" y="80107"/>
                </a:cubicBezTo>
                <a:cubicBezTo>
                  <a:pt x="6651553" y="80776"/>
                  <a:pt x="6649209" y="81111"/>
                  <a:pt x="6646728" y="81111"/>
                </a:cubicBezTo>
                <a:cubicBezTo>
                  <a:pt x="6641172" y="81111"/>
                  <a:pt x="6636844" y="79276"/>
                  <a:pt x="6633743" y="75605"/>
                </a:cubicBezTo>
                <a:cubicBezTo>
                  <a:pt x="6630643" y="71933"/>
                  <a:pt x="6629092" y="66849"/>
                  <a:pt x="6629092" y="60350"/>
                </a:cubicBezTo>
                <a:cubicBezTo>
                  <a:pt x="6629092" y="53801"/>
                  <a:pt x="6630531" y="48691"/>
                  <a:pt x="6633408" y="45020"/>
                </a:cubicBezTo>
                <a:cubicBezTo>
                  <a:pt x="6636286" y="41349"/>
                  <a:pt x="6640279" y="39514"/>
                  <a:pt x="6645389" y="39514"/>
                </a:cubicBezTo>
                <a:close/>
                <a:moveTo>
                  <a:pt x="6576928" y="39514"/>
                </a:moveTo>
                <a:cubicBezTo>
                  <a:pt x="6581194" y="39514"/>
                  <a:pt x="6584630" y="40580"/>
                  <a:pt x="6587234" y="42714"/>
                </a:cubicBezTo>
                <a:cubicBezTo>
                  <a:pt x="6589839" y="44847"/>
                  <a:pt x="6591141" y="47972"/>
                  <a:pt x="6591141" y="52090"/>
                </a:cubicBezTo>
                <a:lnTo>
                  <a:pt x="6591141" y="80218"/>
                </a:lnTo>
                <a:lnTo>
                  <a:pt x="6586155" y="80218"/>
                </a:lnTo>
                <a:lnTo>
                  <a:pt x="6586155" y="75381"/>
                </a:lnTo>
                <a:cubicBezTo>
                  <a:pt x="6583576" y="79152"/>
                  <a:pt x="6579582" y="81037"/>
                  <a:pt x="6574174" y="81037"/>
                </a:cubicBezTo>
                <a:cubicBezTo>
                  <a:pt x="6570255" y="81037"/>
                  <a:pt x="6567192" y="79995"/>
                  <a:pt x="6564984" y="77911"/>
                </a:cubicBezTo>
                <a:cubicBezTo>
                  <a:pt x="6562777" y="75828"/>
                  <a:pt x="6561673" y="72926"/>
                  <a:pt x="6561673" y="69205"/>
                </a:cubicBezTo>
                <a:cubicBezTo>
                  <a:pt x="6561673" y="64492"/>
                  <a:pt x="6563633" y="61007"/>
                  <a:pt x="6567552" y="58750"/>
                </a:cubicBezTo>
                <a:cubicBezTo>
                  <a:pt x="6571471" y="56493"/>
                  <a:pt x="6577548" y="55339"/>
                  <a:pt x="6585783" y="55290"/>
                </a:cubicBezTo>
                <a:lnTo>
                  <a:pt x="6585783" y="52536"/>
                </a:lnTo>
                <a:cubicBezTo>
                  <a:pt x="6585783" y="49957"/>
                  <a:pt x="6584977" y="47985"/>
                  <a:pt x="6583365" y="46620"/>
                </a:cubicBezTo>
                <a:cubicBezTo>
                  <a:pt x="6581752" y="45256"/>
                  <a:pt x="6579408" y="44574"/>
                  <a:pt x="6576332" y="44574"/>
                </a:cubicBezTo>
                <a:cubicBezTo>
                  <a:pt x="6573108" y="44574"/>
                  <a:pt x="6569983" y="45293"/>
                  <a:pt x="6566956" y="46732"/>
                </a:cubicBezTo>
                <a:lnTo>
                  <a:pt x="6565542" y="42193"/>
                </a:lnTo>
                <a:cubicBezTo>
                  <a:pt x="6569065" y="40407"/>
                  <a:pt x="6572860" y="39514"/>
                  <a:pt x="6576928" y="39514"/>
                </a:cubicBezTo>
                <a:close/>
                <a:moveTo>
                  <a:pt x="6525061" y="39514"/>
                </a:moveTo>
                <a:cubicBezTo>
                  <a:pt x="6527591" y="39514"/>
                  <a:pt x="6529774" y="40047"/>
                  <a:pt x="6531610" y="41114"/>
                </a:cubicBezTo>
                <a:cubicBezTo>
                  <a:pt x="6533446" y="42180"/>
                  <a:pt x="6534809" y="43681"/>
                  <a:pt x="6535702" y="45616"/>
                </a:cubicBezTo>
                <a:cubicBezTo>
                  <a:pt x="6539225" y="41548"/>
                  <a:pt x="6543466" y="39514"/>
                  <a:pt x="6548427" y="39514"/>
                </a:cubicBezTo>
                <a:cubicBezTo>
                  <a:pt x="6552148" y="39514"/>
                  <a:pt x="6555050" y="40618"/>
                  <a:pt x="6557134" y="42825"/>
                </a:cubicBezTo>
                <a:cubicBezTo>
                  <a:pt x="6559217" y="45033"/>
                  <a:pt x="6560259" y="48121"/>
                  <a:pt x="6560259" y="52090"/>
                </a:cubicBezTo>
                <a:lnTo>
                  <a:pt x="6560259" y="80218"/>
                </a:lnTo>
                <a:lnTo>
                  <a:pt x="6554901" y="80218"/>
                </a:lnTo>
                <a:lnTo>
                  <a:pt x="6554901" y="52462"/>
                </a:lnTo>
                <a:cubicBezTo>
                  <a:pt x="6554901" y="49932"/>
                  <a:pt x="6554231" y="48009"/>
                  <a:pt x="6552892" y="46695"/>
                </a:cubicBezTo>
                <a:cubicBezTo>
                  <a:pt x="6551553" y="45380"/>
                  <a:pt x="6549593" y="44723"/>
                  <a:pt x="6547013" y="44723"/>
                </a:cubicBezTo>
                <a:cubicBezTo>
                  <a:pt x="6543392" y="44723"/>
                  <a:pt x="6539944" y="46112"/>
                  <a:pt x="6536670" y="48890"/>
                </a:cubicBezTo>
                <a:cubicBezTo>
                  <a:pt x="6536869" y="49733"/>
                  <a:pt x="6536967" y="50800"/>
                  <a:pt x="6536967" y="52090"/>
                </a:cubicBezTo>
                <a:lnTo>
                  <a:pt x="6536967" y="80218"/>
                </a:lnTo>
                <a:lnTo>
                  <a:pt x="6531610" y="80218"/>
                </a:lnTo>
                <a:lnTo>
                  <a:pt x="6531610" y="52462"/>
                </a:lnTo>
                <a:cubicBezTo>
                  <a:pt x="6531610" y="49932"/>
                  <a:pt x="6530928" y="48009"/>
                  <a:pt x="6529563" y="46695"/>
                </a:cubicBezTo>
                <a:cubicBezTo>
                  <a:pt x="6528199" y="45380"/>
                  <a:pt x="6526227" y="44723"/>
                  <a:pt x="6523647" y="44723"/>
                </a:cubicBezTo>
                <a:cubicBezTo>
                  <a:pt x="6521763" y="44723"/>
                  <a:pt x="6520001" y="45045"/>
                  <a:pt x="6518364" y="45690"/>
                </a:cubicBezTo>
                <a:cubicBezTo>
                  <a:pt x="6516727" y="46335"/>
                  <a:pt x="6515115" y="47327"/>
                  <a:pt x="6513527" y="48667"/>
                </a:cubicBezTo>
                <a:lnTo>
                  <a:pt x="6513527" y="80218"/>
                </a:lnTo>
                <a:lnTo>
                  <a:pt x="6508169" y="80218"/>
                </a:lnTo>
                <a:lnTo>
                  <a:pt x="6508169" y="40481"/>
                </a:lnTo>
                <a:lnTo>
                  <a:pt x="6513155" y="40481"/>
                </a:lnTo>
                <a:lnTo>
                  <a:pt x="6513155" y="44723"/>
                </a:lnTo>
                <a:cubicBezTo>
                  <a:pt x="6516479" y="41250"/>
                  <a:pt x="6520447" y="39514"/>
                  <a:pt x="6525061" y="39514"/>
                </a:cubicBezTo>
                <a:close/>
                <a:moveTo>
                  <a:pt x="6246157" y="39514"/>
                </a:moveTo>
                <a:cubicBezTo>
                  <a:pt x="6248043" y="39514"/>
                  <a:pt x="6249977" y="39799"/>
                  <a:pt x="6251962" y="40370"/>
                </a:cubicBezTo>
                <a:cubicBezTo>
                  <a:pt x="6253946" y="40940"/>
                  <a:pt x="6255757" y="41721"/>
                  <a:pt x="6257394" y="42714"/>
                </a:cubicBezTo>
                <a:lnTo>
                  <a:pt x="6255310" y="47104"/>
                </a:lnTo>
                <a:cubicBezTo>
                  <a:pt x="6252086" y="45368"/>
                  <a:pt x="6248985" y="44499"/>
                  <a:pt x="6246008" y="44499"/>
                </a:cubicBezTo>
                <a:cubicBezTo>
                  <a:pt x="6242387" y="44499"/>
                  <a:pt x="6239559" y="45839"/>
                  <a:pt x="6237525" y="48518"/>
                </a:cubicBezTo>
                <a:cubicBezTo>
                  <a:pt x="6235492" y="51197"/>
                  <a:pt x="6234474" y="54942"/>
                  <a:pt x="6234474" y="59754"/>
                </a:cubicBezTo>
                <a:cubicBezTo>
                  <a:pt x="6234474" y="65112"/>
                  <a:pt x="6235529" y="69168"/>
                  <a:pt x="6237637" y="71921"/>
                </a:cubicBezTo>
                <a:cubicBezTo>
                  <a:pt x="6239745" y="74674"/>
                  <a:pt x="6242859" y="76051"/>
                  <a:pt x="6246976" y="76051"/>
                </a:cubicBezTo>
                <a:cubicBezTo>
                  <a:pt x="6250052" y="76051"/>
                  <a:pt x="6253003" y="75208"/>
                  <a:pt x="6255831" y="73521"/>
                </a:cubicBezTo>
                <a:lnTo>
                  <a:pt x="6257840" y="77837"/>
                </a:lnTo>
                <a:cubicBezTo>
                  <a:pt x="6256451" y="78879"/>
                  <a:pt x="6254765" y="79685"/>
                  <a:pt x="6252780" y="80255"/>
                </a:cubicBezTo>
                <a:cubicBezTo>
                  <a:pt x="6250796" y="80826"/>
                  <a:pt x="6248712" y="81111"/>
                  <a:pt x="6246529" y="81111"/>
                </a:cubicBezTo>
                <a:cubicBezTo>
                  <a:pt x="6240973" y="81111"/>
                  <a:pt x="6236645" y="79276"/>
                  <a:pt x="6233544" y="75605"/>
                </a:cubicBezTo>
                <a:cubicBezTo>
                  <a:pt x="6230444" y="71933"/>
                  <a:pt x="6228893" y="66799"/>
                  <a:pt x="6228893" y="60201"/>
                </a:cubicBezTo>
                <a:cubicBezTo>
                  <a:pt x="6228893" y="56083"/>
                  <a:pt x="6229613" y="52462"/>
                  <a:pt x="6231051" y="49336"/>
                </a:cubicBezTo>
                <a:cubicBezTo>
                  <a:pt x="6232490" y="46211"/>
                  <a:pt x="6234511" y="43793"/>
                  <a:pt x="6237116" y="42081"/>
                </a:cubicBezTo>
                <a:cubicBezTo>
                  <a:pt x="6239720" y="40370"/>
                  <a:pt x="6242734" y="39514"/>
                  <a:pt x="6246157" y="39514"/>
                </a:cubicBezTo>
                <a:close/>
                <a:moveTo>
                  <a:pt x="6182459" y="39514"/>
                </a:moveTo>
                <a:cubicBezTo>
                  <a:pt x="6186328" y="39514"/>
                  <a:pt x="6189355" y="40630"/>
                  <a:pt x="6191537" y="42862"/>
                </a:cubicBezTo>
                <a:cubicBezTo>
                  <a:pt x="6193720" y="45095"/>
                  <a:pt x="6194812" y="48171"/>
                  <a:pt x="6194812" y="52090"/>
                </a:cubicBezTo>
                <a:lnTo>
                  <a:pt x="6194812" y="80218"/>
                </a:lnTo>
                <a:lnTo>
                  <a:pt x="6189454" y="80218"/>
                </a:lnTo>
                <a:lnTo>
                  <a:pt x="6189454" y="52462"/>
                </a:lnTo>
                <a:cubicBezTo>
                  <a:pt x="6189454" y="49932"/>
                  <a:pt x="6188735" y="48009"/>
                  <a:pt x="6187296" y="46695"/>
                </a:cubicBezTo>
                <a:cubicBezTo>
                  <a:pt x="6185857" y="45380"/>
                  <a:pt x="6183774" y="44723"/>
                  <a:pt x="6181045" y="44723"/>
                </a:cubicBezTo>
                <a:cubicBezTo>
                  <a:pt x="6179061" y="44723"/>
                  <a:pt x="6177225" y="45033"/>
                  <a:pt x="6175538" y="45653"/>
                </a:cubicBezTo>
                <a:cubicBezTo>
                  <a:pt x="6173852" y="46273"/>
                  <a:pt x="6172215" y="47278"/>
                  <a:pt x="6170627" y="48667"/>
                </a:cubicBezTo>
                <a:lnTo>
                  <a:pt x="6170627" y="80218"/>
                </a:lnTo>
                <a:lnTo>
                  <a:pt x="6165269" y="80218"/>
                </a:lnTo>
                <a:lnTo>
                  <a:pt x="6165269" y="40481"/>
                </a:lnTo>
                <a:lnTo>
                  <a:pt x="6170255" y="40481"/>
                </a:lnTo>
                <a:lnTo>
                  <a:pt x="6170255" y="44723"/>
                </a:lnTo>
                <a:cubicBezTo>
                  <a:pt x="6173579" y="41250"/>
                  <a:pt x="6177647" y="39514"/>
                  <a:pt x="6182459" y="39514"/>
                </a:cubicBezTo>
                <a:close/>
                <a:moveTo>
                  <a:pt x="6140861" y="39514"/>
                </a:moveTo>
                <a:cubicBezTo>
                  <a:pt x="6146120" y="39514"/>
                  <a:pt x="6150163" y="41287"/>
                  <a:pt x="6152991" y="44834"/>
                </a:cubicBezTo>
                <a:cubicBezTo>
                  <a:pt x="6155819" y="48381"/>
                  <a:pt x="6157232" y="53553"/>
                  <a:pt x="6157232" y="60350"/>
                </a:cubicBezTo>
                <a:cubicBezTo>
                  <a:pt x="6157232" y="67146"/>
                  <a:pt x="6155819" y="72318"/>
                  <a:pt x="6152991" y="75865"/>
                </a:cubicBezTo>
                <a:cubicBezTo>
                  <a:pt x="6150163" y="79412"/>
                  <a:pt x="6146095" y="81186"/>
                  <a:pt x="6140787" y="81186"/>
                </a:cubicBezTo>
                <a:cubicBezTo>
                  <a:pt x="6135529" y="81186"/>
                  <a:pt x="6131485" y="79412"/>
                  <a:pt x="6128657" y="75865"/>
                </a:cubicBezTo>
                <a:cubicBezTo>
                  <a:pt x="6125830" y="72318"/>
                  <a:pt x="6124416" y="67146"/>
                  <a:pt x="6124416" y="60350"/>
                </a:cubicBezTo>
                <a:cubicBezTo>
                  <a:pt x="6124416" y="53553"/>
                  <a:pt x="6125830" y="48381"/>
                  <a:pt x="6128657" y="44834"/>
                </a:cubicBezTo>
                <a:cubicBezTo>
                  <a:pt x="6131485" y="41287"/>
                  <a:pt x="6135554" y="39514"/>
                  <a:pt x="6140861" y="39514"/>
                </a:cubicBezTo>
                <a:close/>
                <a:moveTo>
                  <a:pt x="6046132" y="39514"/>
                </a:moveTo>
                <a:cubicBezTo>
                  <a:pt x="6048018" y="39514"/>
                  <a:pt x="6049952" y="39799"/>
                  <a:pt x="6051937" y="40370"/>
                </a:cubicBezTo>
                <a:cubicBezTo>
                  <a:pt x="6053921" y="40940"/>
                  <a:pt x="6055732" y="41721"/>
                  <a:pt x="6057369" y="42714"/>
                </a:cubicBezTo>
                <a:lnTo>
                  <a:pt x="6055285" y="47104"/>
                </a:lnTo>
                <a:cubicBezTo>
                  <a:pt x="6052060" y="45368"/>
                  <a:pt x="6048960" y="44499"/>
                  <a:pt x="6045983" y="44499"/>
                </a:cubicBezTo>
                <a:cubicBezTo>
                  <a:pt x="6042362" y="44499"/>
                  <a:pt x="6039534" y="45839"/>
                  <a:pt x="6037500" y="48518"/>
                </a:cubicBezTo>
                <a:cubicBezTo>
                  <a:pt x="6035466" y="51197"/>
                  <a:pt x="6034449" y="54942"/>
                  <a:pt x="6034449" y="59754"/>
                </a:cubicBezTo>
                <a:cubicBezTo>
                  <a:pt x="6034449" y="65112"/>
                  <a:pt x="6035503" y="69168"/>
                  <a:pt x="6037612" y="71921"/>
                </a:cubicBezTo>
                <a:cubicBezTo>
                  <a:pt x="6039720" y="74674"/>
                  <a:pt x="6042833" y="76051"/>
                  <a:pt x="6046951" y="76051"/>
                </a:cubicBezTo>
                <a:cubicBezTo>
                  <a:pt x="6050027" y="76051"/>
                  <a:pt x="6052978" y="75208"/>
                  <a:pt x="6055806" y="73521"/>
                </a:cubicBezTo>
                <a:lnTo>
                  <a:pt x="6057815" y="77837"/>
                </a:lnTo>
                <a:cubicBezTo>
                  <a:pt x="6056426" y="78879"/>
                  <a:pt x="6054739" y="79685"/>
                  <a:pt x="6052755" y="80255"/>
                </a:cubicBezTo>
                <a:cubicBezTo>
                  <a:pt x="6050771" y="80826"/>
                  <a:pt x="6048687" y="81111"/>
                  <a:pt x="6046504" y="81111"/>
                </a:cubicBezTo>
                <a:cubicBezTo>
                  <a:pt x="6040948" y="81111"/>
                  <a:pt x="6036619" y="79276"/>
                  <a:pt x="6033519" y="75605"/>
                </a:cubicBezTo>
                <a:cubicBezTo>
                  <a:pt x="6030419" y="71933"/>
                  <a:pt x="6028868" y="66799"/>
                  <a:pt x="6028868" y="60201"/>
                </a:cubicBezTo>
                <a:cubicBezTo>
                  <a:pt x="6028868" y="56083"/>
                  <a:pt x="6029587" y="52462"/>
                  <a:pt x="6031026" y="49336"/>
                </a:cubicBezTo>
                <a:cubicBezTo>
                  <a:pt x="6032465" y="46211"/>
                  <a:pt x="6034486" y="43793"/>
                  <a:pt x="6037091" y="42081"/>
                </a:cubicBezTo>
                <a:cubicBezTo>
                  <a:pt x="6039695" y="40370"/>
                  <a:pt x="6042709" y="39514"/>
                  <a:pt x="6046132" y="39514"/>
                </a:cubicBezTo>
                <a:close/>
                <a:moveTo>
                  <a:pt x="6007214" y="39514"/>
                </a:moveTo>
                <a:cubicBezTo>
                  <a:pt x="6012224" y="39514"/>
                  <a:pt x="6016118" y="41200"/>
                  <a:pt x="6018897" y="44574"/>
                </a:cubicBezTo>
                <a:cubicBezTo>
                  <a:pt x="6021675" y="47947"/>
                  <a:pt x="6023064" y="52635"/>
                  <a:pt x="6023064" y="58638"/>
                </a:cubicBezTo>
                <a:cubicBezTo>
                  <a:pt x="6023064" y="59829"/>
                  <a:pt x="6022989" y="60871"/>
                  <a:pt x="6022841" y="61764"/>
                </a:cubicBezTo>
                <a:lnTo>
                  <a:pt x="5996349" y="61764"/>
                </a:lnTo>
                <a:cubicBezTo>
                  <a:pt x="5996547" y="66476"/>
                  <a:pt x="5997701" y="70036"/>
                  <a:pt x="5999810" y="72442"/>
                </a:cubicBezTo>
                <a:cubicBezTo>
                  <a:pt x="6001918" y="74848"/>
                  <a:pt x="6004932" y="76051"/>
                  <a:pt x="6008851" y="76051"/>
                </a:cubicBezTo>
                <a:cubicBezTo>
                  <a:pt x="6012572" y="76051"/>
                  <a:pt x="6015995" y="75009"/>
                  <a:pt x="6019120" y="72926"/>
                </a:cubicBezTo>
                <a:lnTo>
                  <a:pt x="6021204" y="77242"/>
                </a:lnTo>
                <a:cubicBezTo>
                  <a:pt x="6019666" y="78482"/>
                  <a:pt x="6017793" y="79437"/>
                  <a:pt x="6015585" y="80107"/>
                </a:cubicBezTo>
                <a:cubicBezTo>
                  <a:pt x="6013378" y="80776"/>
                  <a:pt x="6011034" y="81111"/>
                  <a:pt x="6008553" y="81111"/>
                </a:cubicBezTo>
                <a:cubicBezTo>
                  <a:pt x="6002997" y="81111"/>
                  <a:pt x="5998668" y="79276"/>
                  <a:pt x="5995568" y="75605"/>
                </a:cubicBezTo>
                <a:cubicBezTo>
                  <a:pt x="5992468" y="71933"/>
                  <a:pt x="5990917" y="66849"/>
                  <a:pt x="5990917" y="60350"/>
                </a:cubicBezTo>
                <a:cubicBezTo>
                  <a:pt x="5990917" y="53801"/>
                  <a:pt x="5992356" y="48691"/>
                  <a:pt x="5995233" y="45020"/>
                </a:cubicBezTo>
                <a:cubicBezTo>
                  <a:pt x="5998110" y="41349"/>
                  <a:pt x="6002104" y="39514"/>
                  <a:pt x="6007214" y="39514"/>
                </a:cubicBezTo>
                <a:close/>
                <a:moveTo>
                  <a:pt x="5883240" y="39514"/>
                </a:moveTo>
                <a:cubicBezTo>
                  <a:pt x="5885423" y="39514"/>
                  <a:pt x="5887432" y="39960"/>
                  <a:pt x="5889267" y="40853"/>
                </a:cubicBezTo>
                <a:cubicBezTo>
                  <a:pt x="5891103" y="41746"/>
                  <a:pt x="5892665" y="43011"/>
                  <a:pt x="5893955" y="44648"/>
                </a:cubicBezTo>
                <a:lnTo>
                  <a:pt x="5893955" y="40481"/>
                </a:lnTo>
                <a:lnTo>
                  <a:pt x="5898941" y="40481"/>
                </a:lnTo>
                <a:lnTo>
                  <a:pt x="5898941" y="80516"/>
                </a:lnTo>
                <a:cubicBezTo>
                  <a:pt x="5898941" y="85576"/>
                  <a:pt x="5897428" y="89520"/>
                  <a:pt x="5894402" y="92348"/>
                </a:cubicBezTo>
                <a:cubicBezTo>
                  <a:pt x="5891376" y="95175"/>
                  <a:pt x="5887159" y="96589"/>
                  <a:pt x="5881752" y="96589"/>
                </a:cubicBezTo>
                <a:cubicBezTo>
                  <a:pt x="5879767" y="96589"/>
                  <a:pt x="5877820" y="96391"/>
                  <a:pt x="5875910" y="95994"/>
                </a:cubicBezTo>
                <a:cubicBezTo>
                  <a:pt x="5874000" y="95597"/>
                  <a:pt x="5872375" y="95051"/>
                  <a:pt x="5871036" y="94357"/>
                </a:cubicBezTo>
                <a:lnTo>
                  <a:pt x="5872673" y="89520"/>
                </a:lnTo>
                <a:cubicBezTo>
                  <a:pt x="5875451" y="90909"/>
                  <a:pt x="5878477" y="91604"/>
                  <a:pt x="5881752" y="91604"/>
                </a:cubicBezTo>
                <a:cubicBezTo>
                  <a:pt x="5885621" y="91604"/>
                  <a:pt x="5888560" y="90661"/>
                  <a:pt x="5890570" y="88776"/>
                </a:cubicBezTo>
                <a:cubicBezTo>
                  <a:pt x="5892579" y="86891"/>
                  <a:pt x="5893583" y="84137"/>
                  <a:pt x="5893583" y="80516"/>
                </a:cubicBezTo>
                <a:lnTo>
                  <a:pt x="5893583" y="73447"/>
                </a:lnTo>
                <a:cubicBezTo>
                  <a:pt x="5890905" y="77118"/>
                  <a:pt x="5887159" y="78953"/>
                  <a:pt x="5882347" y="78953"/>
                </a:cubicBezTo>
                <a:cubicBezTo>
                  <a:pt x="5877634" y="78953"/>
                  <a:pt x="5873938" y="77192"/>
                  <a:pt x="5871259" y="73670"/>
                </a:cubicBezTo>
                <a:cubicBezTo>
                  <a:pt x="5868580" y="70148"/>
                  <a:pt x="5867241" y="65236"/>
                  <a:pt x="5867241" y="58936"/>
                </a:cubicBezTo>
                <a:cubicBezTo>
                  <a:pt x="5867241" y="52834"/>
                  <a:pt x="5868655" y="48071"/>
                  <a:pt x="5871482" y="44648"/>
                </a:cubicBezTo>
                <a:cubicBezTo>
                  <a:pt x="5874310" y="41225"/>
                  <a:pt x="5878229" y="39514"/>
                  <a:pt x="5883240" y="39514"/>
                </a:cubicBezTo>
                <a:close/>
                <a:moveTo>
                  <a:pt x="5839559" y="39514"/>
                </a:moveTo>
                <a:cubicBezTo>
                  <a:pt x="5843428" y="39514"/>
                  <a:pt x="5846454" y="40630"/>
                  <a:pt x="5848637" y="42862"/>
                </a:cubicBezTo>
                <a:cubicBezTo>
                  <a:pt x="5850820" y="45095"/>
                  <a:pt x="5851912" y="48171"/>
                  <a:pt x="5851912" y="52090"/>
                </a:cubicBezTo>
                <a:lnTo>
                  <a:pt x="5851912" y="80218"/>
                </a:lnTo>
                <a:lnTo>
                  <a:pt x="5846554" y="80218"/>
                </a:lnTo>
                <a:lnTo>
                  <a:pt x="5846554" y="52462"/>
                </a:lnTo>
                <a:cubicBezTo>
                  <a:pt x="5846554" y="49932"/>
                  <a:pt x="5845835" y="48009"/>
                  <a:pt x="5844396" y="46695"/>
                </a:cubicBezTo>
                <a:cubicBezTo>
                  <a:pt x="5842957" y="45380"/>
                  <a:pt x="5840873" y="44723"/>
                  <a:pt x="5838145" y="44723"/>
                </a:cubicBezTo>
                <a:cubicBezTo>
                  <a:pt x="5836161" y="44723"/>
                  <a:pt x="5834325" y="45033"/>
                  <a:pt x="5832639" y="45653"/>
                </a:cubicBezTo>
                <a:cubicBezTo>
                  <a:pt x="5830952" y="46273"/>
                  <a:pt x="5829315" y="47278"/>
                  <a:pt x="5827727" y="48667"/>
                </a:cubicBezTo>
                <a:lnTo>
                  <a:pt x="5827727" y="80218"/>
                </a:lnTo>
                <a:lnTo>
                  <a:pt x="5822369" y="80218"/>
                </a:lnTo>
                <a:lnTo>
                  <a:pt x="5822369" y="40481"/>
                </a:lnTo>
                <a:lnTo>
                  <a:pt x="5827355" y="40481"/>
                </a:lnTo>
                <a:lnTo>
                  <a:pt x="5827355" y="44723"/>
                </a:lnTo>
                <a:cubicBezTo>
                  <a:pt x="5830679" y="41250"/>
                  <a:pt x="5834747" y="39514"/>
                  <a:pt x="5839559" y="39514"/>
                </a:cubicBezTo>
                <a:close/>
                <a:moveTo>
                  <a:pt x="5696386" y="39514"/>
                </a:moveTo>
                <a:cubicBezTo>
                  <a:pt x="5698916" y="39514"/>
                  <a:pt x="5701100" y="40047"/>
                  <a:pt x="5702935" y="41114"/>
                </a:cubicBezTo>
                <a:cubicBezTo>
                  <a:pt x="5704770" y="42180"/>
                  <a:pt x="5706134" y="43681"/>
                  <a:pt x="5707027" y="45616"/>
                </a:cubicBezTo>
                <a:cubicBezTo>
                  <a:pt x="5710550" y="41548"/>
                  <a:pt x="5714791" y="39514"/>
                  <a:pt x="5719752" y="39514"/>
                </a:cubicBezTo>
                <a:cubicBezTo>
                  <a:pt x="5723473" y="39514"/>
                  <a:pt x="5726375" y="40618"/>
                  <a:pt x="5728459" y="42825"/>
                </a:cubicBezTo>
                <a:cubicBezTo>
                  <a:pt x="5730542" y="45033"/>
                  <a:pt x="5731584" y="48121"/>
                  <a:pt x="5731584" y="52090"/>
                </a:cubicBezTo>
                <a:lnTo>
                  <a:pt x="5731584" y="80218"/>
                </a:lnTo>
                <a:lnTo>
                  <a:pt x="5726226" y="80218"/>
                </a:lnTo>
                <a:lnTo>
                  <a:pt x="5726226" y="52462"/>
                </a:lnTo>
                <a:cubicBezTo>
                  <a:pt x="5726226" y="49932"/>
                  <a:pt x="5725556" y="48009"/>
                  <a:pt x="5724217" y="46695"/>
                </a:cubicBezTo>
                <a:cubicBezTo>
                  <a:pt x="5722878" y="45380"/>
                  <a:pt x="5720918" y="44723"/>
                  <a:pt x="5718338" y="44723"/>
                </a:cubicBezTo>
                <a:cubicBezTo>
                  <a:pt x="5714717" y="44723"/>
                  <a:pt x="5711269" y="46112"/>
                  <a:pt x="5707995" y="48890"/>
                </a:cubicBezTo>
                <a:cubicBezTo>
                  <a:pt x="5708193" y="49733"/>
                  <a:pt x="5708292" y="50800"/>
                  <a:pt x="5708292" y="52090"/>
                </a:cubicBezTo>
                <a:lnTo>
                  <a:pt x="5708292" y="80218"/>
                </a:lnTo>
                <a:lnTo>
                  <a:pt x="5702935" y="80218"/>
                </a:lnTo>
                <a:lnTo>
                  <a:pt x="5702935" y="52462"/>
                </a:lnTo>
                <a:cubicBezTo>
                  <a:pt x="5702935" y="49932"/>
                  <a:pt x="5702253" y="48009"/>
                  <a:pt x="5700888" y="46695"/>
                </a:cubicBezTo>
                <a:cubicBezTo>
                  <a:pt x="5699524" y="45380"/>
                  <a:pt x="5697552" y="44723"/>
                  <a:pt x="5694972" y="44723"/>
                </a:cubicBezTo>
                <a:cubicBezTo>
                  <a:pt x="5693087" y="44723"/>
                  <a:pt x="5691326" y="45045"/>
                  <a:pt x="5689689" y="45690"/>
                </a:cubicBezTo>
                <a:cubicBezTo>
                  <a:pt x="5688052" y="46335"/>
                  <a:pt x="5686440" y="47327"/>
                  <a:pt x="5684852" y="48667"/>
                </a:cubicBezTo>
                <a:lnTo>
                  <a:pt x="5684852" y="80218"/>
                </a:lnTo>
                <a:lnTo>
                  <a:pt x="5679494" y="80218"/>
                </a:lnTo>
                <a:lnTo>
                  <a:pt x="5679494" y="40481"/>
                </a:lnTo>
                <a:lnTo>
                  <a:pt x="5684480" y="40481"/>
                </a:lnTo>
                <a:lnTo>
                  <a:pt x="5684480" y="44723"/>
                </a:lnTo>
                <a:cubicBezTo>
                  <a:pt x="5687804" y="41250"/>
                  <a:pt x="5691772" y="39514"/>
                  <a:pt x="5696386" y="39514"/>
                </a:cubicBezTo>
                <a:close/>
                <a:moveTo>
                  <a:pt x="5653003" y="39514"/>
                </a:moveTo>
                <a:cubicBezTo>
                  <a:pt x="5657269" y="39514"/>
                  <a:pt x="5660705" y="40580"/>
                  <a:pt x="5663309" y="42714"/>
                </a:cubicBezTo>
                <a:cubicBezTo>
                  <a:pt x="5665914" y="44847"/>
                  <a:pt x="5667216" y="47972"/>
                  <a:pt x="5667216" y="52090"/>
                </a:cubicBezTo>
                <a:lnTo>
                  <a:pt x="5667216" y="80218"/>
                </a:lnTo>
                <a:lnTo>
                  <a:pt x="5662230" y="80218"/>
                </a:lnTo>
                <a:lnTo>
                  <a:pt x="5662230" y="75381"/>
                </a:lnTo>
                <a:cubicBezTo>
                  <a:pt x="5659651" y="79152"/>
                  <a:pt x="5655657" y="81037"/>
                  <a:pt x="5650250" y="81037"/>
                </a:cubicBezTo>
                <a:cubicBezTo>
                  <a:pt x="5646331" y="81037"/>
                  <a:pt x="5643267" y="79995"/>
                  <a:pt x="5641060" y="77911"/>
                </a:cubicBezTo>
                <a:cubicBezTo>
                  <a:pt x="5638852" y="75828"/>
                  <a:pt x="5637748" y="72926"/>
                  <a:pt x="5637748" y="69205"/>
                </a:cubicBezTo>
                <a:cubicBezTo>
                  <a:pt x="5637748" y="64492"/>
                  <a:pt x="5639708" y="61007"/>
                  <a:pt x="5643627" y="58750"/>
                </a:cubicBezTo>
                <a:cubicBezTo>
                  <a:pt x="5647546" y="56493"/>
                  <a:pt x="5653624" y="55339"/>
                  <a:pt x="5661858" y="55290"/>
                </a:cubicBezTo>
                <a:lnTo>
                  <a:pt x="5661858" y="52536"/>
                </a:lnTo>
                <a:cubicBezTo>
                  <a:pt x="5661858" y="49957"/>
                  <a:pt x="5661052" y="47985"/>
                  <a:pt x="5659440" y="46620"/>
                </a:cubicBezTo>
                <a:cubicBezTo>
                  <a:pt x="5657828" y="45256"/>
                  <a:pt x="5655483" y="44574"/>
                  <a:pt x="5652407" y="44574"/>
                </a:cubicBezTo>
                <a:cubicBezTo>
                  <a:pt x="5649183" y="44574"/>
                  <a:pt x="5646058" y="45293"/>
                  <a:pt x="5643031" y="46732"/>
                </a:cubicBezTo>
                <a:lnTo>
                  <a:pt x="5641617" y="42193"/>
                </a:lnTo>
                <a:cubicBezTo>
                  <a:pt x="5645140" y="40407"/>
                  <a:pt x="5648935" y="39514"/>
                  <a:pt x="5653003" y="39514"/>
                </a:cubicBezTo>
                <a:close/>
                <a:moveTo>
                  <a:pt x="5531261" y="39514"/>
                </a:moveTo>
                <a:cubicBezTo>
                  <a:pt x="5536520" y="39514"/>
                  <a:pt x="5540564" y="41287"/>
                  <a:pt x="5543391" y="44834"/>
                </a:cubicBezTo>
                <a:cubicBezTo>
                  <a:pt x="5546219" y="48381"/>
                  <a:pt x="5547632" y="53553"/>
                  <a:pt x="5547632" y="60350"/>
                </a:cubicBezTo>
                <a:cubicBezTo>
                  <a:pt x="5547632" y="67146"/>
                  <a:pt x="5546219" y="72318"/>
                  <a:pt x="5543391" y="75865"/>
                </a:cubicBezTo>
                <a:cubicBezTo>
                  <a:pt x="5540564" y="79412"/>
                  <a:pt x="5536495" y="81186"/>
                  <a:pt x="5531187" y="81186"/>
                </a:cubicBezTo>
                <a:cubicBezTo>
                  <a:pt x="5525929" y="81186"/>
                  <a:pt x="5521885" y="79412"/>
                  <a:pt x="5519058" y="75865"/>
                </a:cubicBezTo>
                <a:cubicBezTo>
                  <a:pt x="5516230" y="72318"/>
                  <a:pt x="5514816" y="67146"/>
                  <a:pt x="5514816" y="60350"/>
                </a:cubicBezTo>
                <a:cubicBezTo>
                  <a:pt x="5514816" y="53553"/>
                  <a:pt x="5516230" y="48381"/>
                  <a:pt x="5519058" y="44834"/>
                </a:cubicBezTo>
                <a:cubicBezTo>
                  <a:pt x="5521885" y="41287"/>
                  <a:pt x="5525953" y="39514"/>
                  <a:pt x="5531261" y="39514"/>
                </a:cubicBezTo>
                <a:close/>
                <a:moveTo>
                  <a:pt x="5378564" y="39514"/>
                </a:moveTo>
                <a:cubicBezTo>
                  <a:pt x="5383574" y="39514"/>
                  <a:pt x="5387469" y="41200"/>
                  <a:pt x="5390247" y="44574"/>
                </a:cubicBezTo>
                <a:cubicBezTo>
                  <a:pt x="5393025" y="47947"/>
                  <a:pt x="5394414" y="52635"/>
                  <a:pt x="5394414" y="58638"/>
                </a:cubicBezTo>
                <a:cubicBezTo>
                  <a:pt x="5394414" y="59829"/>
                  <a:pt x="5394339" y="60871"/>
                  <a:pt x="5394191" y="61764"/>
                </a:cubicBezTo>
                <a:lnTo>
                  <a:pt x="5367699" y="61764"/>
                </a:lnTo>
                <a:cubicBezTo>
                  <a:pt x="5367897" y="66476"/>
                  <a:pt x="5369051" y="70036"/>
                  <a:pt x="5371160" y="72442"/>
                </a:cubicBezTo>
                <a:cubicBezTo>
                  <a:pt x="5373268" y="74848"/>
                  <a:pt x="5376282" y="76051"/>
                  <a:pt x="5380201" y="76051"/>
                </a:cubicBezTo>
                <a:cubicBezTo>
                  <a:pt x="5383922" y="76051"/>
                  <a:pt x="5387345" y="75009"/>
                  <a:pt x="5390470" y="72926"/>
                </a:cubicBezTo>
                <a:lnTo>
                  <a:pt x="5392554" y="77242"/>
                </a:lnTo>
                <a:cubicBezTo>
                  <a:pt x="5391016" y="78482"/>
                  <a:pt x="5389143" y="79437"/>
                  <a:pt x="5386935" y="80107"/>
                </a:cubicBezTo>
                <a:cubicBezTo>
                  <a:pt x="5384728" y="80776"/>
                  <a:pt x="5382384" y="81111"/>
                  <a:pt x="5379903" y="81111"/>
                </a:cubicBezTo>
                <a:cubicBezTo>
                  <a:pt x="5374347" y="81111"/>
                  <a:pt x="5370019" y="79276"/>
                  <a:pt x="5366918" y="75605"/>
                </a:cubicBezTo>
                <a:cubicBezTo>
                  <a:pt x="5363818" y="71933"/>
                  <a:pt x="5362267" y="66849"/>
                  <a:pt x="5362267" y="60350"/>
                </a:cubicBezTo>
                <a:cubicBezTo>
                  <a:pt x="5362267" y="53801"/>
                  <a:pt x="5363706" y="48691"/>
                  <a:pt x="5366583" y="45020"/>
                </a:cubicBezTo>
                <a:cubicBezTo>
                  <a:pt x="5369460" y="41349"/>
                  <a:pt x="5373455" y="39514"/>
                  <a:pt x="5378564" y="39514"/>
                </a:cubicBezTo>
                <a:close/>
                <a:moveTo>
                  <a:pt x="5343589" y="39514"/>
                </a:moveTo>
                <a:cubicBezTo>
                  <a:pt x="5348302" y="39514"/>
                  <a:pt x="5351973" y="41374"/>
                  <a:pt x="5354602" y="45095"/>
                </a:cubicBezTo>
                <a:cubicBezTo>
                  <a:pt x="5357231" y="48816"/>
                  <a:pt x="5358546" y="54000"/>
                  <a:pt x="5358546" y="60647"/>
                </a:cubicBezTo>
                <a:cubicBezTo>
                  <a:pt x="5358546" y="67097"/>
                  <a:pt x="5357145" y="72132"/>
                  <a:pt x="5354342" y="75753"/>
                </a:cubicBezTo>
                <a:cubicBezTo>
                  <a:pt x="5351539" y="79375"/>
                  <a:pt x="5347657" y="81186"/>
                  <a:pt x="5342696" y="81186"/>
                </a:cubicBezTo>
                <a:cubicBezTo>
                  <a:pt x="5340663" y="81186"/>
                  <a:pt x="5338765" y="80789"/>
                  <a:pt x="5337003" y="79995"/>
                </a:cubicBezTo>
                <a:cubicBezTo>
                  <a:pt x="5335242" y="79201"/>
                  <a:pt x="5333716" y="78085"/>
                  <a:pt x="5332427" y="76646"/>
                </a:cubicBezTo>
                <a:lnTo>
                  <a:pt x="5332427" y="95622"/>
                </a:lnTo>
                <a:lnTo>
                  <a:pt x="5327070" y="95622"/>
                </a:lnTo>
                <a:lnTo>
                  <a:pt x="5327070" y="40481"/>
                </a:lnTo>
                <a:lnTo>
                  <a:pt x="5332055" y="40481"/>
                </a:lnTo>
                <a:lnTo>
                  <a:pt x="5332055" y="45541"/>
                </a:lnTo>
                <a:cubicBezTo>
                  <a:pt x="5333394" y="43557"/>
                  <a:pt x="5335045" y="42056"/>
                  <a:pt x="5337003" y="41039"/>
                </a:cubicBezTo>
                <a:cubicBezTo>
                  <a:pt x="5338963" y="40022"/>
                  <a:pt x="5341158" y="39514"/>
                  <a:pt x="5343589" y="39514"/>
                </a:cubicBezTo>
                <a:close/>
                <a:moveTo>
                  <a:pt x="5302662" y="39514"/>
                </a:moveTo>
                <a:cubicBezTo>
                  <a:pt x="5307921" y="39514"/>
                  <a:pt x="5311963" y="41287"/>
                  <a:pt x="5314791" y="44834"/>
                </a:cubicBezTo>
                <a:cubicBezTo>
                  <a:pt x="5317619" y="48381"/>
                  <a:pt x="5319032" y="53553"/>
                  <a:pt x="5319032" y="60350"/>
                </a:cubicBezTo>
                <a:cubicBezTo>
                  <a:pt x="5319032" y="67146"/>
                  <a:pt x="5317619" y="72318"/>
                  <a:pt x="5314791" y="75865"/>
                </a:cubicBezTo>
                <a:cubicBezTo>
                  <a:pt x="5311963" y="79412"/>
                  <a:pt x="5307895" y="81186"/>
                  <a:pt x="5302587" y="81186"/>
                </a:cubicBezTo>
                <a:cubicBezTo>
                  <a:pt x="5297328" y="81186"/>
                  <a:pt x="5293285" y="79412"/>
                  <a:pt x="5290457" y="75865"/>
                </a:cubicBezTo>
                <a:cubicBezTo>
                  <a:pt x="5287630" y="72318"/>
                  <a:pt x="5286216" y="67146"/>
                  <a:pt x="5286216" y="60350"/>
                </a:cubicBezTo>
                <a:cubicBezTo>
                  <a:pt x="5286216" y="53553"/>
                  <a:pt x="5287630" y="48381"/>
                  <a:pt x="5290457" y="44834"/>
                </a:cubicBezTo>
                <a:cubicBezTo>
                  <a:pt x="5293285" y="41287"/>
                  <a:pt x="5297354" y="39514"/>
                  <a:pt x="5302662" y="39514"/>
                </a:cubicBezTo>
                <a:close/>
                <a:moveTo>
                  <a:pt x="5238815" y="39514"/>
                </a:moveTo>
                <a:cubicBezTo>
                  <a:pt x="5243527" y="39514"/>
                  <a:pt x="5247199" y="41374"/>
                  <a:pt x="5249827" y="45095"/>
                </a:cubicBezTo>
                <a:cubicBezTo>
                  <a:pt x="5252456" y="48816"/>
                  <a:pt x="5253771" y="54000"/>
                  <a:pt x="5253771" y="60647"/>
                </a:cubicBezTo>
                <a:cubicBezTo>
                  <a:pt x="5253771" y="67097"/>
                  <a:pt x="5252370" y="72132"/>
                  <a:pt x="5249567" y="75753"/>
                </a:cubicBezTo>
                <a:cubicBezTo>
                  <a:pt x="5246764" y="79375"/>
                  <a:pt x="5242882" y="81186"/>
                  <a:pt x="5237921" y="81186"/>
                </a:cubicBezTo>
                <a:cubicBezTo>
                  <a:pt x="5235888" y="81186"/>
                  <a:pt x="5233990" y="80789"/>
                  <a:pt x="5232228" y="79995"/>
                </a:cubicBezTo>
                <a:cubicBezTo>
                  <a:pt x="5230467" y="79201"/>
                  <a:pt x="5228941" y="78085"/>
                  <a:pt x="5227652" y="76646"/>
                </a:cubicBezTo>
                <a:lnTo>
                  <a:pt x="5227652" y="95622"/>
                </a:lnTo>
                <a:lnTo>
                  <a:pt x="5222294" y="95622"/>
                </a:lnTo>
                <a:lnTo>
                  <a:pt x="5222294" y="40481"/>
                </a:lnTo>
                <a:lnTo>
                  <a:pt x="5227280" y="40481"/>
                </a:lnTo>
                <a:lnTo>
                  <a:pt x="5227280" y="45541"/>
                </a:lnTo>
                <a:cubicBezTo>
                  <a:pt x="5228619" y="43557"/>
                  <a:pt x="5230269" y="42056"/>
                  <a:pt x="5232228" y="41039"/>
                </a:cubicBezTo>
                <a:cubicBezTo>
                  <a:pt x="5234188" y="40022"/>
                  <a:pt x="5236383" y="39514"/>
                  <a:pt x="5238815" y="39514"/>
                </a:cubicBezTo>
                <a:close/>
                <a:moveTo>
                  <a:pt x="5178539" y="39514"/>
                </a:moveTo>
                <a:cubicBezTo>
                  <a:pt x="5183549" y="39514"/>
                  <a:pt x="5187444" y="41200"/>
                  <a:pt x="5190222" y="44574"/>
                </a:cubicBezTo>
                <a:cubicBezTo>
                  <a:pt x="5192999" y="47947"/>
                  <a:pt x="5194389" y="52635"/>
                  <a:pt x="5194389" y="58638"/>
                </a:cubicBezTo>
                <a:cubicBezTo>
                  <a:pt x="5194389" y="59829"/>
                  <a:pt x="5194314" y="60871"/>
                  <a:pt x="5194167" y="61764"/>
                </a:cubicBezTo>
                <a:lnTo>
                  <a:pt x="5167675" y="61764"/>
                </a:lnTo>
                <a:cubicBezTo>
                  <a:pt x="5167873" y="66476"/>
                  <a:pt x="5169027" y="70036"/>
                  <a:pt x="5171135" y="72442"/>
                </a:cubicBezTo>
                <a:cubicBezTo>
                  <a:pt x="5173243" y="74848"/>
                  <a:pt x="5176256" y="76051"/>
                  <a:pt x="5180176" y="76051"/>
                </a:cubicBezTo>
                <a:cubicBezTo>
                  <a:pt x="5183897" y="76051"/>
                  <a:pt x="5187320" y="75009"/>
                  <a:pt x="5190445" y="72926"/>
                </a:cubicBezTo>
                <a:lnTo>
                  <a:pt x="5192529" y="77242"/>
                </a:lnTo>
                <a:cubicBezTo>
                  <a:pt x="5190990" y="78482"/>
                  <a:pt x="5189118" y="79437"/>
                  <a:pt x="5186910" y="80107"/>
                </a:cubicBezTo>
                <a:cubicBezTo>
                  <a:pt x="5184702" y="80776"/>
                  <a:pt x="5182359" y="81111"/>
                  <a:pt x="5179878" y="81111"/>
                </a:cubicBezTo>
                <a:cubicBezTo>
                  <a:pt x="5174322" y="81111"/>
                  <a:pt x="5169994" y="79276"/>
                  <a:pt x="5166893" y="75605"/>
                </a:cubicBezTo>
                <a:cubicBezTo>
                  <a:pt x="5163792" y="71933"/>
                  <a:pt x="5162242" y="66849"/>
                  <a:pt x="5162242" y="60350"/>
                </a:cubicBezTo>
                <a:cubicBezTo>
                  <a:pt x="5162242" y="53801"/>
                  <a:pt x="5163680" y="48691"/>
                  <a:pt x="5166558" y="45020"/>
                </a:cubicBezTo>
                <a:cubicBezTo>
                  <a:pt x="5169436" y="41349"/>
                  <a:pt x="5173429" y="39514"/>
                  <a:pt x="5178539" y="39514"/>
                </a:cubicBezTo>
                <a:close/>
                <a:moveTo>
                  <a:pt x="4941232" y="39514"/>
                </a:moveTo>
                <a:cubicBezTo>
                  <a:pt x="4943117" y="39514"/>
                  <a:pt x="4945052" y="39799"/>
                  <a:pt x="4947037" y="40370"/>
                </a:cubicBezTo>
                <a:cubicBezTo>
                  <a:pt x="4949021" y="40940"/>
                  <a:pt x="4950832" y="41721"/>
                  <a:pt x="4952469" y="42714"/>
                </a:cubicBezTo>
                <a:lnTo>
                  <a:pt x="4950385" y="47104"/>
                </a:lnTo>
                <a:cubicBezTo>
                  <a:pt x="4947161" y="45368"/>
                  <a:pt x="4944060" y="44499"/>
                  <a:pt x="4941083" y="44499"/>
                </a:cubicBezTo>
                <a:cubicBezTo>
                  <a:pt x="4937462" y="44499"/>
                  <a:pt x="4934634" y="45839"/>
                  <a:pt x="4932600" y="48518"/>
                </a:cubicBezTo>
                <a:cubicBezTo>
                  <a:pt x="4930567" y="51197"/>
                  <a:pt x="4929549" y="54942"/>
                  <a:pt x="4929549" y="59754"/>
                </a:cubicBezTo>
                <a:cubicBezTo>
                  <a:pt x="4929549" y="65112"/>
                  <a:pt x="4930604" y="69168"/>
                  <a:pt x="4932712" y="71921"/>
                </a:cubicBezTo>
                <a:cubicBezTo>
                  <a:pt x="4934820" y="74674"/>
                  <a:pt x="4937934" y="76051"/>
                  <a:pt x="4942051" y="76051"/>
                </a:cubicBezTo>
                <a:cubicBezTo>
                  <a:pt x="4945127" y="76051"/>
                  <a:pt x="4948078" y="75208"/>
                  <a:pt x="4950906" y="73521"/>
                </a:cubicBezTo>
                <a:lnTo>
                  <a:pt x="4952915" y="77837"/>
                </a:lnTo>
                <a:cubicBezTo>
                  <a:pt x="4951526" y="78879"/>
                  <a:pt x="4949840" y="79685"/>
                  <a:pt x="4947855" y="80255"/>
                </a:cubicBezTo>
                <a:cubicBezTo>
                  <a:pt x="4945871" y="80826"/>
                  <a:pt x="4943787" y="81111"/>
                  <a:pt x="4941605" y="81111"/>
                </a:cubicBezTo>
                <a:cubicBezTo>
                  <a:pt x="4936048" y="81111"/>
                  <a:pt x="4931721" y="79276"/>
                  <a:pt x="4928619" y="75605"/>
                </a:cubicBezTo>
                <a:cubicBezTo>
                  <a:pt x="4925518" y="71933"/>
                  <a:pt x="4923968" y="66799"/>
                  <a:pt x="4923968" y="60201"/>
                </a:cubicBezTo>
                <a:cubicBezTo>
                  <a:pt x="4923968" y="56083"/>
                  <a:pt x="4924688" y="52462"/>
                  <a:pt x="4926126" y="49336"/>
                </a:cubicBezTo>
                <a:cubicBezTo>
                  <a:pt x="4927564" y="46211"/>
                  <a:pt x="4929586" y="43793"/>
                  <a:pt x="4932191" y="42081"/>
                </a:cubicBezTo>
                <a:cubicBezTo>
                  <a:pt x="4934795" y="40370"/>
                  <a:pt x="4937810" y="39514"/>
                  <a:pt x="4941232" y="39514"/>
                </a:cubicBezTo>
                <a:close/>
                <a:moveTo>
                  <a:pt x="4753709" y="39514"/>
                </a:moveTo>
                <a:cubicBezTo>
                  <a:pt x="4757578" y="39514"/>
                  <a:pt x="4760605" y="40630"/>
                  <a:pt x="4762787" y="42862"/>
                </a:cubicBezTo>
                <a:cubicBezTo>
                  <a:pt x="4764970" y="45095"/>
                  <a:pt x="4766062" y="48171"/>
                  <a:pt x="4766062" y="52090"/>
                </a:cubicBezTo>
                <a:lnTo>
                  <a:pt x="4766062" y="80218"/>
                </a:lnTo>
                <a:lnTo>
                  <a:pt x="4760704" y="80218"/>
                </a:lnTo>
                <a:lnTo>
                  <a:pt x="4760704" y="52462"/>
                </a:lnTo>
                <a:cubicBezTo>
                  <a:pt x="4760704" y="49932"/>
                  <a:pt x="4759984" y="48009"/>
                  <a:pt x="4758546" y="46695"/>
                </a:cubicBezTo>
                <a:cubicBezTo>
                  <a:pt x="4757107" y="45380"/>
                  <a:pt x="4755024" y="44723"/>
                  <a:pt x="4752295" y="44723"/>
                </a:cubicBezTo>
                <a:cubicBezTo>
                  <a:pt x="4750310" y="44723"/>
                  <a:pt x="4748475" y="45033"/>
                  <a:pt x="4746788" y="45653"/>
                </a:cubicBezTo>
                <a:cubicBezTo>
                  <a:pt x="4745101" y="46273"/>
                  <a:pt x="4743465" y="47278"/>
                  <a:pt x="4741877" y="48667"/>
                </a:cubicBezTo>
                <a:lnTo>
                  <a:pt x="4741877" y="80218"/>
                </a:lnTo>
                <a:lnTo>
                  <a:pt x="4736519" y="80218"/>
                </a:lnTo>
                <a:lnTo>
                  <a:pt x="4736519" y="40481"/>
                </a:lnTo>
                <a:lnTo>
                  <a:pt x="4741505" y="40481"/>
                </a:lnTo>
                <a:lnTo>
                  <a:pt x="4741505" y="44723"/>
                </a:lnTo>
                <a:cubicBezTo>
                  <a:pt x="4744829" y="41250"/>
                  <a:pt x="4748897" y="39514"/>
                  <a:pt x="4753709" y="39514"/>
                </a:cubicBezTo>
                <a:close/>
                <a:moveTo>
                  <a:pt x="4712111" y="39514"/>
                </a:moveTo>
                <a:cubicBezTo>
                  <a:pt x="4717370" y="39514"/>
                  <a:pt x="4721414" y="41287"/>
                  <a:pt x="4724241" y="44834"/>
                </a:cubicBezTo>
                <a:cubicBezTo>
                  <a:pt x="4727069" y="48381"/>
                  <a:pt x="4728482" y="53553"/>
                  <a:pt x="4728482" y="60350"/>
                </a:cubicBezTo>
                <a:cubicBezTo>
                  <a:pt x="4728482" y="67146"/>
                  <a:pt x="4727069" y="72318"/>
                  <a:pt x="4724241" y="75865"/>
                </a:cubicBezTo>
                <a:cubicBezTo>
                  <a:pt x="4721414" y="79412"/>
                  <a:pt x="4717345" y="81186"/>
                  <a:pt x="4712037" y="81186"/>
                </a:cubicBezTo>
                <a:cubicBezTo>
                  <a:pt x="4706778" y="81186"/>
                  <a:pt x="4702735" y="79412"/>
                  <a:pt x="4699908" y="75865"/>
                </a:cubicBezTo>
                <a:cubicBezTo>
                  <a:pt x="4697080" y="72318"/>
                  <a:pt x="4695666" y="67146"/>
                  <a:pt x="4695666" y="60350"/>
                </a:cubicBezTo>
                <a:cubicBezTo>
                  <a:pt x="4695666" y="53553"/>
                  <a:pt x="4697080" y="48381"/>
                  <a:pt x="4699908" y="44834"/>
                </a:cubicBezTo>
                <a:cubicBezTo>
                  <a:pt x="4702735" y="41287"/>
                  <a:pt x="4706804" y="39514"/>
                  <a:pt x="4712111" y="39514"/>
                </a:cubicBezTo>
                <a:close/>
                <a:moveTo>
                  <a:pt x="4624303" y="39514"/>
                </a:moveTo>
                <a:cubicBezTo>
                  <a:pt x="4628569" y="39514"/>
                  <a:pt x="4632005" y="40580"/>
                  <a:pt x="4634609" y="42714"/>
                </a:cubicBezTo>
                <a:cubicBezTo>
                  <a:pt x="4637214" y="44847"/>
                  <a:pt x="4638516" y="47972"/>
                  <a:pt x="4638516" y="52090"/>
                </a:cubicBezTo>
                <a:lnTo>
                  <a:pt x="4638516" y="80218"/>
                </a:lnTo>
                <a:lnTo>
                  <a:pt x="4633530" y="80218"/>
                </a:lnTo>
                <a:lnTo>
                  <a:pt x="4633530" y="75381"/>
                </a:lnTo>
                <a:cubicBezTo>
                  <a:pt x="4630950" y="79152"/>
                  <a:pt x="4626957" y="81037"/>
                  <a:pt x="4621549" y="81037"/>
                </a:cubicBezTo>
                <a:cubicBezTo>
                  <a:pt x="4617630" y="81037"/>
                  <a:pt x="4614567" y="79995"/>
                  <a:pt x="4612359" y="77911"/>
                </a:cubicBezTo>
                <a:cubicBezTo>
                  <a:pt x="4610152" y="75828"/>
                  <a:pt x="4609048" y="72926"/>
                  <a:pt x="4609048" y="69205"/>
                </a:cubicBezTo>
                <a:cubicBezTo>
                  <a:pt x="4609048" y="64492"/>
                  <a:pt x="4611007" y="61007"/>
                  <a:pt x="4614927" y="58750"/>
                </a:cubicBezTo>
                <a:cubicBezTo>
                  <a:pt x="4618846" y="56493"/>
                  <a:pt x="4624923" y="55339"/>
                  <a:pt x="4633159" y="55290"/>
                </a:cubicBezTo>
                <a:lnTo>
                  <a:pt x="4633159" y="52536"/>
                </a:lnTo>
                <a:cubicBezTo>
                  <a:pt x="4633159" y="49957"/>
                  <a:pt x="4632352" y="47985"/>
                  <a:pt x="4630740" y="46620"/>
                </a:cubicBezTo>
                <a:cubicBezTo>
                  <a:pt x="4629127" y="45256"/>
                  <a:pt x="4626783" y="44574"/>
                  <a:pt x="4623707" y="44574"/>
                </a:cubicBezTo>
                <a:cubicBezTo>
                  <a:pt x="4620483" y="44574"/>
                  <a:pt x="4617358" y="45293"/>
                  <a:pt x="4614331" y="46732"/>
                </a:cubicBezTo>
                <a:lnTo>
                  <a:pt x="4612917" y="42193"/>
                </a:lnTo>
                <a:cubicBezTo>
                  <a:pt x="4616440" y="40407"/>
                  <a:pt x="4620235" y="39514"/>
                  <a:pt x="4624303" y="39514"/>
                </a:cubicBezTo>
                <a:close/>
                <a:moveTo>
                  <a:pt x="4562911" y="39514"/>
                </a:moveTo>
                <a:cubicBezTo>
                  <a:pt x="4565441" y="39514"/>
                  <a:pt x="4567624" y="40047"/>
                  <a:pt x="4569460" y="41114"/>
                </a:cubicBezTo>
                <a:cubicBezTo>
                  <a:pt x="4571295" y="42180"/>
                  <a:pt x="4572659" y="43681"/>
                  <a:pt x="4573552" y="45616"/>
                </a:cubicBezTo>
                <a:cubicBezTo>
                  <a:pt x="4577075" y="41548"/>
                  <a:pt x="4581316" y="39514"/>
                  <a:pt x="4586277" y="39514"/>
                </a:cubicBezTo>
                <a:cubicBezTo>
                  <a:pt x="4589998" y="39514"/>
                  <a:pt x="4592900" y="40618"/>
                  <a:pt x="4594984" y="42825"/>
                </a:cubicBezTo>
                <a:cubicBezTo>
                  <a:pt x="4597067" y="45033"/>
                  <a:pt x="4598109" y="48121"/>
                  <a:pt x="4598109" y="52090"/>
                </a:cubicBezTo>
                <a:lnTo>
                  <a:pt x="4598109" y="80218"/>
                </a:lnTo>
                <a:lnTo>
                  <a:pt x="4592751" y="80218"/>
                </a:lnTo>
                <a:lnTo>
                  <a:pt x="4592751" y="52462"/>
                </a:lnTo>
                <a:cubicBezTo>
                  <a:pt x="4592751" y="49932"/>
                  <a:pt x="4592081" y="48009"/>
                  <a:pt x="4590742" y="46695"/>
                </a:cubicBezTo>
                <a:cubicBezTo>
                  <a:pt x="4589403" y="45380"/>
                  <a:pt x="4587444" y="44723"/>
                  <a:pt x="4584863" y="44723"/>
                </a:cubicBezTo>
                <a:cubicBezTo>
                  <a:pt x="4581242" y="44723"/>
                  <a:pt x="4577794" y="46112"/>
                  <a:pt x="4574520" y="48890"/>
                </a:cubicBezTo>
                <a:cubicBezTo>
                  <a:pt x="4574718" y="49733"/>
                  <a:pt x="4574817" y="50800"/>
                  <a:pt x="4574817" y="52090"/>
                </a:cubicBezTo>
                <a:lnTo>
                  <a:pt x="4574817" y="80218"/>
                </a:lnTo>
                <a:lnTo>
                  <a:pt x="4569460" y="80218"/>
                </a:lnTo>
                <a:lnTo>
                  <a:pt x="4569460" y="52462"/>
                </a:lnTo>
                <a:cubicBezTo>
                  <a:pt x="4569460" y="49932"/>
                  <a:pt x="4568777" y="48009"/>
                  <a:pt x="4567413" y="46695"/>
                </a:cubicBezTo>
                <a:cubicBezTo>
                  <a:pt x="4566049" y="45380"/>
                  <a:pt x="4564077" y="44723"/>
                  <a:pt x="4561497" y="44723"/>
                </a:cubicBezTo>
                <a:cubicBezTo>
                  <a:pt x="4559612" y="44723"/>
                  <a:pt x="4557851" y="45045"/>
                  <a:pt x="4556214" y="45690"/>
                </a:cubicBezTo>
                <a:cubicBezTo>
                  <a:pt x="4554577" y="46335"/>
                  <a:pt x="4552965" y="47327"/>
                  <a:pt x="4551377" y="48667"/>
                </a:cubicBezTo>
                <a:lnTo>
                  <a:pt x="4551377" y="80218"/>
                </a:lnTo>
                <a:lnTo>
                  <a:pt x="4546019" y="80218"/>
                </a:lnTo>
                <a:lnTo>
                  <a:pt x="4546019" y="40481"/>
                </a:lnTo>
                <a:lnTo>
                  <a:pt x="4551005" y="40481"/>
                </a:lnTo>
                <a:lnTo>
                  <a:pt x="4551005" y="44723"/>
                </a:lnTo>
                <a:cubicBezTo>
                  <a:pt x="4554329" y="41250"/>
                  <a:pt x="4558297" y="39514"/>
                  <a:pt x="4562911" y="39514"/>
                </a:cubicBezTo>
                <a:close/>
                <a:moveTo>
                  <a:pt x="4493036" y="39514"/>
                </a:moveTo>
                <a:cubicBezTo>
                  <a:pt x="4498295" y="39514"/>
                  <a:pt x="4502338" y="41287"/>
                  <a:pt x="4505166" y="44834"/>
                </a:cubicBezTo>
                <a:cubicBezTo>
                  <a:pt x="4507994" y="48381"/>
                  <a:pt x="4509408" y="53553"/>
                  <a:pt x="4509408" y="60350"/>
                </a:cubicBezTo>
                <a:cubicBezTo>
                  <a:pt x="4509408" y="67146"/>
                  <a:pt x="4507994" y="72318"/>
                  <a:pt x="4505166" y="75865"/>
                </a:cubicBezTo>
                <a:cubicBezTo>
                  <a:pt x="4502338" y="79412"/>
                  <a:pt x="4498270" y="81186"/>
                  <a:pt x="4492962" y="81186"/>
                </a:cubicBezTo>
                <a:cubicBezTo>
                  <a:pt x="4487704" y="81186"/>
                  <a:pt x="4483660" y="79412"/>
                  <a:pt x="4480832" y="75865"/>
                </a:cubicBezTo>
                <a:cubicBezTo>
                  <a:pt x="4478005" y="72318"/>
                  <a:pt x="4476591" y="67146"/>
                  <a:pt x="4476591" y="60350"/>
                </a:cubicBezTo>
                <a:cubicBezTo>
                  <a:pt x="4476591" y="53553"/>
                  <a:pt x="4478005" y="48381"/>
                  <a:pt x="4480832" y="44834"/>
                </a:cubicBezTo>
                <a:cubicBezTo>
                  <a:pt x="4483660" y="41287"/>
                  <a:pt x="4487728" y="39514"/>
                  <a:pt x="4493036" y="39514"/>
                </a:cubicBezTo>
                <a:close/>
                <a:moveTo>
                  <a:pt x="4420334" y="39514"/>
                </a:moveTo>
                <a:cubicBezTo>
                  <a:pt x="4424204" y="39514"/>
                  <a:pt x="4427230" y="40630"/>
                  <a:pt x="4429412" y="42862"/>
                </a:cubicBezTo>
                <a:cubicBezTo>
                  <a:pt x="4431595" y="45095"/>
                  <a:pt x="4432687" y="48171"/>
                  <a:pt x="4432687" y="52090"/>
                </a:cubicBezTo>
                <a:lnTo>
                  <a:pt x="4432687" y="80218"/>
                </a:lnTo>
                <a:lnTo>
                  <a:pt x="4427329" y="80218"/>
                </a:lnTo>
                <a:lnTo>
                  <a:pt x="4427329" y="52462"/>
                </a:lnTo>
                <a:cubicBezTo>
                  <a:pt x="4427329" y="49932"/>
                  <a:pt x="4426609" y="48009"/>
                  <a:pt x="4425171" y="46695"/>
                </a:cubicBezTo>
                <a:cubicBezTo>
                  <a:pt x="4423732" y="45380"/>
                  <a:pt x="4421649" y="44723"/>
                  <a:pt x="4418920" y="44723"/>
                </a:cubicBezTo>
                <a:cubicBezTo>
                  <a:pt x="4416935" y="44723"/>
                  <a:pt x="4415100" y="45033"/>
                  <a:pt x="4413413" y="45653"/>
                </a:cubicBezTo>
                <a:cubicBezTo>
                  <a:pt x="4411726" y="46273"/>
                  <a:pt x="4410089" y="47278"/>
                  <a:pt x="4408502" y="48667"/>
                </a:cubicBezTo>
                <a:lnTo>
                  <a:pt x="4408502" y="80218"/>
                </a:lnTo>
                <a:lnTo>
                  <a:pt x="4403144" y="80218"/>
                </a:lnTo>
                <a:lnTo>
                  <a:pt x="4403144" y="40481"/>
                </a:lnTo>
                <a:lnTo>
                  <a:pt x="4408130" y="40481"/>
                </a:lnTo>
                <a:lnTo>
                  <a:pt x="4408130" y="44723"/>
                </a:lnTo>
                <a:cubicBezTo>
                  <a:pt x="4411454" y="41250"/>
                  <a:pt x="4415522" y="39514"/>
                  <a:pt x="4420334" y="39514"/>
                </a:cubicBezTo>
                <a:close/>
                <a:moveTo>
                  <a:pt x="4319503" y="39514"/>
                </a:moveTo>
                <a:cubicBezTo>
                  <a:pt x="4323770" y="39514"/>
                  <a:pt x="4327205" y="40580"/>
                  <a:pt x="4329809" y="42714"/>
                </a:cubicBezTo>
                <a:cubicBezTo>
                  <a:pt x="4332414" y="44847"/>
                  <a:pt x="4333716" y="47972"/>
                  <a:pt x="4333716" y="52090"/>
                </a:cubicBezTo>
                <a:lnTo>
                  <a:pt x="4333716" y="80218"/>
                </a:lnTo>
                <a:lnTo>
                  <a:pt x="4328730" y="80218"/>
                </a:lnTo>
                <a:lnTo>
                  <a:pt x="4328730" y="75381"/>
                </a:lnTo>
                <a:cubicBezTo>
                  <a:pt x="4326150" y="79152"/>
                  <a:pt x="4322157" y="81037"/>
                  <a:pt x="4316750" y="81037"/>
                </a:cubicBezTo>
                <a:cubicBezTo>
                  <a:pt x="4312830" y="81037"/>
                  <a:pt x="4309768" y="79995"/>
                  <a:pt x="4307559" y="77911"/>
                </a:cubicBezTo>
                <a:cubicBezTo>
                  <a:pt x="4305352" y="75828"/>
                  <a:pt x="4304248" y="72926"/>
                  <a:pt x="4304248" y="69205"/>
                </a:cubicBezTo>
                <a:cubicBezTo>
                  <a:pt x="4304248" y="64492"/>
                  <a:pt x="4306207" y="61007"/>
                  <a:pt x="4310127" y="58750"/>
                </a:cubicBezTo>
                <a:cubicBezTo>
                  <a:pt x="4314046" y="56493"/>
                  <a:pt x="4320123" y="55339"/>
                  <a:pt x="4328358" y="55290"/>
                </a:cubicBezTo>
                <a:lnTo>
                  <a:pt x="4328358" y="52536"/>
                </a:lnTo>
                <a:cubicBezTo>
                  <a:pt x="4328358" y="49957"/>
                  <a:pt x="4327552" y="47985"/>
                  <a:pt x="4325940" y="46620"/>
                </a:cubicBezTo>
                <a:cubicBezTo>
                  <a:pt x="4324327" y="45256"/>
                  <a:pt x="4321983" y="44574"/>
                  <a:pt x="4318908" y="44574"/>
                </a:cubicBezTo>
                <a:cubicBezTo>
                  <a:pt x="4315683" y="44574"/>
                  <a:pt x="4312558" y="45293"/>
                  <a:pt x="4309531" y="46732"/>
                </a:cubicBezTo>
                <a:lnTo>
                  <a:pt x="4308117" y="42193"/>
                </a:lnTo>
                <a:cubicBezTo>
                  <a:pt x="4311640" y="40407"/>
                  <a:pt x="4315435" y="39514"/>
                  <a:pt x="4319503" y="39514"/>
                </a:cubicBezTo>
                <a:close/>
                <a:moveTo>
                  <a:pt x="4229834" y="39514"/>
                </a:moveTo>
                <a:cubicBezTo>
                  <a:pt x="4233704" y="39514"/>
                  <a:pt x="4236730" y="40630"/>
                  <a:pt x="4238912" y="42862"/>
                </a:cubicBezTo>
                <a:cubicBezTo>
                  <a:pt x="4241095" y="45095"/>
                  <a:pt x="4242187" y="48171"/>
                  <a:pt x="4242187" y="52090"/>
                </a:cubicBezTo>
                <a:lnTo>
                  <a:pt x="4242187" y="80218"/>
                </a:lnTo>
                <a:lnTo>
                  <a:pt x="4236829" y="80218"/>
                </a:lnTo>
                <a:lnTo>
                  <a:pt x="4236829" y="52462"/>
                </a:lnTo>
                <a:cubicBezTo>
                  <a:pt x="4236829" y="49932"/>
                  <a:pt x="4236109" y="48009"/>
                  <a:pt x="4234671" y="46695"/>
                </a:cubicBezTo>
                <a:cubicBezTo>
                  <a:pt x="4233232" y="45380"/>
                  <a:pt x="4231149" y="44723"/>
                  <a:pt x="4228420" y="44723"/>
                </a:cubicBezTo>
                <a:cubicBezTo>
                  <a:pt x="4226435" y="44723"/>
                  <a:pt x="4224600" y="45033"/>
                  <a:pt x="4222913" y="45653"/>
                </a:cubicBezTo>
                <a:cubicBezTo>
                  <a:pt x="4221226" y="46273"/>
                  <a:pt x="4219589" y="47278"/>
                  <a:pt x="4218002" y="48667"/>
                </a:cubicBezTo>
                <a:lnTo>
                  <a:pt x="4218002" y="80218"/>
                </a:lnTo>
                <a:lnTo>
                  <a:pt x="4212644" y="80218"/>
                </a:lnTo>
                <a:lnTo>
                  <a:pt x="4212644" y="40481"/>
                </a:lnTo>
                <a:lnTo>
                  <a:pt x="4217630" y="40481"/>
                </a:lnTo>
                <a:lnTo>
                  <a:pt x="4217630" y="44723"/>
                </a:lnTo>
                <a:cubicBezTo>
                  <a:pt x="4220954" y="41250"/>
                  <a:pt x="4225022" y="39514"/>
                  <a:pt x="4229834" y="39514"/>
                </a:cubicBezTo>
                <a:close/>
                <a:moveTo>
                  <a:pt x="4187939" y="39514"/>
                </a:moveTo>
                <a:cubicBezTo>
                  <a:pt x="4192949" y="39514"/>
                  <a:pt x="4196844" y="41200"/>
                  <a:pt x="4199622" y="44574"/>
                </a:cubicBezTo>
                <a:cubicBezTo>
                  <a:pt x="4202400" y="47947"/>
                  <a:pt x="4203789" y="52635"/>
                  <a:pt x="4203789" y="58638"/>
                </a:cubicBezTo>
                <a:cubicBezTo>
                  <a:pt x="4203789" y="59829"/>
                  <a:pt x="4203714" y="60871"/>
                  <a:pt x="4203566" y="61764"/>
                </a:cubicBezTo>
                <a:lnTo>
                  <a:pt x="4177074" y="61764"/>
                </a:lnTo>
                <a:cubicBezTo>
                  <a:pt x="4177273" y="66476"/>
                  <a:pt x="4178426" y="70036"/>
                  <a:pt x="4180534" y="72442"/>
                </a:cubicBezTo>
                <a:cubicBezTo>
                  <a:pt x="4182643" y="74848"/>
                  <a:pt x="4185656" y="76051"/>
                  <a:pt x="4189576" y="76051"/>
                </a:cubicBezTo>
                <a:cubicBezTo>
                  <a:pt x="4193297" y="76051"/>
                  <a:pt x="4196720" y="75009"/>
                  <a:pt x="4199845" y="72926"/>
                </a:cubicBezTo>
                <a:lnTo>
                  <a:pt x="4201929" y="77242"/>
                </a:lnTo>
                <a:cubicBezTo>
                  <a:pt x="4200391" y="78482"/>
                  <a:pt x="4198518" y="79437"/>
                  <a:pt x="4196310" y="80107"/>
                </a:cubicBezTo>
                <a:cubicBezTo>
                  <a:pt x="4194103" y="80776"/>
                  <a:pt x="4191759" y="81111"/>
                  <a:pt x="4189278" y="81111"/>
                </a:cubicBezTo>
                <a:cubicBezTo>
                  <a:pt x="4183722" y="81111"/>
                  <a:pt x="4179394" y="79276"/>
                  <a:pt x="4176293" y="75605"/>
                </a:cubicBezTo>
                <a:cubicBezTo>
                  <a:pt x="4173192" y="71933"/>
                  <a:pt x="4171642" y="66849"/>
                  <a:pt x="4171642" y="60350"/>
                </a:cubicBezTo>
                <a:cubicBezTo>
                  <a:pt x="4171642" y="53801"/>
                  <a:pt x="4173080" y="48691"/>
                  <a:pt x="4175958" y="45020"/>
                </a:cubicBezTo>
                <a:cubicBezTo>
                  <a:pt x="4178835" y="41349"/>
                  <a:pt x="4182829" y="39514"/>
                  <a:pt x="4187939" y="39514"/>
                </a:cubicBezTo>
                <a:close/>
                <a:moveTo>
                  <a:pt x="4058384" y="39514"/>
                </a:moveTo>
                <a:cubicBezTo>
                  <a:pt x="4062253" y="39514"/>
                  <a:pt x="4065279" y="40630"/>
                  <a:pt x="4067462" y="42862"/>
                </a:cubicBezTo>
                <a:cubicBezTo>
                  <a:pt x="4069645" y="45095"/>
                  <a:pt x="4070736" y="48171"/>
                  <a:pt x="4070736" y="52090"/>
                </a:cubicBezTo>
                <a:lnTo>
                  <a:pt x="4070736" y="80218"/>
                </a:lnTo>
                <a:lnTo>
                  <a:pt x="4065379" y="80218"/>
                </a:lnTo>
                <a:lnTo>
                  <a:pt x="4065379" y="52462"/>
                </a:lnTo>
                <a:cubicBezTo>
                  <a:pt x="4065379" y="49932"/>
                  <a:pt x="4064659" y="48009"/>
                  <a:pt x="4063221" y="46695"/>
                </a:cubicBezTo>
                <a:cubicBezTo>
                  <a:pt x="4061783" y="45380"/>
                  <a:pt x="4059699" y="44723"/>
                  <a:pt x="4056970" y="44723"/>
                </a:cubicBezTo>
                <a:cubicBezTo>
                  <a:pt x="4054985" y="44723"/>
                  <a:pt x="4053150" y="45033"/>
                  <a:pt x="4051463" y="45653"/>
                </a:cubicBezTo>
                <a:cubicBezTo>
                  <a:pt x="4049776" y="46273"/>
                  <a:pt x="4048140" y="47278"/>
                  <a:pt x="4046552" y="48667"/>
                </a:cubicBezTo>
                <a:lnTo>
                  <a:pt x="4046552" y="80218"/>
                </a:lnTo>
                <a:lnTo>
                  <a:pt x="4041194" y="80218"/>
                </a:lnTo>
                <a:lnTo>
                  <a:pt x="4041194" y="40481"/>
                </a:lnTo>
                <a:lnTo>
                  <a:pt x="4046180" y="40481"/>
                </a:lnTo>
                <a:lnTo>
                  <a:pt x="4046180" y="44723"/>
                </a:lnTo>
                <a:cubicBezTo>
                  <a:pt x="4049504" y="41250"/>
                  <a:pt x="4053571" y="39514"/>
                  <a:pt x="4058384" y="39514"/>
                </a:cubicBezTo>
                <a:close/>
                <a:moveTo>
                  <a:pt x="4016786" y="39514"/>
                </a:moveTo>
                <a:cubicBezTo>
                  <a:pt x="4022045" y="39514"/>
                  <a:pt x="4026088" y="41287"/>
                  <a:pt x="4028916" y="44834"/>
                </a:cubicBezTo>
                <a:cubicBezTo>
                  <a:pt x="4031743" y="48381"/>
                  <a:pt x="4033157" y="53553"/>
                  <a:pt x="4033157" y="60350"/>
                </a:cubicBezTo>
                <a:cubicBezTo>
                  <a:pt x="4033157" y="67146"/>
                  <a:pt x="4031743" y="72318"/>
                  <a:pt x="4028916" y="75865"/>
                </a:cubicBezTo>
                <a:cubicBezTo>
                  <a:pt x="4026088" y="79412"/>
                  <a:pt x="4022021" y="81186"/>
                  <a:pt x="4016712" y="81186"/>
                </a:cubicBezTo>
                <a:cubicBezTo>
                  <a:pt x="4011453" y="81186"/>
                  <a:pt x="4007410" y="79412"/>
                  <a:pt x="4004583" y="75865"/>
                </a:cubicBezTo>
                <a:cubicBezTo>
                  <a:pt x="4001755" y="72318"/>
                  <a:pt x="4000341" y="67146"/>
                  <a:pt x="4000341" y="60350"/>
                </a:cubicBezTo>
                <a:cubicBezTo>
                  <a:pt x="4000341" y="53553"/>
                  <a:pt x="4001755" y="48381"/>
                  <a:pt x="4004583" y="44834"/>
                </a:cubicBezTo>
                <a:cubicBezTo>
                  <a:pt x="4007410" y="41287"/>
                  <a:pt x="4011479" y="39514"/>
                  <a:pt x="4016786" y="39514"/>
                </a:cubicBezTo>
                <a:close/>
                <a:moveTo>
                  <a:pt x="3979207" y="39514"/>
                </a:moveTo>
                <a:cubicBezTo>
                  <a:pt x="3981092" y="39514"/>
                  <a:pt x="3983027" y="39799"/>
                  <a:pt x="3985011" y="40370"/>
                </a:cubicBezTo>
                <a:cubicBezTo>
                  <a:pt x="3986996" y="40940"/>
                  <a:pt x="3988807" y="41721"/>
                  <a:pt x="3990444" y="42714"/>
                </a:cubicBezTo>
                <a:lnTo>
                  <a:pt x="3988360" y="47104"/>
                </a:lnTo>
                <a:cubicBezTo>
                  <a:pt x="3985136" y="45368"/>
                  <a:pt x="3982035" y="44499"/>
                  <a:pt x="3979058" y="44499"/>
                </a:cubicBezTo>
                <a:cubicBezTo>
                  <a:pt x="3975437" y="44499"/>
                  <a:pt x="3972609" y="45839"/>
                  <a:pt x="3970575" y="48518"/>
                </a:cubicBezTo>
                <a:cubicBezTo>
                  <a:pt x="3968541" y="51197"/>
                  <a:pt x="3967525" y="54942"/>
                  <a:pt x="3967525" y="59754"/>
                </a:cubicBezTo>
                <a:cubicBezTo>
                  <a:pt x="3967525" y="65112"/>
                  <a:pt x="3968578" y="69168"/>
                  <a:pt x="3970687" y="71921"/>
                </a:cubicBezTo>
                <a:cubicBezTo>
                  <a:pt x="3972796" y="74674"/>
                  <a:pt x="3975909" y="76051"/>
                  <a:pt x="3980026" y="76051"/>
                </a:cubicBezTo>
                <a:cubicBezTo>
                  <a:pt x="3983101" y="76051"/>
                  <a:pt x="3986054" y="75208"/>
                  <a:pt x="3988881" y="73521"/>
                </a:cubicBezTo>
                <a:lnTo>
                  <a:pt x="3990890" y="77837"/>
                </a:lnTo>
                <a:cubicBezTo>
                  <a:pt x="3989502" y="78879"/>
                  <a:pt x="3987815" y="79685"/>
                  <a:pt x="3985830" y="80255"/>
                </a:cubicBezTo>
                <a:cubicBezTo>
                  <a:pt x="3983846" y="80826"/>
                  <a:pt x="3981762" y="81111"/>
                  <a:pt x="3979579" y="81111"/>
                </a:cubicBezTo>
                <a:cubicBezTo>
                  <a:pt x="3974023" y="81111"/>
                  <a:pt x="3969695" y="79276"/>
                  <a:pt x="3966594" y="75605"/>
                </a:cubicBezTo>
                <a:cubicBezTo>
                  <a:pt x="3963493" y="71933"/>
                  <a:pt x="3961943" y="66799"/>
                  <a:pt x="3961943" y="60201"/>
                </a:cubicBezTo>
                <a:cubicBezTo>
                  <a:pt x="3961943" y="56083"/>
                  <a:pt x="3962663" y="52462"/>
                  <a:pt x="3964101" y="49336"/>
                </a:cubicBezTo>
                <a:cubicBezTo>
                  <a:pt x="3965540" y="46211"/>
                  <a:pt x="3967561" y="43793"/>
                  <a:pt x="3970166" y="42081"/>
                </a:cubicBezTo>
                <a:cubicBezTo>
                  <a:pt x="3972770" y="40370"/>
                  <a:pt x="3975784" y="39514"/>
                  <a:pt x="3979207" y="39514"/>
                </a:cubicBezTo>
                <a:close/>
                <a:moveTo>
                  <a:pt x="3877409" y="39514"/>
                </a:moveTo>
                <a:cubicBezTo>
                  <a:pt x="3881278" y="39514"/>
                  <a:pt x="3884304" y="40630"/>
                  <a:pt x="3886487" y="42862"/>
                </a:cubicBezTo>
                <a:cubicBezTo>
                  <a:pt x="3888671" y="45095"/>
                  <a:pt x="3889762" y="48171"/>
                  <a:pt x="3889762" y="52090"/>
                </a:cubicBezTo>
                <a:lnTo>
                  <a:pt x="3889762" y="80218"/>
                </a:lnTo>
                <a:lnTo>
                  <a:pt x="3884404" y="80218"/>
                </a:lnTo>
                <a:lnTo>
                  <a:pt x="3884404" y="52462"/>
                </a:lnTo>
                <a:cubicBezTo>
                  <a:pt x="3884404" y="49932"/>
                  <a:pt x="3883684" y="48009"/>
                  <a:pt x="3882246" y="46695"/>
                </a:cubicBezTo>
                <a:cubicBezTo>
                  <a:pt x="3880807" y="45380"/>
                  <a:pt x="3878723" y="44723"/>
                  <a:pt x="3875995" y="44723"/>
                </a:cubicBezTo>
                <a:cubicBezTo>
                  <a:pt x="3874010" y="44723"/>
                  <a:pt x="3872175" y="45033"/>
                  <a:pt x="3870488" y="45653"/>
                </a:cubicBezTo>
                <a:cubicBezTo>
                  <a:pt x="3868801" y="46273"/>
                  <a:pt x="3867165" y="47278"/>
                  <a:pt x="3865577" y="48667"/>
                </a:cubicBezTo>
                <a:lnTo>
                  <a:pt x="3865577" y="80218"/>
                </a:lnTo>
                <a:lnTo>
                  <a:pt x="3860219" y="80218"/>
                </a:lnTo>
                <a:lnTo>
                  <a:pt x="3860219" y="40481"/>
                </a:lnTo>
                <a:lnTo>
                  <a:pt x="3865206" y="40481"/>
                </a:lnTo>
                <a:lnTo>
                  <a:pt x="3865206" y="44723"/>
                </a:lnTo>
                <a:cubicBezTo>
                  <a:pt x="3868529" y="41250"/>
                  <a:pt x="3872596" y="39514"/>
                  <a:pt x="3877409" y="39514"/>
                </a:cubicBezTo>
                <a:close/>
                <a:moveTo>
                  <a:pt x="3833728" y="39514"/>
                </a:moveTo>
                <a:cubicBezTo>
                  <a:pt x="3837994" y="39514"/>
                  <a:pt x="3841429" y="40580"/>
                  <a:pt x="3844035" y="42714"/>
                </a:cubicBezTo>
                <a:cubicBezTo>
                  <a:pt x="3846638" y="44847"/>
                  <a:pt x="3847941" y="47972"/>
                  <a:pt x="3847941" y="52090"/>
                </a:cubicBezTo>
                <a:lnTo>
                  <a:pt x="3847941" y="80218"/>
                </a:lnTo>
                <a:lnTo>
                  <a:pt x="3842956" y="80218"/>
                </a:lnTo>
                <a:lnTo>
                  <a:pt x="3842956" y="75381"/>
                </a:lnTo>
                <a:cubicBezTo>
                  <a:pt x="3840375" y="79152"/>
                  <a:pt x="3836383" y="81037"/>
                  <a:pt x="3830974" y="81037"/>
                </a:cubicBezTo>
                <a:cubicBezTo>
                  <a:pt x="3827055" y="81037"/>
                  <a:pt x="3823992" y="79995"/>
                  <a:pt x="3821785" y="77911"/>
                </a:cubicBezTo>
                <a:cubicBezTo>
                  <a:pt x="3819576" y="75828"/>
                  <a:pt x="3818473" y="72926"/>
                  <a:pt x="3818473" y="69205"/>
                </a:cubicBezTo>
                <a:cubicBezTo>
                  <a:pt x="3818473" y="64492"/>
                  <a:pt x="3820432" y="61007"/>
                  <a:pt x="3824351" y="58750"/>
                </a:cubicBezTo>
                <a:cubicBezTo>
                  <a:pt x="3828271" y="56493"/>
                  <a:pt x="3834348" y="55339"/>
                  <a:pt x="3842583" y="55290"/>
                </a:cubicBezTo>
                <a:lnTo>
                  <a:pt x="3842583" y="52536"/>
                </a:lnTo>
                <a:cubicBezTo>
                  <a:pt x="3842583" y="49957"/>
                  <a:pt x="3841777" y="47985"/>
                  <a:pt x="3840164" y="46620"/>
                </a:cubicBezTo>
                <a:cubicBezTo>
                  <a:pt x="3838552" y="45256"/>
                  <a:pt x="3836208" y="44574"/>
                  <a:pt x="3833132" y="44574"/>
                </a:cubicBezTo>
                <a:cubicBezTo>
                  <a:pt x="3829908" y="44574"/>
                  <a:pt x="3826782" y="45293"/>
                  <a:pt x="3823756" y="46732"/>
                </a:cubicBezTo>
                <a:lnTo>
                  <a:pt x="3822342" y="42193"/>
                </a:lnTo>
                <a:cubicBezTo>
                  <a:pt x="3825864" y="40407"/>
                  <a:pt x="3829660" y="39514"/>
                  <a:pt x="3833728" y="39514"/>
                </a:cubicBezTo>
                <a:close/>
                <a:moveTo>
                  <a:pt x="3711689" y="39514"/>
                </a:moveTo>
                <a:cubicBezTo>
                  <a:pt x="3716700" y="39514"/>
                  <a:pt x="3720594" y="41200"/>
                  <a:pt x="3723372" y="44574"/>
                </a:cubicBezTo>
                <a:cubicBezTo>
                  <a:pt x="3726151" y="47947"/>
                  <a:pt x="3727539" y="52635"/>
                  <a:pt x="3727539" y="58638"/>
                </a:cubicBezTo>
                <a:cubicBezTo>
                  <a:pt x="3727539" y="59829"/>
                  <a:pt x="3727465" y="60871"/>
                  <a:pt x="3727316" y="61764"/>
                </a:cubicBezTo>
                <a:lnTo>
                  <a:pt x="3700825" y="61764"/>
                </a:lnTo>
                <a:cubicBezTo>
                  <a:pt x="3701023" y="66476"/>
                  <a:pt x="3702177" y="70036"/>
                  <a:pt x="3704285" y="72442"/>
                </a:cubicBezTo>
                <a:cubicBezTo>
                  <a:pt x="3706393" y="74848"/>
                  <a:pt x="3709407" y="76051"/>
                  <a:pt x="3713327" y="76051"/>
                </a:cubicBezTo>
                <a:cubicBezTo>
                  <a:pt x="3717047" y="76051"/>
                  <a:pt x="3720470" y="75009"/>
                  <a:pt x="3723596" y="72926"/>
                </a:cubicBezTo>
                <a:lnTo>
                  <a:pt x="3725679" y="77242"/>
                </a:lnTo>
                <a:cubicBezTo>
                  <a:pt x="3724141" y="78482"/>
                  <a:pt x="3722268" y="79437"/>
                  <a:pt x="3720061" y="80107"/>
                </a:cubicBezTo>
                <a:cubicBezTo>
                  <a:pt x="3717853" y="80776"/>
                  <a:pt x="3715509" y="81111"/>
                  <a:pt x="3713029" y="81111"/>
                </a:cubicBezTo>
                <a:cubicBezTo>
                  <a:pt x="3707472" y="81111"/>
                  <a:pt x="3703144" y="79276"/>
                  <a:pt x="3700044" y="75605"/>
                </a:cubicBezTo>
                <a:cubicBezTo>
                  <a:pt x="3696943" y="71933"/>
                  <a:pt x="3695393" y="66849"/>
                  <a:pt x="3695393" y="60350"/>
                </a:cubicBezTo>
                <a:cubicBezTo>
                  <a:pt x="3695393" y="53801"/>
                  <a:pt x="3696831" y="48691"/>
                  <a:pt x="3699709" y="45020"/>
                </a:cubicBezTo>
                <a:cubicBezTo>
                  <a:pt x="3702586" y="41349"/>
                  <a:pt x="3706579" y="39514"/>
                  <a:pt x="3711689" y="39514"/>
                </a:cubicBezTo>
                <a:close/>
                <a:moveTo>
                  <a:pt x="3645833" y="39514"/>
                </a:moveTo>
                <a:cubicBezTo>
                  <a:pt x="3647718" y="39514"/>
                  <a:pt x="3649653" y="39799"/>
                  <a:pt x="3651637" y="40370"/>
                </a:cubicBezTo>
                <a:cubicBezTo>
                  <a:pt x="3653621" y="40940"/>
                  <a:pt x="3655432" y="41721"/>
                  <a:pt x="3657069" y="42714"/>
                </a:cubicBezTo>
                <a:lnTo>
                  <a:pt x="3654985" y="47104"/>
                </a:lnTo>
                <a:cubicBezTo>
                  <a:pt x="3651761" y="45368"/>
                  <a:pt x="3648660" y="44499"/>
                  <a:pt x="3645684" y="44499"/>
                </a:cubicBezTo>
                <a:cubicBezTo>
                  <a:pt x="3642062" y="44499"/>
                  <a:pt x="3639235" y="45839"/>
                  <a:pt x="3637200" y="48518"/>
                </a:cubicBezTo>
                <a:cubicBezTo>
                  <a:pt x="3635167" y="51197"/>
                  <a:pt x="3634150" y="54942"/>
                  <a:pt x="3634150" y="59754"/>
                </a:cubicBezTo>
                <a:cubicBezTo>
                  <a:pt x="3634150" y="65112"/>
                  <a:pt x="3635204" y="69168"/>
                  <a:pt x="3637312" y="71921"/>
                </a:cubicBezTo>
                <a:cubicBezTo>
                  <a:pt x="3639421" y="74674"/>
                  <a:pt x="3642534" y="76051"/>
                  <a:pt x="3646651" y="76051"/>
                </a:cubicBezTo>
                <a:cubicBezTo>
                  <a:pt x="3649727" y="76051"/>
                  <a:pt x="3652679" y="75208"/>
                  <a:pt x="3655507" y="73521"/>
                </a:cubicBezTo>
                <a:lnTo>
                  <a:pt x="3657516" y="77837"/>
                </a:lnTo>
                <a:cubicBezTo>
                  <a:pt x="3656127" y="78879"/>
                  <a:pt x="3654440" y="79685"/>
                  <a:pt x="3652456" y="80255"/>
                </a:cubicBezTo>
                <a:cubicBezTo>
                  <a:pt x="3650472" y="80826"/>
                  <a:pt x="3648388" y="81111"/>
                  <a:pt x="3646205" y="81111"/>
                </a:cubicBezTo>
                <a:cubicBezTo>
                  <a:pt x="3640649" y="81111"/>
                  <a:pt x="3636320" y="79276"/>
                  <a:pt x="3633220" y="75605"/>
                </a:cubicBezTo>
                <a:cubicBezTo>
                  <a:pt x="3630120" y="71933"/>
                  <a:pt x="3628569" y="66799"/>
                  <a:pt x="3628569" y="60201"/>
                </a:cubicBezTo>
                <a:cubicBezTo>
                  <a:pt x="3628569" y="56083"/>
                  <a:pt x="3629288" y="52462"/>
                  <a:pt x="3630727" y="49336"/>
                </a:cubicBezTo>
                <a:cubicBezTo>
                  <a:pt x="3632166" y="46211"/>
                  <a:pt x="3634187" y="43793"/>
                  <a:pt x="3636792" y="42081"/>
                </a:cubicBezTo>
                <a:cubicBezTo>
                  <a:pt x="3639396" y="40370"/>
                  <a:pt x="3642410" y="39514"/>
                  <a:pt x="3645833" y="39514"/>
                </a:cubicBezTo>
                <a:close/>
                <a:moveTo>
                  <a:pt x="3606914" y="39514"/>
                </a:moveTo>
                <a:cubicBezTo>
                  <a:pt x="3611925" y="39514"/>
                  <a:pt x="3615819" y="41200"/>
                  <a:pt x="3618597" y="44574"/>
                </a:cubicBezTo>
                <a:cubicBezTo>
                  <a:pt x="3621375" y="47947"/>
                  <a:pt x="3622765" y="52635"/>
                  <a:pt x="3622765" y="58638"/>
                </a:cubicBezTo>
                <a:cubicBezTo>
                  <a:pt x="3622765" y="59829"/>
                  <a:pt x="3622690" y="60871"/>
                  <a:pt x="3622541" y="61764"/>
                </a:cubicBezTo>
                <a:lnTo>
                  <a:pt x="3596050" y="61764"/>
                </a:lnTo>
                <a:cubicBezTo>
                  <a:pt x="3596248" y="66476"/>
                  <a:pt x="3597402" y="70036"/>
                  <a:pt x="3599510" y="72442"/>
                </a:cubicBezTo>
                <a:cubicBezTo>
                  <a:pt x="3601619" y="74848"/>
                  <a:pt x="3604632" y="76051"/>
                  <a:pt x="3608551" y="76051"/>
                </a:cubicBezTo>
                <a:cubicBezTo>
                  <a:pt x="3612272" y="76051"/>
                  <a:pt x="3615695" y="75009"/>
                  <a:pt x="3618821" y="72926"/>
                </a:cubicBezTo>
                <a:lnTo>
                  <a:pt x="3620904" y="77242"/>
                </a:lnTo>
                <a:cubicBezTo>
                  <a:pt x="3619367" y="78482"/>
                  <a:pt x="3617494" y="79437"/>
                  <a:pt x="3615286" y="80107"/>
                </a:cubicBezTo>
                <a:cubicBezTo>
                  <a:pt x="3613079" y="80776"/>
                  <a:pt x="3610735" y="81111"/>
                  <a:pt x="3608254" y="81111"/>
                </a:cubicBezTo>
                <a:cubicBezTo>
                  <a:pt x="3602698" y="81111"/>
                  <a:pt x="3598369" y="79276"/>
                  <a:pt x="3595268" y="75605"/>
                </a:cubicBezTo>
                <a:cubicBezTo>
                  <a:pt x="3592168" y="71933"/>
                  <a:pt x="3590617" y="66849"/>
                  <a:pt x="3590617" y="60350"/>
                </a:cubicBezTo>
                <a:cubicBezTo>
                  <a:pt x="3590617" y="53801"/>
                  <a:pt x="3592057" y="48691"/>
                  <a:pt x="3594934" y="45020"/>
                </a:cubicBezTo>
                <a:cubicBezTo>
                  <a:pt x="3597811" y="41349"/>
                  <a:pt x="3601804" y="39514"/>
                  <a:pt x="3606914" y="39514"/>
                </a:cubicBezTo>
                <a:close/>
                <a:moveTo>
                  <a:pt x="3511664" y="39514"/>
                </a:moveTo>
                <a:cubicBezTo>
                  <a:pt x="3516675" y="39514"/>
                  <a:pt x="3520569" y="41200"/>
                  <a:pt x="3523348" y="44574"/>
                </a:cubicBezTo>
                <a:cubicBezTo>
                  <a:pt x="3526126" y="47947"/>
                  <a:pt x="3527515" y="52635"/>
                  <a:pt x="3527515" y="58638"/>
                </a:cubicBezTo>
                <a:cubicBezTo>
                  <a:pt x="3527515" y="59829"/>
                  <a:pt x="3527440" y="60871"/>
                  <a:pt x="3527291" y="61764"/>
                </a:cubicBezTo>
                <a:lnTo>
                  <a:pt x="3500800" y="61764"/>
                </a:lnTo>
                <a:cubicBezTo>
                  <a:pt x="3500998" y="66476"/>
                  <a:pt x="3502151" y="70036"/>
                  <a:pt x="3504260" y="72442"/>
                </a:cubicBezTo>
                <a:cubicBezTo>
                  <a:pt x="3506369" y="74848"/>
                  <a:pt x="3509382" y="76051"/>
                  <a:pt x="3513301" y="76051"/>
                </a:cubicBezTo>
                <a:cubicBezTo>
                  <a:pt x="3517022" y="76051"/>
                  <a:pt x="3520445" y="75009"/>
                  <a:pt x="3523571" y="72926"/>
                </a:cubicBezTo>
                <a:lnTo>
                  <a:pt x="3525654" y="77242"/>
                </a:lnTo>
                <a:cubicBezTo>
                  <a:pt x="3524116" y="78482"/>
                  <a:pt x="3522243" y="79437"/>
                  <a:pt x="3520036" y="80107"/>
                </a:cubicBezTo>
                <a:cubicBezTo>
                  <a:pt x="3517828" y="80776"/>
                  <a:pt x="3515484" y="81111"/>
                  <a:pt x="3513004" y="81111"/>
                </a:cubicBezTo>
                <a:cubicBezTo>
                  <a:pt x="3507448" y="81111"/>
                  <a:pt x="3503119" y="79276"/>
                  <a:pt x="3500019" y="75605"/>
                </a:cubicBezTo>
                <a:cubicBezTo>
                  <a:pt x="3496918" y="71933"/>
                  <a:pt x="3495368" y="66849"/>
                  <a:pt x="3495368" y="60350"/>
                </a:cubicBezTo>
                <a:cubicBezTo>
                  <a:pt x="3495368" y="53801"/>
                  <a:pt x="3496807" y="48691"/>
                  <a:pt x="3499684" y="45020"/>
                </a:cubicBezTo>
                <a:cubicBezTo>
                  <a:pt x="3502561" y="41349"/>
                  <a:pt x="3506555" y="39514"/>
                  <a:pt x="3511664" y="39514"/>
                </a:cubicBezTo>
                <a:close/>
                <a:moveTo>
                  <a:pt x="3433679" y="39514"/>
                </a:moveTo>
                <a:cubicBezTo>
                  <a:pt x="3437945" y="39514"/>
                  <a:pt x="3441380" y="40580"/>
                  <a:pt x="3443985" y="42714"/>
                </a:cubicBezTo>
                <a:cubicBezTo>
                  <a:pt x="3446589" y="44847"/>
                  <a:pt x="3447891" y="47972"/>
                  <a:pt x="3447891" y="52090"/>
                </a:cubicBezTo>
                <a:lnTo>
                  <a:pt x="3447891" y="80218"/>
                </a:lnTo>
                <a:lnTo>
                  <a:pt x="3442905" y="80218"/>
                </a:lnTo>
                <a:lnTo>
                  <a:pt x="3442905" y="75381"/>
                </a:lnTo>
                <a:cubicBezTo>
                  <a:pt x="3440326" y="79152"/>
                  <a:pt x="3436333" y="81037"/>
                  <a:pt x="3430925" y="81037"/>
                </a:cubicBezTo>
                <a:cubicBezTo>
                  <a:pt x="3427006" y="81037"/>
                  <a:pt x="3423942" y="79995"/>
                  <a:pt x="3421735" y="77911"/>
                </a:cubicBezTo>
                <a:cubicBezTo>
                  <a:pt x="3419528" y="75828"/>
                  <a:pt x="3418424" y="72926"/>
                  <a:pt x="3418424" y="69205"/>
                </a:cubicBezTo>
                <a:cubicBezTo>
                  <a:pt x="3418424" y="64492"/>
                  <a:pt x="3420383" y="61007"/>
                  <a:pt x="3424302" y="58750"/>
                </a:cubicBezTo>
                <a:cubicBezTo>
                  <a:pt x="3428221" y="56493"/>
                  <a:pt x="3434299" y="55339"/>
                  <a:pt x="3442533" y="55290"/>
                </a:cubicBezTo>
                <a:lnTo>
                  <a:pt x="3442533" y="52536"/>
                </a:lnTo>
                <a:cubicBezTo>
                  <a:pt x="3442533" y="49957"/>
                  <a:pt x="3441727" y="47985"/>
                  <a:pt x="3440115" y="46620"/>
                </a:cubicBezTo>
                <a:cubicBezTo>
                  <a:pt x="3438503" y="45256"/>
                  <a:pt x="3436159" y="44574"/>
                  <a:pt x="3433083" y="44574"/>
                </a:cubicBezTo>
                <a:cubicBezTo>
                  <a:pt x="3429858" y="44574"/>
                  <a:pt x="3426733" y="45293"/>
                  <a:pt x="3423707" y="46732"/>
                </a:cubicBezTo>
                <a:lnTo>
                  <a:pt x="3422293" y="42193"/>
                </a:lnTo>
                <a:cubicBezTo>
                  <a:pt x="3425816" y="40407"/>
                  <a:pt x="3429611" y="39514"/>
                  <a:pt x="3433679" y="39514"/>
                </a:cubicBezTo>
                <a:close/>
                <a:moveTo>
                  <a:pt x="3277334" y="39514"/>
                </a:moveTo>
                <a:cubicBezTo>
                  <a:pt x="3281204" y="39514"/>
                  <a:pt x="3284230" y="40630"/>
                  <a:pt x="3286413" y="42862"/>
                </a:cubicBezTo>
                <a:cubicBezTo>
                  <a:pt x="3288596" y="45095"/>
                  <a:pt x="3289687" y="48171"/>
                  <a:pt x="3289687" y="52090"/>
                </a:cubicBezTo>
                <a:lnTo>
                  <a:pt x="3289687" y="80218"/>
                </a:lnTo>
                <a:lnTo>
                  <a:pt x="3284330" y="80218"/>
                </a:lnTo>
                <a:lnTo>
                  <a:pt x="3284330" y="52462"/>
                </a:lnTo>
                <a:cubicBezTo>
                  <a:pt x="3284330" y="49932"/>
                  <a:pt x="3283610" y="48009"/>
                  <a:pt x="3282171" y="46695"/>
                </a:cubicBezTo>
                <a:cubicBezTo>
                  <a:pt x="3280732" y="45380"/>
                  <a:pt x="3278649" y="44723"/>
                  <a:pt x="3275921" y="44723"/>
                </a:cubicBezTo>
                <a:cubicBezTo>
                  <a:pt x="3273937" y="44723"/>
                  <a:pt x="3272101" y="45033"/>
                  <a:pt x="3270414" y="45653"/>
                </a:cubicBezTo>
                <a:cubicBezTo>
                  <a:pt x="3268727" y="46273"/>
                  <a:pt x="3267091" y="47278"/>
                  <a:pt x="3265503" y="48667"/>
                </a:cubicBezTo>
                <a:lnTo>
                  <a:pt x="3265503" y="80218"/>
                </a:lnTo>
                <a:lnTo>
                  <a:pt x="3260145" y="80218"/>
                </a:lnTo>
                <a:lnTo>
                  <a:pt x="3260145" y="40481"/>
                </a:lnTo>
                <a:lnTo>
                  <a:pt x="3265130" y="40481"/>
                </a:lnTo>
                <a:lnTo>
                  <a:pt x="3265130" y="44723"/>
                </a:lnTo>
                <a:cubicBezTo>
                  <a:pt x="3268454" y="41250"/>
                  <a:pt x="3272523" y="39514"/>
                  <a:pt x="3277334" y="39514"/>
                </a:cubicBezTo>
                <a:close/>
                <a:moveTo>
                  <a:pt x="3214603" y="39514"/>
                </a:moveTo>
                <a:cubicBezTo>
                  <a:pt x="3218870" y="39514"/>
                  <a:pt x="3222305" y="40580"/>
                  <a:pt x="3224909" y="42714"/>
                </a:cubicBezTo>
                <a:cubicBezTo>
                  <a:pt x="3227514" y="44847"/>
                  <a:pt x="3228816" y="47972"/>
                  <a:pt x="3228816" y="52090"/>
                </a:cubicBezTo>
                <a:lnTo>
                  <a:pt x="3228816" y="80218"/>
                </a:lnTo>
                <a:lnTo>
                  <a:pt x="3223831" y="80218"/>
                </a:lnTo>
                <a:lnTo>
                  <a:pt x="3223831" y="75381"/>
                </a:lnTo>
                <a:cubicBezTo>
                  <a:pt x="3221251" y="79152"/>
                  <a:pt x="3217257" y="81037"/>
                  <a:pt x="3211850" y="81037"/>
                </a:cubicBezTo>
                <a:cubicBezTo>
                  <a:pt x="3207931" y="81037"/>
                  <a:pt x="3204867" y="79995"/>
                  <a:pt x="3202660" y="77911"/>
                </a:cubicBezTo>
                <a:cubicBezTo>
                  <a:pt x="3200453" y="75828"/>
                  <a:pt x="3199349" y="72926"/>
                  <a:pt x="3199349" y="69205"/>
                </a:cubicBezTo>
                <a:cubicBezTo>
                  <a:pt x="3199349" y="64492"/>
                  <a:pt x="3201309" y="61007"/>
                  <a:pt x="3205227" y="58750"/>
                </a:cubicBezTo>
                <a:cubicBezTo>
                  <a:pt x="3209146" y="56493"/>
                  <a:pt x="3215224" y="55339"/>
                  <a:pt x="3223459" y="55290"/>
                </a:cubicBezTo>
                <a:lnTo>
                  <a:pt x="3223459" y="52536"/>
                </a:lnTo>
                <a:cubicBezTo>
                  <a:pt x="3223459" y="49957"/>
                  <a:pt x="3222652" y="47985"/>
                  <a:pt x="3221040" y="46620"/>
                </a:cubicBezTo>
                <a:cubicBezTo>
                  <a:pt x="3219428" y="45256"/>
                  <a:pt x="3217084" y="44574"/>
                  <a:pt x="3214008" y="44574"/>
                </a:cubicBezTo>
                <a:cubicBezTo>
                  <a:pt x="3210784" y="44574"/>
                  <a:pt x="3207658" y="45293"/>
                  <a:pt x="3204632" y="46732"/>
                </a:cubicBezTo>
                <a:lnTo>
                  <a:pt x="3203218" y="42193"/>
                </a:lnTo>
                <a:cubicBezTo>
                  <a:pt x="3206740" y="40407"/>
                  <a:pt x="3210536" y="39514"/>
                  <a:pt x="3214603" y="39514"/>
                </a:cubicBezTo>
                <a:close/>
                <a:moveTo>
                  <a:pt x="3143984" y="39514"/>
                </a:moveTo>
                <a:cubicBezTo>
                  <a:pt x="3147854" y="39514"/>
                  <a:pt x="3150880" y="40630"/>
                  <a:pt x="3153062" y="42862"/>
                </a:cubicBezTo>
                <a:cubicBezTo>
                  <a:pt x="3155246" y="45095"/>
                  <a:pt x="3156337" y="48171"/>
                  <a:pt x="3156337" y="52090"/>
                </a:cubicBezTo>
                <a:lnTo>
                  <a:pt x="3156337" y="80218"/>
                </a:lnTo>
                <a:lnTo>
                  <a:pt x="3150979" y="80218"/>
                </a:lnTo>
                <a:lnTo>
                  <a:pt x="3150979" y="52462"/>
                </a:lnTo>
                <a:cubicBezTo>
                  <a:pt x="3150979" y="49932"/>
                  <a:pt x="3150260" y="48009"/>
                  <a:pt x="3148821" y="46695"/>
                </a:cubicBezTo>
                <a:cubicBezTo>
                  <a:pt x="3147382" y="45380"/>
                  <a:pt x="3145299" y="44723"/>
                  <a:pt x="3142571" y="44723"/>
                </a:cubicBezTo>
                <a:cubicBezTo>
                  <a:pt x="3140586" y="44723"/>
                  <a:pt x="3138751" y="45033"/>
                  <a:pt x="3137064" y="45653"/>
                </a:cubicBezTo>
                <a:cubicBezTo>
                  <a:pt x="3135378" y="46273"/>
                  <a:pt x="3133740" y="47278"/>
                  <a:pt x="3132153" y="48667"/>
                </a:cubicBezTo>
                <a:lnTo>
                  <a:pt x="3132153" y="80218"/>
                </a:lnTo>
                <a:lnTo>
                  <a:pt x="3126795" y="80218"/>
                </a:lnTo>
                <a:lnTo>
                  <a:pt x="3126795" y="40481"/>
                </a:lnTo>
                <a:lnTo>
                  <a:pt x="3131781" y="40481"/>
                </a:lnTo>
                <a:lnTo>
                  <a:pt x="3131781" y="44723"/>
                </a:lnTo>
                <a:cubicBezTo>
                  <a:pt x="3135104" y="41250"/>
                  <a:pt x="3139173" y="39514"/>
                  <a:pt x="3143984" y="39514"/>
                </a:cubicBezTo>
                <a:close/>
                <a:moveTo>
                  <a:pt x="3102387" y="39514"/>
                </a:moveTo>
                <a:cubicBezTo>
                  <a:pt x="3107646" y="39514"/>
                  <a:pt x="3111688" y="41287"/>
                  <a:pt x="3114516" y="44834"/>
                </a:cubicBezTo>
                <a:cubicBezTo>
                  <a:pt x="3117344" y="48381"/>
                  <a:pt x="3118758" y="53553"/>
                  <a:pt x="3118758" y="60350"/>
                </a:cubicBezTo>
                <a:cubicBezTo>
                  <a:pt x="3118758" y="67146"/>
                  <a:pt x="3117344" y="72318"/>
                  <a:pt x="3114516" y="75865"/>
                </a:cubicBezTo>
                <a:cubicBezTo>
                  <a:pt x="3111688" y="79412"/>
                  <a:pt x="3107621" y="81186"/>
                  <a:pt x="3102313" y="81186"/>
                </a:cubicBezTo>
                <a:cubicBezTo>
                  <a:pt x="3097054" y="81186"/>
                  <a:pt x="3093010" y="79412"/>
                  <a:pt x="3090183" y="75865"/>
                </a:cubicBezTo>
                <a:cubicBezTo>
                  <a:pt x="3087356" y="72318"/>
                  <a:pt x="3085941" y="67146"/>
                  <a:pt x="3085941" y="60350"/>
                </a:cubicBezTo>
                <a:cubicBezTo>
                  <a:pt x="3085941" y="53553"/>
                  <a:pt x="3087356" y="48381"/>
                  <a:pt x="3090183" y="44834"/>
                </a:cubicBezTo>
                <a:cubicBezTo>
                  <a:pt x="3093010" y="41287"/>
                  <a:pt x="3097079" y="39514"/>
                  <a:pt x="3102387" y="39514"/>
                </a:cubicBezTo>
                <a:close/>
                <a:moveTo>
                  <a:pt x="3064808" y="39514"/>
                </a:moveTo>
                <a:cubicBezTo>
                  <a:pt x="3066693" y="39514"/>
                  <a:pt x="3068628" y="39799"/>
                  <a:pt x="3070612" y="40370"/>
                </a:cubicBezTo>
                <a:cubicBezTo>
                  <a:pt x="3072596" y="40940"/>
                  <a:pt x="3074407" y="41721"/>
                  <a:pt x="3076044" y="42714"/>
                </a:cubicBezTo>
                <a:lnTo>
                  <a:pt x="3073961" y="47104"/>
                </a:lnTo>
                <a:cubicBezTo>
                  <a:pt x="3070736" y="45368"/>
                  <a:pt x="3067635" y="44499"/>
                  <a:pt x="3064659" y="44499"/>
                </a:cubicBezTo>
                <a:cubicBezTo>
                  <a:pt x="3061038" y="44499"/>
                  <a:pt x="3058210" y="45839"/>
                  <a:pt x="3056176" y="48518"/>
                </a:cubicBezTo>
                <a:cubicBezTo>
                  <a:pt x="3054142" y="51197"/>
                  <a:pt x="3053125" y="54942"/>
                  <a:pt x="3053125" y="59754"/>
                </a:cubicBezTo>
                <a:cubicBezTo>
                  <a:pt x="3053125" y="65112"/>
                  <a:pt x="3054179" y="69168"/>
                  <a:pt x="3056287" y="71921"/>
                </a:cubicBezTo>
                <a:cubicBezTo>
                  <a:pt x="3058396" y="74674"/>
                  <a:pt x="3061509" y="76051"/>
                  <a:pt x="3065626" y="76051"/>
                </a:cubicBezTo>
                <a:cubicBezTo>
                  <a:pt x="3068702" y="76051"/>
                  <a:pt x="3071654" y="75208"/>
                  <a:pt x="3074482" y="73521"/>
                </a:cubicBezTo>
                <a:lnTo>
                  <a:pt x="3076491" y="77837"/>
                </a:lnTo>
                <a:cubicBezTo>
                  <a:pt x="3075102" y="78879"/>
                  <a:pt x="3073415" y="79685"/>
                  <a:pt x="3071431" y="80255"/>
                </a:cubicBezTo>
                <a:cubicBezTo>
                  <a:pt x="3069447" y="80826"/>
                  <a:pt x="3067363" y="81111"/>
                  <a:pt x="3065180" y="81111"/>
                </a:cubicBezTo>
                <a:cubicBezTo>
                  <a:pt x="3059624" y="81111"/>
                  <a:pt x="3055295" y="79276"/>
                  <a:pt x="3052195" y="75605"/>
                </a:cubicBezTo>
                <a:cubicBezTo>
                  <a:pt x="3049095" y="71933"/>
                  <a:pt x="3047544" y="66799"/>
                  <a:pt x="3047544" y="60201"/>
                </a:cubicBezTo>
                <a:cubicBezTo>
                  <a:pt x="3047544" y="56083"/>
                  <a:pt x="3048264" y="52462"/>
                  <a:pt x="3049702" y="49336"/>
                </a:cubicBezTo>
                <a:cubicBezTo>
                  <a:pt x="3051141" y="46211"/>
                  <a:pt x="3053162" y="43793"/>
                  <a:pt x="3055767" y="42081"/>
                </a:cubicBezTo>
                <a:cubicBezTo>
                  <a:pt x="3058371" y="40370"/>
                  <a:pt x="3061385" y="39514"/>
                  <a:pt x="3064808" y="39514"/>
                </a:cubicBezTo>
                <a:close/>
                <a:moveTo>
                  <a:pt x="2883833" y="39514"/>
                </a:moveTo>
                <a:cubicBezTo>
                  <a:pt x="2885718" y="39514"/>
                  <a:pt x="2887653" y="39799"/>
                  <a:pt x="2889637" y="40370"/>
                </a:cubicBezTo>
                <a:cubicBezTo>
                  <a:pt x="2891621" y="40940"/>
                  <a:pt x="2893432" y="41721"/>
                  <a:pt x="2895069" y="42714"/>
                </a:cubicBezTo>
                <a:lnTo>
                  <a:pt x="2892986" y="47104"/>
                </a:lnTo>
                <a:cubicBezTo>
                  <a:pt x="2889761" y="45368"/>
                  <a:pt x="2886661" y="44499"/>
                  <a:pt x="2883684" y="44499"/>
                </a:cubicBezTo>
                <a:cubicBezTo>
                  <a:pt x="2880063" y="44499"/>
                  <a:pt x="2877235" y="45839"/>
                  <a:pt x="2875201" y="48518"/>
                </a:cubicBezTo>
                <a:cubicBezTo>
                  <a:pt x="2873167" y="51197"/>
                  <a:pt x="2872150" y="54942"/>
                  <a:pt x="2872150" y="59754"/>
                </a:cubicBezTo>
                <a:cubicBezTo>
                  <a:pt x="2872150" y="65112"/>
                  <a:pt x="2873204" y="69168"/>
                  <a:pt x="2875312" y="71921"/>
                </a:cubicBezTo>
                <a:cubicBezTo>
                  <a:pt x="2877421" y="74674"/>
                  <a:pt x="2880534" y="76051"/>
                  <a:pt x="2884651" y="76051"/>
                </a:cubicBezTo>
                <a:cubicBezTo>
                  <a:pt x="2887728" y="76051"/>
                  <a:pt x="2890679" y="75208"/>
                  <a:pt x="2893507" y="73521"/>
                </a:cubicBezTo>
                <a:lnTo>
                  <a:pt x="2895516" y="77837"/>
                </a:lnTo>
                <a:cubicBezTo>
                  <a:pt x="2894127" y="78879"/>
                  <a:pt x="2892440" y="79685"/>
                  <a:pt x="2890456" y="80255"/>
                </a:cubicBezTo>
                <a:cubicBezTo>
                  <a:pt x="2888471" y="80826"/>
                  <a:pt x="2886388" y="81111"/>
                  <a:pt x="2884205" y="81111"/>
                </a:cubicBezTo>
                <a:cubicBezTo>
                  <a:pt x="2878649" y="81111"/>
                  <a:pt x="2874320" y="79276"/>
                  <a:pt x="2871220" y="75605"/>
                </a:cubicBezTo>
                <a:cubicBezTo>
                  <a:pt x="2868119" y="71933"/>
                  <a:pt x="2866569" y="66799"/>
                  <a:pt x="2866569" y="60201"/>
                </a:cubicBezTo>
                <a:cubicBezTo>
                  <a:pt x="2866569" y="56083"/>
                  <a:pt x="2867288" y="52462"/>
                  <a:pt x="2868727" y="49336"/>
                </a:cubicBezTo>
                <a:cubicBezTo>
                  <a:pt x="2870166" y="46211"/>
                  <a:pt x="2872187" y="43793"/>
                  <a:pt x="2874792" y="42081"/>
                </a:cubicBezTo>
                <a:cubicBezTo>
                  <a:pt x="2877396" y="40370"/>
                  <a:pt x="2880410" y="39514"/>
                  <a:pt x="2883833" y="39514"/>
                </a:cubicBezTo>
                <a:close/>
                <a:moveTo>
                  <a:pt x="2820134" y="39514"/>
                </a:moveTo>
                <a:cubicBezTo>
                  <a:pt x="2824004" y="39514"/>
                  <a:pt x="2827030" y="40630"/>
                  <a:pt x="2829213" y="42862"/>
                </a:cubicBezTo>
                <a:cubicBezTo>
                  <a:pt x="2831396" y="45095"/>
                  <a:pt x="2832487" y="48171"/>
                  <a:pt x="2832487" y="52090"/>
                </a:cubicBezTo>
                <a:lnTo>
                  <a:pt x="2832487" y="80218"/>
                </a:lnTo>
                <a:lnTo>
                  <a:pt x="2827129" y="80218"/>
                </a:lnTo>
                <a:lnTo>
                  <a:pt x="2827129" y="52462"/>
                </a:lnTo>
                <a:cubicBezTo>
                  <a:pt x="2827129" y="49932"/>
                  <a:pt x="2826410" y="48009"/>
                  <a:pt x="2824971" y="46695"/>
                </a:cubicBezTo>
                <a:cubicBezTo>
                  <a:pt x="2823532" y="45380"/>
                  <a:pt x="2821449" y="44723"/>
                  <a:pt x="2818721" y="44723"/>
                </a:cubicBezTo>
                <a:cubicBezTo>
                  <a:pt x="2816736" y="44723"/>
                  <a:pt x="2814900" y="45033"/>
                  <a:pt x="2813214" y="45653"/>
                </a:cubicBezTo>
                <a:cubicBezTo>
                  <a:pt x="2811528" y="46273"/>
                  <a:pt x="2809891" y="47278"/>
                  <a:pt x="2808303" y="48667"/>
                </a:cubicBezTo>
                <a:lnTo>
                  <a:pt x="2808303" y="80218"/>
                </a:lnTo>
                <a:lnTo>
                  <a:pt x="2802945" y="80218"/>
                </a:lnTo>
                <a:lnTo>
                  <a:pt x="2802945" y="40481"/>
                </a:lnTo>
                <a:lnTo>
                  <a:pt x="2807931" y="40481"/>
                </a:lnTo>
                <a:lnTo>
                  <a:pt x="2807931" y="44723"/>
                </a:lnTo>
                <a:cubicBezTo>
                  <a:pt x="2811254" y="41250"/>
                  <a:pt x="2815323" y="39514"/>
                  <a:pt x="2820134" y="39514"/>
                </a:cubicBezTo>
                <a:close/>
                <a:moveTo>
                  <a:pt x="2778537" y="39514"/>
                </a:moveTo>
                <a:cubicBezTo>
                  <a:pt x="2783796" y="39514"/>
                  <a:pt x="2787838" y="41287"/>
                  <a:pt x="2790667" y="44834"/>
                </a:cubicBezTo>
                <a:cubicBezTo>
                  <a:pt x="2793494" y="48381"/>
                  <a:pt x="2794908" y="53553"/>
                  <a:pt x="2794908" y="60350"/>
                </a:cubicBezTo>
                <a:cubicBezTo>
                  <a:pt x="2794908" y="67146"/>
                  <a:pt x="2793494" y="72318"/>
                  <a:pt x="2790667" y="75865"/>
                </a:cubicBezTo>
                <a:cubicBezTo>
                  <a:pt x="2787838" y="79412"/>
                  <a:pt x="2783771" y="81186"/>
                  <a:pt x="2778463" y="81186"/>
                </a:cubicBezTo>
                <a:cubicBezTo>
                  <a:pt x="2773204" y="81186"/>
                  <a:pt x="2769161" y="79412"/>
                  <a:pt x="2766333" y="75865"/>
                </a:cubicBezTo>
                <a:cubicBezTo>
                  <a:pt x="2763505" y="72318"/>
                  <a:pt x="2762091" y="67146"/>
                  <a:pt x="2762091" y="60350"/>
                </a:cubicBezTo>
                <a:cubicBezTo>
                  <a:pt x="2762091" y="53553"/>
                  <a:pt x="2763505" y="48381"/>
                  <a:pt x="2766333" y="44834"/>
                </a:cubicBezTo>
                <a:cubicBezTo>
                  <a:pt x="2769161" y="41287"/>
                  <a:pt x="2773229" y="39514"/>
                  <a:pt x="2778537" y="39514"/>
                </a:cubicBezTo>
                <a:close/>
                <a:moveTo>
                  <a:pt x="2683808" y="39514"/>
                </a:moveTo>
                <a:cubicBezTo>
                  <a:pt x="2685693" y="39514"/>
                  <a:pt x="2687628" y="39799"/>
                  <a:pt x="2689612" y="40370"/>
                </a:cubicBezTo>
                <a:cubicBezTo>
                  <a:pt x="2691596" y="40940"/>
                  <a:pt x="2693407" y="41721"/>
                  <a:pt x="2695045" y="42714"/>
                </a:cubicBezTo>
                <a:lnTo>
                  <a:pt x="2692961" y="47104"/>
                </a:lnTo>
                <a:cubicBezTo>
                  <a:pt x="2689736" y="45368"/>
                  <a:pt x="2686636" y="44499"/>
                  <a:pt x="2683659" y="44499"/>
                </a:cubicBezTo>
                <a:cubicBezTo>
                  <a:pt x="2680038" y="44499"/>
                  <a:pt x="2677210" y="45839"/>
                  <a:pt x="2675176" y="48518"/>
                </a:cubicBezTo>
                <a:cubicBezTo>
                  <a:pt x="2673142" y="51197"/>
                  <a:pt x="2672125" y="54942"/>
                  <a:pt x="2672125" y="59754"/>
                </a:cubicBezTo>
                <a:cubicBezTo>
                  <a:pt x="2672125" y="65112"/>
                  <a:pt x="2673179" y="69168"/>
                  <a:pt x="2675287" y="71921"/>
                </a:cubicBezTo>
                <a:cubicBezTo>
                  <a:pt x="2677396" y="74674"/>
                  <a:pt x="2680508" y="76051"/>
                  <a:pt x="2684627" y="76051"/>
                </a:cubicBezTo>
                <a:cubicBezTo>
                  <a:pt x="2687703" y="76051"/>
                  <a:pt x="2690654" y="75208"/>
                  <a:pt x="2693481" y="73521"/>
                </a:cubicBezTo>
                <a:lnTo>
                  <a:pt x="2695491" y="77837"/>
                </a:lnTo>
                <a:cubicBezTo>
                  <a:pt x="2694102" y="78879"/>
                  <a:pt x="2692415" y="79685"/>
                  <a:pt x="2690430" y="80255"/>
                </a:cubicBezTo>
                <a:cubicBezTo>
                  <a:pt x="2688447" y="80826"/>
                  <a:pt x="2686363" y="81111"/>
                  <a:pt x="2684180" y="81111"/>
                </a:cubicBezTo>
                <a:cubicBezTo>
                  <a:pt x="2678624" y="81111"/>
                  <a:pt x="2674295" y="79276"/>
                  <a:pt x="2671195" y="75605"/>
                </a:cubicBezTo>
                <a:cubicBezTo>
                  <a:pt x="2668095" y="71933"/>
                  <a:pt x="2666544" y="66799"/>
                  <a:pt x="2666544" y="60201"/>
                </a:cubicBezTo>
                <a:cubicBezTo>
                  <a:pt x="2666544" y="56083"/>
                  <a:pt x="2667263" y="52462"/>
                  <a:pt x="2668702" y="49336"/>
                </a:cubicBezTo>
                <a:cubicBezTo>
                  <a:pt x="2670140" y="46211"/>
                  <a:pt x="2672162" y="43793"/>
                  <a:pt x="2674767" y="42081"/>
                </a:cubicBezTo>
                <a:cubicBezTo>
                  <a:pt x="2677371" y="40370"/>
                  <a:pt x="2680385" y="39514"/>
                  <a:pt x="2683808" y="39514"/>
                </a:cubicBezTo>
                <a:close/>
                <a:moveTo>
                  <a:pt x="2644889" y="39514"/>
                </a:moveTo>
                <a:cubicBezTo>
                  <a:pt x="2649900" y="39514"/>
                  <a:pt x="2653794" y="41200"/>
                  <a:pt x="2656573" y="44574"/>
                </a:cubicBezTo>
                <a:cubicBezTo>
                  <a:pt x="2659351" y="47947"/>
                  <a:pt x="2660739" y="52635"/>
                  <a:pt x="2660739" y="58638"/>
                </a:cubicBezTo>
                <a:cubicBezTo>
                  <a:pt x="2660739" y="59829"/>
                  <a:pt x="2660665" y="60871"/>
                  <a:pt x="2660516" y="61764"/>
                </a:cubicBezTo>
                <a:lnTo>
                  <a:pt x="2634025" y="61764"/>
                </a:lnTo>
                <a:cubicBezTo>
                  <a:pt x="2634223" y="66476"/>
                  <a:pt x="2635377" y="70036"/>
                  <a:pt x="2637485" y="72442"/>
                </a:cubicBezTo>
                <a:cubicBezTo>
                  <a:pt x="2639594" y="74848"/>
                  <a:pt x="2642608" y="76051"/>
                  <a:pt x="2646526" y="76051"/>
                </a:cubicBezTo>
                <a:cubicBezTo>
                  <a:pt x="2650247" y="76051"/>
                  <a:pt x="2653670" y="75009"/>
                  <a:pt x="2656795" y="72926"/>
                </a:cubicBezTo>
                <a:lnTo>
                  <a:pt x="2658879" y="77242"/>
                </a:lnTo>
                <a:cubicBezTo>
                  <a:pt x="2657341" y="78482"/>
                  <a:pt x="2655468" y="79437"/>
                  <a:pt x="2653261" y="80107"/>
                </a:cubicBezTo>
                <a:cubicBezTo>
                  <a:pt x="2651053" y="80776"/>
                  <a:pt x="2648709" y="81111"/>
                  <a:pt x="2646229" y="81111"/>
                </a:cubicBezTo>
                <a:cubicBezTo>
                  <a:pt x="2640672" y="81111"/>
                  <a:pt x="2636344" y="79276"/>
                  <a:pt x="2633244" y="75605"/>
                </a:cubicBezTo>
                <a:cubicBezTo>
                  <a:pt x="2630143" y="71933"/>
                  <a:pt x="2628593" y="66849"/>
                  <a:pt x="2628593" y="60350"/>
                </a:cubicBezTo>
                <a:cubicBezTo>
                  <a:pt x="2628593" y="53801"/>
                  <a:pt x="2630032" y="48691"/>
                  <a:pt x="2632908" y="45020"/>
                </a:cubicBezTo>
                <a:cubicBezTo>
                  <a:pt x="2635786" y="41349"/>
                  <a:pt x="2639780" y="39514"/>
                  <a:pt x="2644889" y="39514"/>
                </a:cubicBezTo>
                <a:close/>
                <a:moveTo>
                  <a:pt x="2520916" y="39514"/>
                </a:moveTo>
                <a:cubicBezTo>
                  <a:pt x="2523098" y="39514"/>
                  <a:pt x="2525108" y="39960"/>
                  <a:pt x="2526943" y="40853"/>
                </a:cubicBezTo>
                <a:cubicBezTo>
                  <a:pt x="2528778" y="41746"/>
                  <a:pt x="2530342" y="43011"/>
                  <a:pt x="2531631" y="44648"/>
                </a:cubicBezTo>
                <a:lnTo>
                  <a:pt x="2531631" y="40481"/>
                </a:lnTo>
                <a:lnTo>
                  <a:pt x="2536617" y="40481"/>
                </a:lnTo>
                <a:lnTo>
                  <a:pt x="2536617" y="80516"/>
                </a:lnTo>
                <a:cubicBezTo>
                  <a:pt x="2536617" y="85576"/>
                  <a:pt x="2535104" y="89520"/>
                  <a:pt x="2532078" y="92348"/>
                </a:cubicBezTo>
                <a:cubicBezTo>
                  <a:pt x="2529051" y="95175"/>
                  <a:pt x="2524834" y="96589"/>
                  <a:pt x="2519427" y="96589"/>
                </a:cubicBezTo>
                <a:cubicBezTo>
                  <a:pt x="2517443" y="96589"/>
                  <a:pt x="2515495" y="96391"/>
                  <a:pt x="2513585" y="95994"/>
                </a:cubicBezTo>
                <a:cubicBezTo>
                  <a:pt x="2511676" y="95597"/>
                  <a:pt x="2510051" y="95051"/>
                  <a:pt x="2508712" y="94357"/>
                </a:cubicBezTo>
                <a:lnTo>
                  <a:pt x="2510348" y="89520"/>
                </a:lnTo>
                <a:cubicBezTo>
                  <a:pt x="2513127" y="90909"/>
                  <a:pt x="2516153" y="91604"/>
                  <a:pt x="2519427" y="91604"/>
                </a:cubicBezTo>
                <a:cubicBezTo>
                  <a:pt x="2523297" y="91604"/>
                  <a:pt x="2526236" y="90661"/>
                  <a:pt x="2528246" y="88776"/>
                </a:cubicBezTo>
                <a:cubicBezTo>
                  <a:pt x="2530254" y="86891"/>
                  <a:pt x="2531259" y="84137"/>
                  <a:pt x="2531259" y="80516"/>
                </a:cubicBezTo>
                <a:lnTo>
                  <a:pt x="2531259" y="73447"/>
                </a:lnTo>
                <a:cubicBezTo>
                  <a:pt x="2528580" y="77118"/>
                  <a:pt x="2524834" y="78953"/>
                  <a:pt x="2520022" y="78953"/>
                </a:cubicBezTo>
                <a:cubicBezTo>
                  <a:pt x="2515309" y="78953"/>
                  <a:pt x="2511614" y="77192"/>
                  <a:pt x="2508935" y="73670"/>
                </a:cubicBezTo>
                <a:cubicBezTo>
                  <a:pt x="2506256" y="70148"/>
                  <a:pt x="2504916" y="65236"/>
                  <a:pt x="2504916" y="58936"/>
                </a:cubicBezTo>
                <a:cubicBezTo>
                  <a:pt x="2504916" y="52834"/>
                  <a:pt x="2506330" y="48071"/>
                  <a:pt x="2509158" y="44648"/>
                </a:cubicBezTo>
                <a:cubicBezTo>
                  <a:pt x="2511986" y="41225"/>
                  <a:pt x="2515905" y="39514"/>
                  <a:pt x="2520916" y="39514"/>
                </a:cubicBezTo>
                <a:close/>
                <a:moveTo>
                  <a:pt x="2477234" y="39514"/>
                </a:moveTo>
                <a:cubicBezTo>
                  <a:pt x="2481104" y="39514"/>
                  <a:pt x="2484130" y="40630"/>
                  <a:pt x="2486313" y="42862"/>
                </a:cubicBezTo>
                <a:cubicBezTo>
                  <a:pt x="2488496" y="45095"/>
                  <a:pt x="2489587" y="48171"/>
                  <a:pt x="2489587" y="52090"/>
                </a:cubicBezTo>
                <a:lnTo>
                  <a:pt x="2489587" y="80218"/>
                </a:lnTo>
                <a:lnTo>
                  <a:pt x="2484229" y="80218"/>
                </a:lnTo>
                <a:lnTo>
                  <a:pt x="2484229" y="52462"/>
                </a:lnTo>
                <a:cubicBezTo>
                  <a:pt x="2484229" y="49932"/>
                  <a:pt x="2483510" y="48009"/>
                  <a:pt x="2482071" y="46695"/>
                </a:cubicBezTo>
                <a:cubicBezTo>
                  <a:pt x="2480632" y="45380"/>
                  <a:pt x="2478549" y="44723"/>
                  <a:pt x="2475820" y="44723"/>
                </a:cubicBezTo>
                <a:cubicBezTo>
                  <a:pt x="2473836" y="44723"/>
                  <a:pt x="2472001" y="45033"/>
                  <a:pt x="2470314" y="45653"/>
                </a:cubicBezTo>
                <a:cubicBezTo>
                  <a:pt x="2468627" y="46273"/>
                  <a:pt x="2466990" y="47278"/>
                  <a:pt x="2465402" y="48667"/>
                </a:cubicBezTo>
                <a:lnTo>
                  <a:pt x="2465402" y="80218"/>
                </a:lnTo>
                <a:lnTo>
                  <a:pt x="2460044" y="80218"/>
                </a:lnTo>
                <a:lnTo>
                  <a:pt x="2460044" y="40481"/>
                </a:lnTo>
                <a:lnTo>
                  <a:pt x="2465031" y="40481"/>
                </a:lnTo>
                <a:lnTo>
                  <a:pt x="2465031" y="44723"/>
                </a:lnTo>
                <a:cubicBezTo>
                  <a:pt x="2468354" y="41250"/>
                  <a:pt x="2472423" y="39514"/>
                  <a:pt x="2477234" y="39514"/>
                </a:cubicBezTo>
                <a:close/>
                <a:moveTo>
                  <a:pt x="2334062" y="39514"/>
                </a:moveTo>
                <a:cubicBezTo>
                  <a:pt x="2336592" y="39514"/>
                  <a:pt x="2338775" y="40047"/>
                  <a:pt x="2340610" y="41114"/>
                </a:cubicBezTo>
                <a:cubicBezTo>
                  <a:pt x="2342446" y="42180"/>
                  <a:pt x="2343810" y="43681"/>
                  <a:pt x="2344703" y="45616"/>
                </a:cubicBezTo>
                <a:cubicBezTo>
                  <a:pt x="2348226" y="41548"/>
                  <a:pt x="2352467" y="39514"/>
                  <a:pt x="2357428" y="39514"/>
                </a:cubicBezTo>
                <a:cubicBezTo>
                  <a:pt x="2361149" y="39514"/>
                  <a:pt x="2364051" y="40618"/>
                  <a:pt x="2366134" y="42825"/>
                </a:cubicBezTo>
                <a:cubicBezTo>
                  <a:pt x="2368218" y="45033"/>
                  <a:pt x="2369260" y="48121"/>
                  <a:pt x="2369260" y="52090"/>
                </a:cubicBezTo>
                <a:lnTo>
                  <a:pt x="2369260" y="80218"/>
                </a:lnTo>
                <a:lnTo>
                  <a:pt x="2363902" y="80218"/>
                </a:lnTo>
                <a:lnTo>
                  <a:pt x="2363902" y="52462"/>
                </a:lnTo>
                <a:cubicBezTo>
                  <a:pt x="2363902" y="49932"/>
                  <a:pt x="2363232" y="48009"/>
                  <a:pt x="2361892" y="46695"/>
                </a:cubicBezTo>
                <a:cubicBezTo>
                  <a:pt x="2360553" y="45380"/>
                  <a:pt x="2358594" y="44723"/>
                  <a:pt x="2356014" y="44723"/>
                </a:cubicBezTo>
                <a:cubicBezTo>
                  <a:pt x="2352393" y="44723"/>
                  <a:pt x="2348944" y="46112"/>
                  <a:pt x="2345671" y="48890"/>
                </a:cubicBezTo>
                <a:cubicBezTo>
                  <a:pt x="2345869" y="49733"/>
                  <a:pt x="2345968" y="50800"/>
                  <a:pt x="2345968" y="52090"/>
                </a:cubicBezTo>
                <a:lnTo>
                  <a:pt x="2345968" y="80218"/>
                </a:lnTo>
                <a:lnTo>
                  <a:pt x="2340610" y="80218"/>
                </a:lnTo>
                <a:lnTo>
                  <a:pt x="2340610" y="52462"/>
                </a:lnTo>
                <a:cubicBezTo>
                  <a:pt x="2340610" y="49932"/>
                  <a:pt x="2339928" y="48009"/>
                  <a:pt x="2338564" y="46695"/>
                </a:cubicBezTo>
                <a:cubicBezTo>
                  <a:pt x="2337200" y="45380"/>
                  <a:pt x="2335228" y="44723"/>
                  <a:pt x="2332648" y="44723"/>
                </a:cubicBezTo>
                <a:cubicBezTo>
                  <a:pt x="2330763" y="44723"/>
                  <a:pt x="2329002" y="45045"/>
                  <a:pt x="2327365" y="45690"/>
                </a:cubicBezTo>
                <a:cubicBezTo>
                  <a:pt x="2325727" y="46335"/>
                  <a:pt x="2324115" y="47327"/>
                  <a:pt x="2322528" y="48667"/>
                </a:cubicBezTo>
                <a:lnTo>
                  <a:pt x="2322528" y="80218"/>
                </a:lnTo>
                <a:lnTo>
                  <a:pt x="2317170" y="80218"/>
                </a:lnTo>
                <a:lnTo>
                  <a:pt x="2317170" y="40481"/>
                </a:lnTo>
                <a:lnTo>
                  <a:pt x="2322156" y="40481"/>
                </a:lnTo>
                <a:lnTo>
                  <a:pt x="2322156" y="44723"/>
                </a:lnTo>
                <a:cubicBezTo>
                  <a:pt x="2325479" y="41250"/>
                  <a:pt x="2329448" y="39514"/>
                  <a:pt x="2334062" y="39514"/>
                </a:cubicBezTo>
                <a:close/>
                <a:moveTo>
                  <a:pt x="2290679" y="39514"/>
                </a:moveTo>
                <a:cubicBezTo>
                  <a:pt x="2294945" y="39514"/>
                  <a:pt x="2298380" y="40580"/>
                  <a:pt x="2300984" y="42714"/>
                </a:cubicBezTo>
                <a:cubicBezTo>
                  <a:pt x="2303589" y="44847"/>
                  <a:pt x="2304891" y="47972"/>
                  <a:pt x="2304891" y="52090"/>
                </a:cubicBezTo>
                <a:lnTo>
                  <a:pt x="2304891" y="80218"/>
                </a:lnTo>
                <a:lnTo>
                  <a:pt x="2299905" y="80218"/>
                </a:lnTo>
                <a:lnTo>
                  <a:pt x="2299905" y="75381"/>
                </a:lnTo>
                <a:cubicBezTo>
                  <a:pt x="2297326" y="79152"/>
                  <a:pt x="2293332" y="81037"/>
                  <a:pt x="2287925" y="81037"/>
                </a:cubicBezTo>
                <a:cubicBezTo>
                  <a:pt x="2284006" y="81037"/>
                  <a:pt x="2280943" y="79995"/>
                  <a:pt x="2278735" y="77911"/>
                </a:cubicBezTo>
                <a:cubicBezTo>
                  <a:pt x="2276527" y="75828"/>
                  <a:pt x="2275423" y="72926"/>
                  <a:pt x="2275423" y="69205"/>
                </a:cubicBezTo>
                <a:cubicBezTo>
                  <a:pt x="2275423" y="64492"/>
                  <a:pt x="2277383" y="61007"/>
                  <a:pt x="2281302" y="58750"/>
                </a:cubicBezTo>
                <a:cubicBezTo>
                  <a:pt x="2285221" y="56493"/>
                  <a:pt x="2291298" y="55339"/>
                  <a:pt x="2299534" y="55290"/>
                </a:cubicBezTo>
                <a:lnTo>
                  <a:pt x="2299534" y="52536"/>
                </a:lnTo>
                <a:cubicBezTo>
                  <a:pt x="2299534" y="49957"/>
                  <a:pt x="2298728" y="47985"/>
                  <a:pt x="2297115" y="46620"/>
                </a:cubicBezTo>
                <a:cubicBezTo>
                  <a:pt x="2295503" y="45256"/>
                  <a:pt x="2293159" y="44574"/>
                  <a:pt x="2290083" y="44574"/>
                </a:cubicBezTo>
                <a:cubicBezTo>
                  <a:pt x="2286858" y="44574"/>
                  <a:pt x="2283733" y="45293"/>
                  <a:pt x="2280707" y="46732"/>
                </a:cubicBezTo>
                <a:lnTo>
                  <a:pt x="2279293" y="42193"/>
                </a:lnTo>
                <a:cubicBezTo>
                  <a:pt x="2282815" y="40407"/>
                  <a:pt x="2286610" y="39514"/>
                  <a:pt x="2290679" y="39514"/>
                </a:cubicBezTo>
                <a:close/>
                <a:moveTo>
                  <a:pt x="2197512" y="39514"/>
                </a:moveTo>
                <a:cubicBezTo>
                  <a:pt x="2202771" y="39514"/>
                  <a:pt x="2206813" y="41287"/>
                  <a:pt x="2209642" y="44834"/>
                </a:cubicBezTo>
                <a:cubicBezTo>
                  <a:pt x="2212469" y="48381"/>
                  <a:pt x="2213883" y="53553"/>
                  <a:pt x="2213883" y="60350"/>
                </a:cubicBezTo>
                <a:cubicBezTo>
                  <a:pt x="2213883" y="67146"/>
                  <a:pt x="2212469" y="72318"/>
                  <a:pt x="2209642" y="75865"/>
                </a:cubicBezTo>
                <a:cubicBezTo>
                  <a:pt x="2206813" y="79412"/>
                  <a:pt x="2202746" y="81186"/>
                  <a:pt x="2197438" y="81186"/>
                </a:cubicBezTo>
                <a:cubicBezTo>
                  <a:pt x="2192179" y="81186"/>
                  <a:pt x="2188136" y="79412"/>
                  <a:pt x="2185308" y="75865"/>
                </a:cubicBezTo>
                <a:cubicBezTo>
                  <a:pt x="2182480" y="72318"/>
                  <a:pt x="2181066" y="67146"/>
                  <a:pt x="2181066" y="60350"/>
                </a:cubicBezTo>
                <a:cubicBezTo>
                  <a:pt x="2181066" y="53553"/>
                  <a:pt x="2182480" y="48381"/>
                  <a:pt x="2185308" y="44834"/>
                </a:cubicBezTo>
                <a:cubicBezTo>
                  <a:pt x="2188136" y="41287"/>
                  <a:pt x="2192204" y="39514"/>
                  <a:pt x="2197512" y="39514"/>
                </a:cubicBezTo>
                <a:close/>
                <a:moveTo>
                  <a:pt x="2043029" y="39514"/>
                </a:moveTo>
                <a:cubicBezTo>
                  <a:pt x="2047295" y="39514"/>
                  <a:pt x="2050730" y="40580"/>
                  <a:pt x="2053335" y="42714"/>
                </a:cubicBezTo>
                <a:cubicBezTo>
                  <a:pt x="2055939" y="44847"/>
                  <a:pt x="2057242" y="47972"/>
                  <a:pt x="2057242" y="52090"/>
                </a:cubicBezTo>
                <a:lnTo>
                  <a:pt x="2057242" y="80218"/>
                </a:lnTo>
                <a:lnTo>
                  <a:pt x="2052255" y="80218"/>
                </a:lnTo>
                <a:lnTo>
                  <a:pt x="2052255" y="75381"/>
                </a:lnTo>
                <a:cubicBezTo>
                  <a:pt x="2049676" y="79152"/>
                  <a:pt x="2045683" y="81037"/>
                  <a:pt x="2040275" y="81037"/>
                </a:cubicBezTo>
                <a:cubicBezTo>
                  <a:pt x="2036356" y="81037"/>
                  <a:pt x="2033293" y="79995"/>
                  <a:pt x="2031085" y="77911"/>
                </a:cubicBezTo>
                <a:cubicBezTo>
                  <a:pt x="2028877" y="75828"/>
                  <a:pt x="2027773" y="72926"/>
                  <a:pt x="2027773" y="69205"/>
                </a:cubicBezTo>
                <a:cubicBezTo>
                  <a:pt x="2027773" y="64492"/>
                  <a:pt x="2029733" y="61007"/>
                  <a:pt x="2033652" y="58750"/>
                </a:cubicBezTo>
                <a:cubicBezTo>
                  <a:pt x="2037571" y="56493"/>
                  <a:pt x="2043649" y="55339"/>
                  <a:pt x="2051884" y="55290"/>
                </a:cubicBezTo>
                <a:lnTo>
                  <a:pt x="2051884" y="52536"/>
                </a:lnTo>
                <a:cubicBezTo>
                  <a:pt x="2051884" y="49957"/>
                  <a:pt x="2051078" y="47985"/>
                  <a:pt x="2049466" y="46620"/>
                </a:cubicBezTo>
                <a:cubicBezTo>
                  <a:pt x="2047853" y="45256"/>
                  <a:pt x="2045509" y="44574"/>
                  <a:pt x="2042433" y="44574"/>
                </a:cubicBezTo>
                <a:cubicBezTo>
                  <a:pt x="2039209" y="44574"/>
                  <a:pt x="2036083" y="45293"/>
                  <a:pt x="2033057" y="46732"/>
                </a:cubicBezTo>
                <a:lnTo>
                  <a:pt x="2031643" y="42193"/>
                </a:lnTo>
                <a:cubicBezTo>
                  <a:pt x="2035165" y="40407"/>
                  <a:pt x="2038960" y="39514"/>
                  <a:pt x="2043029" y="39514"/>
                </a:cubicBezTo>
                <a:close/>
                <a:moveTo>
                  <a:pt x="1978140" y="39514"/>
                </a:moveTo>
                <a:cubicBezTo>
                  <a:pt x="1983150" y="39514"/>
                  <a:pt x="1987044" y="41200"/>
                  <a:pt x="1989822" y="44574"/>
                </a:cubicBezTo>
                <a:cubicBezTo>
                  <a:pt x="1992600" y="47947"/>
                  <a:pt x="1993990" y="52635"/>
                  <a:pt x="1993990" y="58638"/>
                </a:cubicBezTo>
                <a:cubicBezTo>
                  <a:pt x="1993990" y="59829"/>
                  <a:pt x="1993915" y="60871"/>
                  <a:pt x="1993766" y="61764"/>
                </a:cubicBezTo>
                <a:lnTo>
                  <a:pt x="1967275" y="61764"/>
                </a:lnTo>
                <a:cubicBezTo>
                  <a:pt x="1967473" y="66476"/>
                  <a:pt x="1968626" y="70036"/>
                  <a:pt x="1970735" y="72442"/>
                </a:cubicBezTo>
                <a:cubicBezTo>
                  <a:pt x="1972844" y="74848"/>
                  <a:pt x="1975857" y="76051"/>
                  <a:pt x="1979776" y="76051"/>
                </a:cubicBezTo>
                <a:cubicBezTo>
                  <a:pt x="1983497" y="76051"/>
                  <a:pt x="1986920" y="75009"/>
                  <a:pt x="1990045" y="72926"/>
                </a:cubicBezTo>
                <a:lnTo>
                  <a:pt x="1992129" y="77242"/>
                </a:lnTo>
                <a:cubicBezTo>
                  <a:pt x="1990591" y="78482"/>
                  <a:pt x="1988719" y="79437"/>
                  <a:pt x="1986511" y="80107"/>
                </a:cubicBezTo>
                <a:cubicBezTo>
                  <a:pt x="1984303" y="80776"/>
                  <a:pt x="1981959" y="81111"/>
                  <a:pt x="1979479" y="81111"/>
                </a:cubicBezTo>
                <a:cubicBezTo>
                  <a:pt x="1973922" y="81111"/>
                  <a:pt x="1969594" y="79276"/>
                  <a:pt x="1966493" y="75605"/>
                </a:cubicBezTo>
                <a:cubicBezTo>
                  <a:pt x="1963393" y="71933"/>
                  <a:pt x="1961843" y="66849"/>
                  <a:pt x="1961843" y="60350"/>
                </a:cubicBezTo>
                <a:cubicBezTo>
                  <a:pt x="1961843" y="53801"/>
                  <a:pt x="1963281" y="48691"/>
                  <a:pt x="1966159" y="45020"/>
                </a:cubicBezTo>
                <a:cubicBezTo>
                  <a:pt x="1969036" y="41349"/>
                  <a:pt x="1973030" y="39514"/>
                  <a:pt x="1978140" y="39514"/>
                </a:cubicBezTo>
                <a:close/>
                <a:moveTo>
                  <a:pt x="1895540" y="39514"/>
                </a:moveTo>
                <a:cubicBezTo>
                  <a:pt x="1900253" y="39514"/>
                  <a:pt x="1903924" y="41374"/>
                  <a:pt x="1906553" y="45095"/>
                </a:cubicBezTo>
                <a:cubicBezTo>
                  <a:pt x="1909182" y="48816"/>
                  <a:pt x="1910497" y="54000"/>
                  <a:pt x="1910497" y="60647"/>
                </a:cubicBezTo>
                <a:cubicBezTo>
                  <a:pt x="1910497" y="67097"/>
                  <a:pt x="1909096" y="72132"/>
                  <a:pt x="1906292" y="75753"/>
                </a:cubicBezTo>
                <a:cubicBezTo>
                  <a:pt x="1903490" y="79375"/>
                  <a:pt x="1899608" y="81186"/>
                  <a:pt x="1894647" y="81186"/>
                </a:cubicBezTo>
                <a:cubicBezTo>
                  <a:pt x="1892613" y="81186"/>
                  <a:pt x="1890715" y="80789"/>
                  <a:pt x="1888954" y="79995"/>
                </a:cubicBezTo>
                <a:cubicBezTo>
                  <a:pt x="1887193" y="79201"/>
                  <a:pt x="1885668" y="78085"/>
                  <a:pt x="1884377" y="76646"/>
                </a:cubicBezTo>
                <a:lnTo>
                  <a:pt x="1884377" y="95622"/>
                </a:lnTo>
                <a:lnTo>
                  <a:pt x="1879020" y="95622"/>
                </a:lnTo>
                <a:lnTo>
                  <a:pt x="1879020" y="40481"/>
                </a:lnTo>
                <a:lnTo>
                  <a:pt x="1884005" y="40481"/>
                </a:lnTo>
                <a:lnTo>
                  <a:pt x="1884005" y="45541"/>
                </a:lnTo>
                <a:cubicBezTo>
                  <a:pt x="1885345" y="43557"/>
                  <a:pt x="1886995" y="42056"/>
                  <a:pt x="1888954" y="41039"/>
                </a:cubicBezTo>
                <a:cubicBezTo>
                  <a:pt x="1890914" y="40022"/>
                  <a:pt x="1893109" y="39514"/>
                  <a:pt x="1895540" y="39514"/>
                </a:cubicBezTo>
                <a:close/>
                <a:moveTo>
                  <a:pt x="1854612" y="39514"/>
                </a:moveTo>
                <a:cubicBezTo>
                  <a:pt x="1859870" y="39514"/>
                  <a:pt x="1863914" y="41287"/>
                  <a:pt x="1866741" y="44834"/>
                </a:cubicBezTo>
                <a:cubicBezTo>
                  <a:pt x="1869569" y="48381"/>
                  <a:pt x="1870983" y="53553"/>
                  <a:pt x="1870983" y="60350"/>
                </a:cubicBezTo>
                <a:cubicBezTo>
                  <a:pt x="1870983" y="67146"/>
                  <a:pt x="1869569" y="72318"/>
                  <a:pt x="1866741" y="75865"/>
                </a:cubicBezTo>
                <a:cubicBezTo>
                  <a:pt x="1863914" y="79412"/>
                  <a:pt x="1859846" y="81186"/>
                  <a:pt x="1854538" y="81186"/>
                </a:cubicBezTo>
                <a:cubicBezTo>
                  <a:pt x="1849279" y="81186"/>
                  <a:pt x="1845236" y="79412"/>
                  <a:pt x="1842408" y="75865"/>
                </a:cubicBezTo>
                <a:cubicBezTo>
                  <a:pt x="1839580" y="72318"/>
                  <a:pt x="1838167" y="67146"/>
                  <a:pt x="1838167" y="60350"/>
                </a:cubicBezTo>
                <a:cubicBezTo>
                  <a:pt x="1838167" y="53553"/>
                  <a:pt x="1839580" y="48381"/>
                  <a:pt x="1842408" y="44834"/>
                </a:cubicBezTo>
                <a:cubicBezTo>
                  <a:pt x="1845236" y="41287"/>
                  <a:pt x="1849304" y="39514"/>
                  <a:pt x="1854612" y="39514"/>
                </a:cubicBezTo>
                <a:close/>
                <a:moveTo>
                  <a:pt x="1790765" y="39514"/>
                </a:moveTo>
                <a:cubicBezTo>
                  <a:pt x="1795477" y="39514"/>
                  <a:pt x="1799149" y="41374"/>
                  <a:pt x="1801778" y="45095"/>
                </a:cubicBezTo>
                <a:cubicBezTo>
                  <a:pt x="1804408" y="48816"/>
                  <a:pt x="1805722" y="54000"/>
                  <a:pt x="1805722" y="60647"/>
                </a:cubicBezTo>
                <a:cubicBezTo>
                  <a:pt x="1805722" y="67097"/>
                  <a:pt x="1804321" y="72132"/>
                  <a:pt x="1801517" y="75753"/>
                </a:cubicBezTo>
                <a:cubicBezTo>
                  <a:pt x="1798715" y="79375"/>
                  <a:pt x="1794832" y="81186"/>
                  <a:pt x="1789871" y="81186"/>
                </a:cubicBezTo>
                <a:cubicBezTo>
                  <a:pt x="1787838" y="81186"/>
                  <a:pt x="1785940" y="80789"/>
                  <a:pt x="1784179" y="79995"/>
                </a:cubicBezTo>
                <a:cubicBezTo>
                  <a:pt x="1782418" y="79201"/>
                  <a:pt x="1780892" y="78085"/>
                  <a:pt x="1779602" y="76646"/>
                </a:cubicBezTo>
                <a:lnTo>
                  <a:pt x="1779602" y="95622"/>
                </a:lnTo>
                <a:lnTo>
                  <a:pt x="1774244" y="95622"/>
                </a:lnTo>
                <a:lnTo>
                  <a:pt x="1774244" y="40481"/>
                </a:lnTo>
                <a:lnTo>
                  <a:pt x="1779230" y="40481"/>
                </a:lnTo>
                <a:lnTo>
                  <a:pt x="1779230" y="45541"/>
                </a:lnTo>
                <a:cubicBezTo>
                  <a:pt x="1780570" y="43557"/>
                  <a:pt x="1782219" y="42056"/>
                  <a:pt x="1784179" y="41039"/>
                </a:cubicBezTo>
                <a:cubicBezTo>
                  <a:pt x="1786139" y="40022"/>
                  <a:pt x="1788334" y="39514"/>
                  <a:pt x="1790765" y="39514"/>
                </a:cubicBezTo>
                <a:close/>
                <a:moveTo>
                  <a:pt x="1633453" y="39514"/>
                </a:moveTo>
                <a:cubicBezTo>
                  <a:pt x="1637720" y="39514"/>
                  <a:pt x="1641155" y="40580"/>
                  <a:pt x="1643760" y="42714"/>
                </a:cubicBezTo>
                <a:cubicBezTo>
                  <a:pt x="1646364" y="44847"/>
                  <a:pt x="1647667" y="47972"/>
                  <a:pt x="1647667" y="52090"/>
                </a:cubicBezTo>
                <a:lnTo>
                  <a:pt x="1647667" y="80218"/>
                </a:lnTo>
                <a:lnTo>
                  <a:pt x="1642681" y="80218"/>
                </a:lnTo>
                <a:lnTo>
                  <a:pt x="1642681" y="75381"/>
                </a:lnTo>
                <a:cubicBezTo>
                  <a:pt x="1640101" y="79152"/>
                  <a:pt x="1636108" y="81037"/>
                  <a:pt x="1630700" y="81037"/>
                </a:cubicBezTo>
                <a:cubicBezTo>
                  <a:pt x="1626781" y="81037"/>
                  <a:pt x="1623718" y="79995"/>
                  <a:pt x="1621510" y="77911"/>
                </a:cubicBezTo>
                <a:cubicBezTo>
                  <a:pt x="1619302" y="75828"/>
                  <a:pt x="1618199" y="72926"/>
                  <a:pt x="1618199" y="69205"/>
                </a:cubicBezTo>
                <a:cubicBezTo>
                  <a:pt x="1618199" y="64492"/>
                  <a:pt x="1620158" y="61007"/>
                  <a:pt x="1624077" y="58750"/>
                </a:cubicBezTo>
                <a:cubicBezTo>
                  <a:pt x="1627997" y="56493"/>
                  <a:pt x="1634074" y="55339"/>
                  <a:pt x="1642308" y="55290"/>
                </a:cubicBezTo>
                <a:lnTo>
                  <a:pt x="1642308" y="52536"/>
                </a:lnTo>
                <a:cubicBezTo>
                  <a:pt x="1642308" y="49957"/>
                  <a:pt x="1641503" y="47985"/>
                  <a:pt x="1639890" y="46620"/>
                </a:cubicBezTo>
                <a:cubicBezTo>
                  <a:pt x="1638278" y="45256"/>
                  <a:pt x="1635934" y="44574"/>
                  <a:pt x="1632858" y="44574"/>
                </a:cubicBezTo>
                <a:cubicBezTo>
                  <a:pt x="1629634" y="44574"/>
                  <a:pt x="1626508" y="45293"/>
                  <a:pt x="1623482" y="46732"/>
                </a:cubicBezTo>
                <a:lnTo>
                  <a:pt x="1622068" y="42193"/>
                </a:lnTo>
                <a:cubicBezTo>
                  <a:pt x="1625590" y="40407"/>
                  <a:pt x="1629385" y="39514"/>
                  <a:pt x="1633453" y="39514"/>
                </a:cubicBezTo>
                <a:close/>
                <a:moveTo>
                  <a:pt x="1549514" y="39514"/>
                </a:moveTo>
                <a:cubicBezTo>
                  <a:pt x="1554525" y="39514"/>
                  <a:pt x="1558419" y="41200"/>
                  <a:pt x="1561197" y="44574"/>
                </a:cubicBezTo>
                <a:cubicBezTo>
                  <a:pt x="1563976" y="47947"/>
                  <a:pt x="1565364" y="52635"/>
                  <a:pt x="1565364" y="58638"/>
                </a:cubicBezTo>
                <a:cubicBezTo>
                  <a:pt x="1565364" y="59829"/>
                  <a:pt x="1565290" y="60871"/>
                  <a:pt x="1565141" y="61764"/>
                </a:cubicBezTo>
                <a:lnTo>
                  <a:pt x="1538650" y="61764"/>
                </a:lnTo>
                <a:cubicBezTo>
                  <a:pt x="1538848" y="66476"/>
                  <a:pt x="1540002" y="70036"/>
                  <a:pt x="1542110" y="72442"/>
                </a:cubicBezTo>
                <a:cubicBezTo>
                  <a:pt x="1544219" y="74848"/>
                  <a:pt x="1547233" y="76051"/>
                  <a:pt x="1551152" y="76051"/>
                </a:cubicBezTo>
                <a:cubicBezTo>
                  <a:pt x="1554872" y="76051"/>
                  <a:pt x="1558295" y="75009"/>
                  <a:pt x="1561420" y="72926"/>
                </a:cubicBezTo>
                <a:lnTo>
                  <a:pt x="1563504" y="77242"/>
                </a:lnTo>
                <a:cubicBezTo>
                  <a:pt x="1561966" y="78482"/>
                  <a:pt x="1560094" y="79437"/>
                  <a:pt x="1557886" y="80107"/>
                </a:cubicBezTo>
                <a:cubicBezTo>
                  <a:pt x="1555678" y="80776"/>
                  <a:pt x="1553334" y="81111"/>
                  <a:pt x="1550854" y="81111"/>
                </a:cubicBezTo>
                <a:cubicBezTo>
                  <a:pt x="1545298" y="81111"/>
                  <a:pt x="1540969" y="79276"/>
                  <a:pt x="1537869" y="75605"/>
                </a:cubicBezTo>
                <a:cubicBezTo>
                  <a:pt x="1534768" y="71933"/>
                  <a:pt x="1533217" y="66849"/>
                  <a:pt x="1533217" y="60350"/>
                </a:cubicBezTo>
                <a:cubicBezTo>
                  <a:pt x="1533217" y="53801"/>
                  <a:pt x="1534657" y="48691"/>
                  <a:pt x="1537534" y="45020"/>
                </a:cubicBezTo>
                <a:cubicBezTo>
                  <a:pt x="1540411" y="41349"/>
                  <a:pt x="1544405" y="39514"/>
                  <a:pt x="1549514" y="39514"/>
                </a:cubicBezTo>
                <a:close/>
                <a:moveTo>
                  <a:pt x="1481053" y="39514"/>
                </a:moveTo>
                <a:cubicBezTo>
                  <a:pt x="1485320" y="39514"/>
                  <a:pt x="1488755" y="40580"/>
                  <a:pt x="1491360" y="42714"/>
                </a:cubicBezTo>
                <a:cubicBezTo>
                  <a:pt x="1493965" y="44847"/>
                  <a:pt x="1495266" y="47972"/>
                  <a:pt x="1495266" y="52090"/>
                </a:cubicBezTo>
                <a:lnTo>
                  <a:pt x="1495266" y="80218"/>
                </a:lnTo>
                <a:lnTo>
                  <a:pt x="1490281" y="80218"/>
                </a:lnTo>
                <a:lnTo>
                  <a:pt x="1490281" y="75381"/>
                </a:lnTo>
                <a:cubicBezTo>
                  <a:pt x="1487701" y="79152"/>
                  <a:pt x="1483708" y="81037"/>
                  <a:pt x="1478300" y="81037"/>
                </a:cubicBezTo>
                <a:cubicBezTo>
                  <a:pt x="1474381" y="81037"/>
                  <a:pt x="1471318" y="79995"/>
                  <a:pt x="1469110" y="77911"/>
                </a:cubicBezTo>
                <a:cubicBezTo>
                  <a:pt x="1466902" y="75828"/>
                  <a:pt x="1465799" y="72926"/>
                  <a:pt x="1465799" y="69205"/>
                </a:cubicBezTo>
                <a:cubicBezTo>
                  <a:pt x="1465799" y="64492"/>
                  <a:pt x="1467758" y="61007"/>
                  <a:pt x="1471677" y="58750"/>
                </a:cubicBezTo>
                <a:cubicBezTo>
                  <a:pt x="1475596" y="56493"/>
                  <a:pt x="1481673" y="55339"/>
                  <a:pt x="1489909" y="55290"/>
                </a:cubicBezTo>
                <a:lnTo>
                  <a:pt x="1489909" y="52536"/>
                </a:lnTo>
                <a:cubicBezTo>
                  <a:pt x="1489909" y="49957"/>
                  <a:pt x="1489103" y="47985"/>
                  <a:pt x="1487490" y="46620"/>
                </a:cubicBezTo>
                <a:cubicBezTo>
                  <a:pt x="1485878" y="45256"/>
                  <a:pt x="1483534" y="44574"/>
                  <a:pt x="1480458" y="44574"/>
                </a:cubicBezTo>
                <a:cubicBezTo>
                  <a:pt x="1477234" y="44574"/>
                  <a:pt x="1474108" y="45293"/>
                  <a:pt x="1471082" y="46732"/>
                </a:cubicBezTo>
                <a:lnTo>
                  <a:pt x="1469668" y="42193"/>
                </a:lnTo>
                <a:cubicBezTo>
                  <a:pt x="1473190" y="40407"/>
                  <a:pt x="1476986" y="39514"/>
                  <a:pt x="1481053" y="39514"/>
                </a:cubicBezTo>
                <a:close/>
                <a:moveTo>
                  <a:pt x="1419662" y="39514"/>
                </a:moveTo>
                <a:cubicBezTo>
                  <a:pt x="1422192" y="39514"/>
                  <a:pt x="1424375" y="40047"/>
                  <a:pt x="1426210" y="41114"/>
                </a:cubicBezTo>
                <a:cubicBezTo>
                  <a:pt x="1428046" y="42180"/>
                  <a:pt x="1429410" y="43681"/>
                  <a:pt x="1430303" y="45616"/>
                </a:cubicBezTo>
                <a:cubicBezTo>
                  <a:pt x="1433826" y="41548"/>
                  <a:pt x="1438067" y="39514"/>
                  <a:pt x="1443028" y="39514"/>
                </a:cubicBezTo>
                <a:cubicBezTo>
                  <a:pt x="1446749" y="39514"/>
                  <a:pt x="1449651" y="40618"/>
                  <a:pt x="1451734" y="42825"/>
                </a:cubicBezTo>
                <a:cubicBezTo>
                  <a:pt x="1453818" y="45033"/>
                  <a:pt x="1454860" y="48121"/>
                  <a:pt x="1454860" y="52090"/>
                </a:cubicBezTo>
                <a:lnTo>
                  <a:pt x="1454860" y="80218"/>
                </a:lnTo>
                <a:lnTo>
                  <a:pt x="1449502" y="80218"/>
                </a:lnTo>
                <a:lnTo>
                  <a:pt x="1449502" y="52462"/>
                </a:lnTo>
                <a:cubicBezTo>
                  <a:pt x="1449502" y="49932"/>
                  <a:pt x="1448832" y="48009"/>
                  <a:pt x="1447493" y="46695"/>
                </a:cubicBezTo>
                <a:cubicBezTo>
                  <a:pt x="1446153" y="45380"/>
                  <a:pt x="1444194" y="44723"/>
                  <a:pt x="1441614" y="44723"/>
                </a:cubicBezTo>
                <a:cubicBezTo>
                  <a:pt x="1437992" y="44723"/>
                  <a:pt x="1434545" y="46112"/>
                  <a:pt x="1431271" y="48890"/>
                </a:cubicBezTo>
                <a:cubicBezTo>
                  <a:pt x="1431469" y="49733"/>
                  <a:pt x="1431568" y="50800"/>
                  <a:pt x="1431568" y="52090"/>
                </a:cubicBezTo>
                <a:lnTo>
                  <a:pt x="1431568" y="80218"/>
                </a:lnTo>
                <a:lnTo>
                  <a:pt x="1426210" y="80218"/>
                </a:lnTo>
                <a:lnTo>
                  <a:pt x="1426210" y="52462"/>
                </a:lnTo>
                <a:cubicBezTo>
                  <a:pt x="1426210" y="49932"/>
                  <a:pt x="1425528" y="48009"/>
                  <a:pt x="1424164" y="46695"/>
                </a:cubicBezTo>
                <a:cubicBezTo>
                  <a:pt x="1422800" y="45380"/>
                  <a:pt x="1420828" y="44723"/>
                  <a:pt x="1418248" y="44723"/>
                </a:cubicBezTo>
                <a:cubicBezTo>
                  <a:pt x="1416363" y="44723"/>
                  <a:pt x="1414602" y="45045"/>
                  <a:pt x="1412965" y="45690"/>
                </a:cubicBezTo>
                <a:cubicBezTo>
                  <a:pt x="1411327" y="46335"/>
                  <a:pt x="1409715" y="47327"/>
                  <a:pt x="1408128" y="48667"/>
                </a:cubicBezTo>
                <a:lnTo>
                  <a:pt x="1408128" y="80218"/>
                </a:lnTo>
                <a:lnTo>
                  <a:pt x="1402770" y="80218"/>
                </a:lnTo>
                <a:lnTo>
                  <a:pt x="1402770" y="40481"/>
                </a:lnTo>
                <a:lnTo>
                  <a:pt x="1407755" y="40481"/>
                </a:lnTo>
                <a:lnTo>
                  <a:pt x="1407755" y="44723"/>
                </a:lnTo>
                <a:cubicBezTo>
                  <a:pt x="1411080" y="41250"/>
                  <a:pt x="1415048" y="39514"/>
                  <a:pt x="1419662" y="39514"/>
                </a:cubicBezTo>
                <a:close/>
                <a:moveTo>
                  <a:pt x="261760" y="34175"/>
                </a:moveTo>
                <a:cubicBezTo>
                  <a:pt x="254325" y="34175"/>
                  <a:pt x="250608" y="40109"/>
                  <a:pt x="250608" y="51978"/>
                </a:cubicBezTo>
                <a:cubicBezTo>
                  <a:pt x="250608" y="64120"/>
                  <a:pt x="254496" y="70191"/>
                  <a:pt x="262272" y="70191"/>
                </a:cubicBezTo>
                <a:cubicBezTo>
                  <a:pt x="264318" y="70191"/>
                  <a:pt x="266177" y="69782"/>
                  <a:pt x="267848" y="68963"/>
                </a:cubicBezTo>
                <a:cubicBezTo>
                  <a:pt x="269519" y="68145"/>
                  <a:pt x="271208" y="66814"/>
                  <a:pt x="272913" y="64973"/>
                </a:cubicBezTo>
                <a:lnTo>
                  <a:pt x="272913" y="39291"/>
                </a:lnTo>
                <a:cubicBezTo>
                  <a:pt x="271481" y="37653"/>
                  <a:pt x="269792" y="36391"/>
                  <a:pt x="267848" y="35505"/>
                </a:cubicBezTo>
                <a:cubicBezTo>
                  <a:pt x="265904" y="34618"/>
                  <a:pt x="263875" y="34175"/>
                  <a:pt x="261760" y="34175"/>
                </a:cubicBezTo>
                <a:close/>
                <a:moveTo>
                  <a:pt x="81502" y="34175"/>
                </a:moveTo>
                <a:cubicBezTo>
                  <a:pt x="73589" y="34175"/>
                  <a:pt x="69632" y="40280"/>
                  <a:pt x="69632" y="52490"/>
                </a:cubicBezTo>
                <a:cubicBezTo>
                  <a:pt x="69632" y="58561"/>
                  <a:pt x="70622" y="63131"/>
                  <a:pt x="72600" y="66200"/>
                </a:cubicBezTo>
                <a:cubicBezTo>
                  <a:pt x="74578" y="69270"/>
                  <a:pt x="77511" y="70805"/>
                  <a:pt x="81399" y="70805"/>
                </a:cubicBezTo>
                <a:cubicBezTo>
                  <a:pt x="85356" y="70805"/>
                  <a:pt x="88323" y="69270"/>
                  <a:pt x="90301" y="66200"/>
                </a:cubicBezTo>
                <a:cubicBezTo>
                  <a:pt x="92279" y="63131"/>
                  <a:pt x="93268" y="58561"/>
                  <a:pt x="93268" y="52490"/>
                </a:cubicBezTo>
                <a:cubicBezTo>
                  <a:pt x="93268" y="40280"/>
                  <a:pt x="89346" y="34175"/>
                  <a:pt x="81502" y="34175"/>
                </a:cubicBezTo>
                <a:close/>
                <a:moveTo>
                  <a:pt x="1128638" y="33970"/>
                </a:moveTo>
                <a:cubicBezTo>
                  <a:pt x="1121885" y="33970"/>
                  <a:pt x="1118031" y="38540"/>
                  <a:pt x="1117076" y="47681"/>
                </a:cubicBezTo>
                <a:lnTo>
                  <a:pt x="1140200" y="47681"/>
                </a:lnTo>
                <a:cubicBezTo>
                  <a:pt x="1140063" y="43315"/>
                  <a:pt x="1138989" y="39939"/>
                  <a:pt x="1136977" y="37551"/>
                </a:cubicBezTo>
                <a:cubicBezTo>
                  <a:pt x="1134965" y="35164"/>
                  <a:pt x="1132185" y="33970"/>
                  <a:pt x="1128638" y="33970"/>
                </a:cubicBezTo>
                <a:close/>
                <a:moveTo>
                  <a:pt x="319013" y="33970"/>
                </a:moveTo>
                <a:cubicBezTo>
                  <a:pt x="312260" y="33970"/>
                  <a:pt x="308406" y="38540"/>
                  <a:pt x="307451" y="47681"/>
                </a:cubicBezTo>
                <a:lnTo>
                  <a:pt x="330575" y="47681"/>
                </a:lnTo>
                <a:cubicBezTo>
                  <a:pt x="330438" y="43315"/>
                  <a:pt x="329364" y="39939"/>
                  <a:pt x="327352" y="37551"/>
                </a:cubicBezTo>
                <a:cubicBezTo>
                  <a:pt x="325339" y="35164"/>
                  <a:pt x="322560" y="33970"/>
                  <a:pt x="319013" y="33970"/>
                </a:cubicBezTo>
                <a:close/>
                <a:moveTo>
                  <a:pt x="11005457" y="28575"/>
                </a:moveTo>
                <a:lnTo>
                  <a:pt x="11010815" y="28575"/>
                </a:lnTo>
                <a:lnTo>
                  <a:pt x="11010815" y="40481"/>
                </a:lnTo>
                <a:lnTo>
                  <a:pt x="11022796" y="40481"/>
                </a:lnTo>
                <a:lnTo>
                  <a:pt x="11022796" y="45020"/>
                </a:lnTo>
                <a:lnTo>
                  <a:pt x="11010815" y="45020"/>
                </a:lnTo>
                <a:lnTo>
                  <a:pt x="11010815" y="66824"/>
                </a:lnTo>
                <a:cubicBezTo>
                  <a:pt x="11010815" y="69949"/>
                  <a:pt x="11011423" y="72244"/>
                  <a:pt x="11012638" y="73707"/>
                </a:cubicBezTo>
                <a:cubicBezTo>
                  <a:pt x="11013853" y="75170"/>
                  <a:pt x="11015751" y="75902"/>
                  <a:pt x="11018331" y="75902"/>
                </a:cubicBezTo>
                <a:cubicBezTo>
                  <a:pt x="11019670" y="75902"/>
                  <a:pt x="11021034" y="75679"/>
                  <a:pt x="11022424" y="75233"/>
                </a:cubicBezTo>
                <a:lnTo>
                  <a:pt x="11023317" y="79846"/>
                </a:lnTo>
                <a:cubicBezTo>
                  <a:pt x="11021629" y="80441"/>
                  <a:pt x="11019695" y="80739"/>
                  <a:pt x="11017512" y="80739"/>
                </a:cubicBezTo>
                <a:cubicBezTo>
                  <a:pt x="11013544" y="80739"/>
                  <a:pt x="11010542" y="79635"/>
                  <a:pt x="11008508" y="77428"/>
                </a:cubicBezTo>
                <a:cubicBezTo>
                  <a:pt x="11006475" y="75220"/>
                  <a:pt x="11005457" y="71933"/>
                  <a:pt x="11005457" y="67568"/>
                </a:cubicBezTo>
                <a:lnTo>
                  <a:pt x="11005457" y="45020"/>
                </a:lnTo>
                <a:lnTo>
                  <a:pt x="10998537" y="45020"/>
                </a:lnTo>
                <a:lnTo>
                  <a:pt x="10998537" y="40481"/>
                </a:lnTo>
                <a:lnTo>
                  <a:pt x="11005457" y="40481"/>
                </a:lnTo>
                <a:close/>
                <a:moveTo>
                  <a:pt x="10405382" y="28575"/>
                </a:moveTo>
                <a:lnTo>
                  <a:pt x="10410740" y="28575"/>
                </a:lnTo>
                <a:lnTo>
                  <a:pt x="10410740" y="40481"/>
                </a:lnTo>
                <a:lnTo>
                  <a:pt x="10422721" y="40481"/>
                </a:lnTo>
                <a:lnTo>
                  <a:pt x="10422721" y="45020"/>
                </a:lnTo>
                <a:lnTo>
                  <a:pt x="10410740" y="45020"/>
                </a:lnTo>
                <a:lnTo>
                  <a:pt x="10410740" y="66824"/>
                </a:lnTo>
                <a:cubicBezTo>
                  <a:pt x="10410740" y="69949"/>
                  <a:pt x="10411348" y="72244"/>
                  <a:pt x="10412563" y="73707"/>
                </a:cubicBezTo>
                <a:cubicBezTo>
                  <a:pt x="10413778" y="75170"/>
                  <a:pt x="10415676" y="75902"/>
                  <a:pt x="10418256" y="75902"/>
                </a:cubicBezTo>
                <a:cubicBezTo>
                  <a:pt x="10419595" y="75902"/>
                  <a:pt x="10420959" y="75679"/>
                  <a:pt x="10422349" y="75233"/>
                </a:cubicBezTo>
                <a:lnTo>
                  <a:pt x="10423242" y="79846"/>
                </a:lnTo>
                <a:cubicBezTo>
                  <a:pt x="10421554" y="80441"/>
                  <a:pt x="10419620" y="80739"/>
                  <a:pt x="10417437" y="80739"/>
                </a:cubicBezTo>
                <a:cubicBezTo>
                  <a:pt x="10413469" y="80739"/>
                  <a:pt x="10410467" y="79635"/>
                  <a:pt x="10408433" y="77428"/>
                </a:cubicBezTo>
                <a:cubicBezTo>
                  <a:pt x="10406400" y="75220"/>
                  <a:pt x="10405382" y="71933"/>
                  <a:pt x="10405382" y="67568"/>
                </a:cubicBezTo>
                <a:lnTo>
                  <a:pt x="10405382" y="45020"/>
                </a:lnTo>
                <a:lnTo>
                  <a:pt x="10398462" y="45020"/>
                </a:lnTo>
                <a:lnTo>
                  <a:pt x="10398462" y="40481"/>
                </a:lnTo>
                <a:lnTo>
                  <a:pt x="10405382" y="40481"/>
                </a:lnTo>
                <a:close/>
                <a:moveTo>
                  <a:pt x="9748157" y="28575"/>
                </a:moveTo>
                <a:lnTo>
                  <a:pt x="9753515" y="28575"/>
                </a:lnTo>
                <a:lnTo>
                  <a:pt x="9753515" y="40481"/>
                </a:lnTo>
                <a:lnTo>
                  <a:pt x="9765496" y="40481"/>
                </a:lnTo>
                <a:lnTo>
                  <a:pt x="9765496" y="45020"/>
                </a:lnTo>
                <a:lnTo>
                  <a:pt x="9753515" y="45020"/>
                </a:lnTo>
                <a:lnTo>
                  <a:pt x="9753515" y="66824"/>
                </a:lnTo>
                <a:cubicBezTo>
                  <a:pt x="9753515" y="69949"/>
                  <a:pt x="9754123" y="72244"/>
                  <a:pt x="9755338" y="73707"/>
                </a:cubicBezTo>
                <a:cubicBezTo>
                  <a:pt x="9756553" y="75170"/>
                  <a:pt x="9758451" y="75902"/>
                  <a:pt x="9761031" y="75902"/>
                </a:cubicBezTo>
                <a:cubicBezTo>
                  <a:pt x="9762370" y="75902"/>
                  <a:pt x="9763734" y="75679"/>
                  <a:pt x="9765124" y="75233"/>
                </a:cubicBezTo>
                <a:lnTo>
                  <a:pt x="9766017" y="79846"/>
                </a:lnTo>
                <a:cubicBezTo>
                  <a:pt x="9764329" y="80441"/>
                  <a:pt x="9762395" y="80739"/>
                  <a:pt x="9760212" y="80739"/>
                </a:cubicBezTo>
                <a:cubicBezTo>
                  <a:pt x="9756244" y="80739"/>
                  <a:pt x="9753242" y="79635"/>
                  <a:pt x="9751208" y="77428"/>
                </a:cubicBezTo>
                <a:cubicBezTo>
                  <a:pt x="9749174" y="75220"/>
                  <a:pt x="9748157" y="71933"/>
                  <a:pt x="9748157" y="67568"/>
                </a:cubicBezTo>
                <a:lnTo>
                  <a:pt x="9748157" y="45020"/>
                </a:lnTo>
                <a:lnTo>
                  <a:pt x="9741237" y="45020"/>
                </a:lnTo>
                <a:lnTo>
                  <a:pt x="9741237" y="40481"/>
                </a:lnTo>
                <a:lnTo>
                  <a:pt x="9748157" y="40481"/>
                </a:lnTo>
                <a:close/>
                <a:moveTo>
                  <a:pt x="9700532" y="28575"/>
                </a:moveTo>
                <a:lnTo>
                  <a:pt x="9705890" y="28575"/>
                </a:lnTo>
                <a:lnTo>
                  <a:pt x="9705890" y="40481"/>
                </a:lnTo>
                <a:lnTo>
                  <a:pt x="9717871" y="40481"/>
                </a:lnTo>
                <a:lnTo>
                  <a:pt x="9717871" y="45020"/>
                </a:lnTo>
                <a:lnTo>
                  <a:pt x="9705890" y="45020"/>
                </a:lnTo>
                <a:lnTo>
                  <a:pt x="9705890" y="66824"/>
                </a:lnTo>
                <a:cubicBezTo>
                  <a:pt x="9705890" y="69949"/>
                  <a:pt x="9706498" y="72244"/>
                  <a:pt x="9707713" y="73707"/>
                </a:cubicBezTo>
                <a:cubicBezTo>
                  <a:pt x="9708929" y="75170"/>
                  <a:pt x="9710826" y="75902"/>
                  <a:pt x="9713406" y="75902"/>
                </a:cubicBezTo>
                <a:cubicBezTo>
                  <a:pt x="9714745" y="75902"/>
                  <a:pt x="9716110" y="75679"/>
                  <a:pt x="9717499" y="75233"/>
                </a:cubicBezTo>
                <a:lnTo>
                  <a:pt x="9718392" y="79846"/>
                </a:lnTo>
                <a:cubicBezTo>
                  <a:pt x="9716705" y="80441"/>
                  <a:pt x="9714770" y="80739"/>
                  <a:pt x="9712587" y="80739"/>
                </a:cubicBezTo>
                <a:cubicBezTo>
                  <a:pt x="9708618" y="80739"/>
                  <a:pt x="9705617" y="79635"/>
                  <a:pt x="9703583" y="77428"/>
                </a:cubicBezTo>
                <a:cubicBezTo>
                  <a:pt x="9701549" y="75220"/>
                  <a:pt x="9700532" y="71933"/>
                  <a:pt x="9700532" y="67568"/>
                </a:cubicBezTo>
                <a:lnTo>
                  <a:pt x="9700532" y="45020"/>
                </a:lnTo>
                <a:lnTo>
                  <a:pt x="9693612" y="45020"/>
                </a:lnTo>
                <a:lnTo>
                  <a:pt x="9693612" y="40481"/>
                </a:lnTo>
                <a:lnTo>
                  <a:pt x="9700532" y="40481"/>
                </a:lnTo>
                <a:close/>
                <a:moveTo>
                  <a:pt x="9548132" y="28575"/>
                </a:moveTo>
                <a:lnTo>
                  <a:pt x="9553490" y="28575"/>
                </a:lnTo>
                <a:lnTo>
                  <a:pt x="9553490" y="40481"/>
                </a:lnTo>
                <a:lnTo>
                  <a:pt x="9565471" y="40481"/>
                </a:lnTo>
                <a:lnTo>
                  <a:pt x="9565471" y="45020"/>
                </a:lnTo>
                <a:lnTo>
                  <a:pt x="9553490" y="45020"/>
                </a:lnTo>
                <a:lnTo>
                  <a:pt x="9553490" y="66824"/>
                </a:lnTo>
                <a:cubicBezTo>
                  <a:pt x="9553490" y="69949"/>
                  <a:pt x="9554098" y="72244"/>
                  <a:pt x="9555313" y="73707"/>
                </a:cubicBezTo>
                <a:cubicBezTo>
                  <a:pt x="9556529" y="75170"/>
                  <a:pt x="9558426" y="75902"/>
                  <a:pt x="9561006" y="75902"/>
                </a:cubicBezTo>
                <a:cubicBezTo>
                  <a:pt x="9562345" y="75902"/>
                  <a:pt x="9563710" y="75679"/>
                  <a:pt x="9565099" y="75233"/>
                </a:cubicBezTo>
                <a:lnTo>
                  <a:pt x="9565992" y="79846"/>
                </a:lnTo>
                <a:cubicBezTo>
                  <a:pt x="9564305" y="80441"/>
                  <a:pt x="9562370" y="80739"/>
                  <a:pt x="9560187" y="80739"/>
                </a:cubicBezTo>
                <a:cubicBezTo>
                  <a:pt x="9556218" y="80739"/>
                  <a:pt x="9553217" y="79635"/>
                  <a:pt x="9551183" y="77428"/>
                </a:cubicBezTo>
                <a:cubicBezTo>
                  <a:pt x="9549149" y="75220"/>
                  <a:pt x="9548132" y="71933"/>
                  <a:pt x="9548132" y="67568"/>
                </a:cubicBezTo>
                <a:lnTo>
                  <a:pt x="9548132" y="45020"/>
                </a:lnTo>
                <a:lnTo>
                  <a:pt x="9541212" y="45020"/>
                </a:lnTo>
                <a:lnTo>
                  <a:pt x="9541212" y="40481"/>
                </a:lnTo>
                <a:lnTo>
                  <a:pt x="9548132" y="40481"/>
                </a:lnTo>
                <a:close/>
                <a:moveTo>
                  <a:pt x="9405257" y="28575"/>
                </a:moveTo>
                <a:lnTo>
                  <a:pt x="9410615" y="28575"/>
                </a:lnTo>
                <a:lnTo>
                  <a:pt x="9410615" y="40481"/>
                </a:lnTo>
                <a:lnTo>
                  <a:pt x="9422596" y="40481"/>
                </a:lnTo>
                <a:lnTo>
                  <a:pt x="9422596" y="45020"/>
                </a:lnTo>
                <a:lnTo>
                  <a:pt x="9410615" y="45020"/>
                </a:lnTo>
                <a:lnTo>
                  <a:pt x="9410615" y="66824"/>
                </a:lnTo>
                <a:cubicBezTo>
                  <a:pt x="9410615" y="69949"/>
                  <a:pt x="9411223" y="72244"/>
                  <a:pt x="9412438" y="73707"/>
                </a:cubicBezTo>
                <a:cubicBezTo>
                  <a:pt x="9413653" y="75170"/>
                  <a:pt x="9415551" y="75902"/>
                  <a:pt x="9418131" y="75902"/>
                </a:cubicBezTo>
                <a:cubicBezTo>
                  <a:pt x="9419470" y="75902"/>
                  <a:pt x="9420834" y="75679"/>
                  <a:pt x="9422224" y="75233"/>
                </a:cubicBezTo>
                <a:lnTo>
                  <a:pt x="9423117" y="79846"/>
                </a:lnTo>
                <a:cubicBezTo>
                  <a:pt x="9421429" y="80441"/>
                  <a:pt x="9419495" y="80739"/>
                  <a:pt x="9417312" y="80739"/>
                </a:cubicBezTo>
                <a:cubicBezTo>
                  <a:pt x="9413344" y="80739"/>
                  <a:pt x="9410342" y="79635"/>
                  <a:pt x="9408308" y="77428"/>
                </a:cubicBezTo>
                <a:cubicBezTo>
                  <a:pt x="9406275" y="75220"/>
                  <a:pt x="9405257" y="71933"/>
                  <a:pt x="9405257" y="67568"/>
                </a:cubicBezTo>
                <a:lnTo>
                  <a:pt x="9405257" y="45020"/>
                </a:lnTo>
                <a:lnTo>
                  <a:pt x="9398337" y="45020"/>
                </a:lnTo>
                <a:lnTo>
                  <a:pt x="9398337" y="40481"/>
                </a:lnTo>
                <a:lnTo>
                  <a:pt x="9405257" y="40481"/>
                </a:lnTo>
                <a:close/>
                <a:moveTo>
                  <a:pt x="8700407" y="28575"/>
                </a:moveTo>
                <a:lnTo>
                  <a:pt x="8705765" y="28575"/>
                </a:lnTo>
                <a:lnTo>
                  <a:pt x="8705765" y="40481"/>
                </a:lnTo>
                <a:lnTo>
                  <a:pt x="8717746" y="40481"/>
                </a:lnTo>
                <a:lnTo>
                  <a:pt x="8717746" y="45020"/>
                </a:lnTo>
                <a:lnTo>
                  <a:pt x="8705765" y="45020"/>
                </a:lnTo>
                <a:lnTo>
                  <a:pt x="8705765" y="66824"/>
                </a:lnTo>
                <a:cubicBezTo>
                  <a:pt x="8705765" y="69949"/>
                  <a:pt x="8706373" y="72244"/>
                  <a:pt x="8707588" y="73707"/>
                </a:cubicBezTo>
                <a:cubicBezTo>
                  <a:pt x="8708803" y="75170"/>
                  <a:pt x="8710701" y="75902"/>
                  <a:pt x="8713281" y="75902"/>
                </a:cubicBezTo>
                <a:cubicBezTo>
                  <a:pt x="8714620" y="75902"/>
                  <a:pt x="8715984" y="75679"/>
                  <a:pt x="8717374" y="75233"/>
                </a:cubicBezTo>
                <a:lnTo>
                  <a:pt x="8718267" y="79846"/>
                </a:lnTo>
                <a:cubicBezTo>
                  <a:pt x="8716579" y="80441"/>
                  <a:pt x="8714645" y="80739"/>
                  <a:pt x="8712462" y="80739"/>
                </a:cubicBezTo>
                <a:cubicBezTo>
                  <a:pt x="8708494" y="80739"/>
                  <a:pt x="8705492" y="79635"/>
                  <a:pt x="8703458" y="77428"/>
                </a:cubicBezTo>
                <a:cubicBezTo>
                  <a:pt x="8701425" y="75220"/>
                  <a:pt x="8700407" y="71933"/>
                  <a:pt x="8700407" y="67568"/>
                </a:cubicBezTo>
                <a:lnTo>
                  <a:pt x="8700407" y="45020"/>
                </a:lnTo>
                <a:lnTo>
                  <a:pt x="8693487" y="45020"/>
                </a:lnTo>
                <a:lnTo>
                  <a:pt x="8693487" y="40481"/>
                </a:lnTo>
                <a:lnTo>
                  <a:pt x="8700407" y="40481"/>
                </a:lnTo>
                <a:close/>
                <a:moveTo>
                  <a:pt x="8671832" y="28575"/>
                </a:moveTo>
                <a:lnTo>
                  <a:pt x="8677190" y="28575"/>
                </a:lnTo>
                <a:lnTo>
                  <a:pt x="8677190" y="40481"/>
                </a:lnTo>
                <a:lnTo>
                  <a:pt x="8689171" y="40481"/>
                </a:lnTo>
                <a:lnTo>
                  <a:pt x="8689171" y="45020"/>
                </a:lnTo>
                <a:lnTo>
                  <a:pt x="8677190" y="45020"/>
                </a:lnTo>
                <a:lnTo>
                  <a:pt x="8677190" y="66824"/>
                </a:lnTo>
                <a:cubicBezTo>
                  <a:pt x="8677190" y="69949"/>
                  <a:pt x="8677798" y="72244"/>
                  <a:pt x="8679013" y="73707"/>
                </a:cubicBezTo>
                <a:cubicBezTo>
                  <a:pt x="8680228" y="75170"/>
                  <a:pt x="8682126" y="75902"/>
                  <a:pt x="8684706" y="75902"/>
                </a:cubicBezTo>
                <a:cubicBezTo>
                  <a:pt x="8686045" y="75902"/>
                  <a:pt x="8687409" y="75679"/>
                  <a:pt x="8688799" y="75233"/>
                </a:cubicBezTo>
                <a:lnTo>
                  <a:pt x="8689692" y="79846"/>
                </a:lnTo>
                <a:cubicBezTo>
                  <a:pt x="8688004" y="80441"/>
                  <a:pt x="8686070" y="80739"/>
                  <a:pt x="8683887" y="80739"/>
                </a:cubicBezTo>
                <a:cubicBezTo>
                  <a:pt x="8679919" y="80739"/>
                  <a:pt x="8676917" y="79635"/>
                  <a:pt x="8674883" y="77428"/>
                </a:cubicBezTo>
                <a:cubicBezTo>
                  <a:pt x="8672850" y="75220"/>
                  <a:pt x="8671832" y="71933"/>
                  <a:pt x="8671832" y="67568"/>
                </a:cubicBezTo>
                <a:lnTo>
                  <a:pt x="8671832" y="45020"/>
                </a:lnTo>
                <a:lnTo>
                  <a:pt x="8664912" y="45020"/>
                </a:lnTo>
                <a:lnTo>
                  <a:pt x="8664912" y="40481"/>
                </a:lnTo>
                <a:lnTo>
                  <a:pt x="8671832" y="40481"/>
                </a:lnTo>
                <a:close/>
                <a:moveTo>
                  <a:pt x="8405132" y="28575"/>
                </a:moveTo>
                <a:lnTo>
                  <a:pt x="8410490" y="28575"/>
                </a:lnTo>
                <a:lnTo>
                  <a:pt x="8410490" y="40481"/>
                </a:lnTo>
                <a:lnTo>
                  <a:pt x="8422471" y="40481"/>
                </a:lnTo>
                <a:lnTo>
                  <a:pt x="8422471" y="45020"/>
                </a:lnTo>
                <a:lnTo>
                  <a:pt x="8410490" y="45020"/>
                </a:lnTo>
                <a:lnTo>
                  <a:pt x="8410490" y="66824"/>
                </a:lnTo>
                <a:cubicBezTo>
                  <a:pt x="8410490" y="69949"/>
                  <a:pt x="8411098" y="72244"/>
                  <a:pt x="8412313" y="73707"/>
                </a:cubicBezTo>
                <a:cubicBezTo>
                  <a:pt x="8413528" y="75170"/>
                  <a:pt x="8415426" y="75902"/>
                  <a:pt x="8418006" y="75902"/>
                </a:cubicBezTo>
                <a:cubicBezTo>
                  <a:pt x="8419345" y="75902"/>
                  <a:pt x="8420709" y="75679"/>
                  <a:pt x="8422099" y="75233"/>
                </a:cubicBezTo>
                <a:lnTo>
                  <a:pt x="8422992" y="79846"/>
                </a:lnTo>
                <a:cubicBezTo>
                  <a:pt x="8421304" y="80441"/>
                  <a:pt x="8419370" y="80739"/>
                  <a:pt x="8417187" y="80739"/>
                </a:cubicBezTo>
                <a:cubicBezTo>
                  <a:pt x="8413219" y="80739"/>
                  <a:pt x="8410217" y="79635"/>
                  <a:pt x="8408183" y="77428"/>
                </a:cubicBezTo>
                <a:cubicBezTo>
                  <a:pt x="8406150" y="75220"/>
                  <a:pt x="8405132" y="71933"/>
                  <a:pt x="8405132" y="67568"/>
                </a:cubicBezTo>
                <a:lnTo>
                  <a:pt x="8405132" y="45020"/>
                </a:lnTo>
                <a:lnTo>
                  <a:pt x="8398212" y="45020"/>
                </a:lnTo>
                <a:lnTo>
                  <a:pt x="8398212" y="40481"/>
                </a:lnTo>
                <a:lnTo>
                  <a:pt x="8405132" y="40481"/>
                </a:lnTo>
                <a:close/>
                <a:moveTo>
                  <a:pt x="7062107" y="28575"/>
                </a:moveTo>
                <a:lnTo>
                  <a:pt x="7067465" y="28575"/>
                </a:lnTo>
                <a:lnTo>
                  <a:pt x="7067465" y="40481"/>
                </a:lnTo>
                <a:lnTo>
                  <a:pt x="7079446" y="40481"/>
                </a:lnTo>
                <a:lnTo>
                  <a:pt x="7079446" y="45020"/>
                </a:lnTo>
                <a:lnTo>
                  <a:pt x="7067465" y="45020"/>
                </a:lnTo>
                <a:lnTo>
                  <a:pt x="7067465" y="66824"/>
                </a:lnTo>
                <a:cubicBezTo>
                  <a:pt x="7067465" y="69949"/>
                  <a:pt x="7068073" y="72244"/>
                  <a:pt x="7069288" y="73707"/>
                </a:cubicBezTo>
                <a:cubicBezTo>
                  <a:pt x="7070504" y="75170"/>
                  <a:pt x="7072402" y="75902"/>
                  <a:pt x="7074981" y="75902"/>
                </a:cubicBezTo>
                <a:cubicBezTo>
                  <a:pt x="7076321" y="75902"/>
                  <a:pt x="7077685" y="75679"/>
                  <a:pt x="7079074" y="75233"/>
                </a:cubicBezTo>
                <a:lnTo>
                  <a:pt x="7079967" y="79846"/>
                </a:lnTo>
                <a:cubicBezTo>
                  <a:pt x="7078280" y="80441"/>
                  <a:pt x="7076346" y="80739"/>
                  <a:pt x="7074163" y="80739"/>
                </a:cubicBezTo>
                <a:cubicBezTo>
                  <a:pt x="7070194" y="80739"/>
                  <a:pt x="7067193" y="79635"/>
                  <a:pt x="7065158" y="77428"/>
                </a:cubicBezTo>
                <a:cubicBezTo>
                  <a:pt x="7063124" y="75220"/>
                  <a:pt x="7062107" y="71933"/>
                  <a:pt x="7062107" y="67568"/>
                </a:cubicBezTo>
                <a:lnTo>
                  <a:pt x="7062107" y="45020"/>
                </a:lnTo>
                <a:lnTo>
                  <a:pt x="7055187" y="45020"/>
                </a:lnTo>
                <a:lnTo>
                  <a:pt x="7055187" y="40481"/>
                </a:lnTo>
                <a:lnTo>
                  <a:pt x="7062107" y="40481"/>
                </a:lnTo>
                <a:close/>
                <a:moveTo>
                  <a:pt x="6604907" y="28575"/>
                </a:moveTo>
                <a:lnTo>
                  <a:pt x="6610265" y="28575"/>
                </a:lnTo>
                <a:lnTo>
                  <a:pt x="6610265" y="40481"/>
                </a:lnTo>
                <a:lnTo>
                  <a:pt x="6622246" y="40481"/>
                </a:lnTo>
                <a:lnTo>
                  <a:pt x="6622246" y="45020"/>
                </a:lnTo>
                <a:lnTo>
                  <a:pt x="6610265" y="45020"/>
                </a:lnTo>
                <a:lnTo>
                  <a:pt x="6610265" y="66824"/>
                </a:lnTo>
                <a:cubicBezTo>
                  <a:pt x="6610265" y="69949"/>
                  <a:pt x="6610873" y="72244"/>
                  <a:pt x="6612088" y="73707"/>
                </a:cubicBezTo>
                <a:cubicBezTo>
                  <a:pt x="6613304" y="75170"/>
                  <a:pt x="6615202" y="75902"/>
                  <a:pt x="6617781" y="75902"/>
                </a:cubicBezTo>
                <a:cubicBezTo>
                  <a:pt x="6619121" y="75902"/>
                  <a:pt x="6620485" y="75679"/>
                  <a:pt x="6621874" y="75233"/>
                </a:cubicBezTo>
                <a:lnTo>
                  <a:pt x="6622767" y="79846"/>
                </a:lnTo>
                <a:cubicBezTo>
                  <a:pt x="6621080" y="80441"/>
                  <a:pt x="6619146" y="80739"/>
                  <a:pt x="6616963" y="80739"/>
                </a:cubicBezTo>
                <a:cubicBezTo>
                  <a:pt x="6612994" y="80739"/>
                  <a:pt x="6609993" y="79635"/>
                  <a:pt x="6607958" y="77428"/>
                </a:cubicBezTo>
                <a:cubicBezTo>
                  <a:pt x="6605925" y="75220"/>
                  <a:pt x="6604907" y="71933"/>
                  <a:pt x="6604907" y="67568"/>
                </a:cubicBezTo>
                <a:lnTo>
                  <a:pt x="6604907" y="45020"/>
                </a:lnTo>
                <a:lnTo>
                  <a:pt x="6597987" y="45020"/>
                </a:lnTo>
                <a:lnTo>
                  <a:pt x="6597987" y="40481"/>
                </a:lnTo>
                <a:lnTo>
                  <a:pt x="6604907" y="40481"/>
                </a:lnTo>
                <a:close/>
                <a:moveTo>
                  <a:pt x="6071507" y="28575"/>
                </a:moveTo>
                <a:lnTo>
                  <a:pt x="6076865" y="28575"/>
                </a:lnTo>
                <a:lnTo>
                  <a:pt x="6076865" y="40481"/>
                </a:lnTo>
                <a:lnTo>
                  <a:pt x="6088846" y="40481"/>
                </a:lnTo>
                <a:lnTo>
                  <a:pt x="6088846" y="45020"/>
                </a:lnTo>
                <a:lnTo>
                  <a:pt x="6076865" y="45020"/>
                </a:lnTo>
                <a:lnTo>
                  <a:pt x="6076865" y="66824"/>
                </a:lnTo>
                <a:cubicBezTo>
                  <a:pt x="6076865" y="69949"/>
                  <a:pt x="6077473" y="72244"/>
                  <a:pt x="6078688" y="73707"/>
                </a:cubicBezTo>
                <a:cubicBezTo>
                  <a:pt x="6079904" y="75170"/>
                  <a:pt x="6081802" y="75902"/>
                  <a:pt x="6084381" y="75902"/>
                </a:cubicBezTo>
                <a:cubicBezTo>
                  <a:pt x="6085721" y="75902"/>
                  <a:pt x="6087085" y="75679"/>
                  <a:pt x="6088474" y="75233"/>
                </a:cubicBezTo>
                <a:lnTo>
                  <a:pt x="6089367" y="79846"/>
                </a:lnTo>
                <a:cubicBezTo>
                  <a:pt x="6087680" y="80441"/>
                  <a:pt x="6085746" y="80739"/>
                  <a:pt x="6083563" y="80739"/>
                </a:cubicBezTo>
                <a:cubicBezTo>
                  <a:pt x="6079594" y="80739"/>
                  <a:pt x="6076593" y="79635"/>
                  <a:pt x="6074558" y="77428"/>
                </a:cubicBezTo>
                <a:cubicBezTo>
                  <a:pt x="6072525" y="75220"/>
                  <a:pt x="6071507" y="71933"/>
                  <a:pt x="6071507" y="67568"/>
                </a:cubicBezTo>
                <a:lnTo>
                  <a:pt x="6071507" y="45020"/>
                </a:lnTo>
                <a:lnTo>
                  <a:pt x="6064587" y="45020"/>
                </a:lnTo>
                <a:lnTo>
                  <a:pt x="6064587" y="40481"/>
                </a:lnTo>
                <a:lnTo>
                  <a:pt x="6071507" y="40481"/>
                </a:lnTo>
                <a:close/>
                <a:moveTo>
                  <a:pt x="5433332" y="28575"/>
                </a:moveTo>
                <a:lnTo>
                  <a:pt x="5438690" y="28575"/>
                </a:lnTo>
                <a:lnTo>
                  <a:pt x="5438690" y="40481"/>
                </a:lnTo>
                <a:lnTo>
                  <a:pt x="5450671" y="40481"/>
                </a:lnTo>
                <a:lnTo>
                  <a:pt x="5450671" y="45020"/>
                </a:lnTo>
                <a:lnTo>
                  <a:pt x="5438690" y="45020"/>
                </a:lnTo>
                <a:lnTo>
                  <a:pt x="5438690" y="66824"/>
                </a:lnTo>
                <a:cubicBezTo>
                  <a:pt x="5438690" y="69949"/>
                  <a:pt x="5439298" y="72244"/>
                  <a:pt x="5440513" y="73707"/>
                </a:cubicBezTo>
                <a:cubicBezTo>
                  <a:pt x="5441729" y="75170"/>
                  <a:pt x="5443627" y="75902"/>
                  <a:pt x="5446206" y="75902"/>
                </a:cubicBezTo>
                <a:cubicBezTo>
                  <a:pt x="5447546" y="75902"/>
                  <a:pt x="5448910" y="75679"/>
                  <a:pt x="5450299" y="75233"/>
                </a:cubicBezTo>
                <a:lnTo>
                  <a:pt x="5451192" y="79846"/>
                </a:lnTo>
                <a:cubicBezTo>
                  <a:pt x="5449505" y="80441"/>
                  <a:pt x="5447571" y="80739"/>
                  <a:pt x="5445388" y="80739"/>
                </a:cubicBezTo>
                <a:cubicBezTo>
                  <a:pt x="5441419" y="80739"/>
                  <a:pt x="5438418" y="79635"/>
                  <a:pt x="5436383" y="77428"/>
                </a:cubicBezTo>
                <a:cubicBezTo>
                  <a:pt x="5434349" y="75220"/>
                  <a:pt x="5433332" y="71933"/>
                  <a:pt x="5433332" y="67568"/>
                </a:cubicBezTo>
                <a:lnTo>
                  <a:pt x="5433332" y="45020"/>
                </a:lnTo>
                <a:lnTo>
                  <a:pt x="5426412" y="45020"/>
                </a:lnTo>
                <a:lnTo>
                  <a:pt x="5426412" y="40481"/>
                </a:lnTo>
                <a:lnTo>
                  <a:pt x="5433332" y="40481"/>
                </a:lnTo>
                <a:close/>
                <a:moveTo>
                  <a:pt x="5090432" y="28575"/>
                </a:moveTo>
                <a:lnTo>
                  <a:pt x="5095791" y="28575"/>
                </a:lnTo>
                <a:lnTo>
                  <a:pt x="5095791" y="40481"/>
                </a:lnTo>
                <a:lnTo>
                  <a:pt x="5107771" y="40481"/>
                </a:lnTo>
                <a:lnTo>
                  <a:pt x="5107771" y="45020"/>
                </a:lnTo>
                <a:lnTo>
                  <a:pt x="5095791" y="45020"/>
                </a:lnTo>
                <a:lnTo>
                  <a:pt x="5095791" y="66824"/>
                </a:lnTo>
                <a:cubicBezTo>
                  <a:pt x="5095791" y="69949"/>
                  <a:pt x="5096398" y="72244"/>
                  <a:pt x="5097614" y="73707"/>
                </a:cubicBezTo>
                <a:cubicBezTo>
                  <a:pt x="5098828" y="75170"/>
                  <a:pt x="5100727" y="75902"/>
                  <a:pt x="5103306" y="75902"/>
                </a:cubicBezTo>
                <a:cubicBezTo>
                  <a:pt x="5104646" y="75902"/>
                  <a:pt x="5106010" y="75679"/>
                  <a:pt x="5107399" y="75233"/>
                </a:cubicBezTo>
                <a:lnTo>
                  <a:pt x="5108292" y="79846"/>
                </a:lnTo>
                <a:cubicBezTo>
                  <a:pt x="5106605" y="80441"/>
                  <a:pt x="5104670" y="80739"/>
                  <a:pt x="5102488" y="80739"/>
                </a:cubicBezTo>
                <a:cubicBezTo>
                  <a:pt x="5098519" y="80739"/>
                  <a:pt x="5095518" y="79635"/>
                  <a:pt x="5093483" y="77428"/>
                </a:cubicBezTo>
                <a:cubicBezTo>
                  <a:pt x="5091450" y="75220"/>
                  <a:pt x="5090432" y="71933"/>
                  <a:pt x="5090432" y="67568"/>
                </a:cubicBezTo>
                <a:lnTo>
                  <a:pt x="5090432" y="45020"/>
                </a:lnTo>
                <a:lnTo>
                  <a:pt x="5083512" y="45020"/>
                </a:lnTo>
                <a:lnTo>
                  <a:pt x="5083512" y="40481"/>
                </a:lnTo>
                <a:lnTo>
                  <a:pt x="5090432" y="40481"/>
                </a:lnTo>
                <a:close/>
                <a:moveTo>
                  <a:pt x="4652282" y="28575"/>
                </a:moveTo>
                <a:lnTo>
                  <a:pt x="4657641" y="28575"/>
                </a:lnTo>
                <a:lnTo>
                  <a:pt x="4657641" y="40481"/>
                </a:lnTo>
                <a:lnTo>
                  <a:pt x="4669621" y="40481"/>
                </a:lnTo>
                <a:lnTo>
                  <a:pt x="4669621" y="45020"/>
                </a:lnTo>
                <a:lnTo>
                  <a:pt x="4657641" y="45020"/>
                </a:lnTo>
                <a:lnTo>
                  <a:pt x="4657641" y="66824"/>
                </a:lnTo>
                <a:cubicBezTo>
                  <a:pt x="4657641" y="69949"/>
                  <a:pt x="4658249" y="72244"/>
                  <a:pt x="4659463" y="73707"/>
                </a:cubicBezTo>
                <a:cubicBezTo>
                  <a:pt x="4660679" y="75170"/>
                  <a:pt x="4662577" y="75902"/>
                  <a:pt x="4665156" y="75902"/>
                </a:cubicBezTo>
                <a:cubicBezTo>
                  <a:pt x="4666496" y="75902"/>
                  <a:pt x="4667860" y="75679"/>
                  <a:pt x="4669249" y="75233"/>
                </a:cubicBezTo>
                <a:lnTo>
                  <a:pt x="4670142" y="79846"/>
                </a:lnTo>
                <a:cubicBezTo>
                  <a:pt x="4668456" y="80441"/>
                  <a:pt x="4666520" y="80739"/>
                  <a:pt x="4664338" y="80739"/>
                </a:cubicBezTo>
                <a:cubicBezTo>
                  <a:pt x="4660369" y="80739"/>
                  <a:pt x="4657367" y="79635"/>
                  <a:pt x="4655333" y="77428"/>
                </a:cubicBezTo>
                <a:cubicBezTo>
                  <a:pt x="4653300" y="75220"/>
                  <a:pt x="4652282" y="71933"/>
                  <a:pt x="4652282" y="67568"/>
                </a:cubicBezTo>
                <a:lnTo>
                  <a:pt x="4652282" y="45020"/>
                </a:lnTo>
                <a:lnTo>
                  <a:pt x="4645362" y="45020"/>
                </a:lnTo>
                <a:lnTo>
                  <a:pt x="4645362" y="40481"/>
                </a:lnTo>
                <a:lnTo>
                  <a:pt x="4652282" y="40481"/>
                </a:lnTo>
                <a:close/>
                <a:moveTo>
                  <a:pt x="4261757" y="28575"/>
                </a:moveTo>
                <a:lnTo>
                  <a:pt x="4267115" y="28575"/>
                </a:lnTo>
                <a:lnTo>
                  <a:pt x="4267115" y="40481"/>
                </a:lnTo>
                <a:lnTo>
                  <a:pt x="4279096" y="40481"/>
                </a:lnTo>
                <a:lnTo>
                  <a:pt x="4279096" y="45020"/>
                </a:lnTo>
                <a:lnTo>
                  <a:pt x="4267115" y="45020"/>
                </a:lnTo>
                <a:lnTo>
                  <a:pt x="4267115" y="66824"/>
                </a:lnTo>
                <a:cubicBezTo>
                  <a:pt x="4267115" y="69949"/>
                  <a:pt x="4267723" y="72244"/>
                  <a:pt x="4268938" y="73707"/>
                </a:cubicBezTo>
                <a:cubicBezTo>
                  <a:pt x="4270154" y="75170"/>
                  <a:pt x="4272051" y="75902"/>
                  <a:pt x="4274631" y="75902"/>
                </a:cubicBezTo>
                <a:cubicBezTo>
                  <a:pt x="4275971" y="75902"/>
                  <a:pt x="4277335" y="75679"/>
                  <a:pt x="4278724" y="75233"/>
                </a:cubicBezTo>
                <a:lnTo>
                  <a:pt x="4279617" y="79846"/>
                </a:lnTo>
                <a:cubicBezTo>
                  <a:pt x="4277930" y="80441"/>
                  <a:pt x="4275995" y="80739"/>
                  <a:pt x="4273813" y="80739"/>
                </a:cubicBezTo>
                <a:cubicBezTo>
                  <a:pt x="4269844" y="80739"/>
                  <a:pt x="4266842" y="79635"/>
                  <a:pt x="4264809" y="77428"/>
                </a:cubicBezTo>
                <a:cubicBezTo>
                  <a:pt x="4262775" y="75220"/>
                  <a:pt x="4261757" y="71933"/>
                  <a:pt x="4261757" y="67568"/>
                </a:cubicBezTo>
                <a:lnTo>
                  <a:pt x="4261757" y="45020"/>
                </a:lnTo>
                <a:lnTo>
                  <a:pt x="4254837" y="45020"/>
                </a:lnTo>
                <a:lnTo>
                  <a:pt x="4254837" y="40481"/>
                </a:lnTo>
                <a:lnTo>
                  <a:pt x="4261757" y="40481"/>
                </a:lnTo>
                <a:close/>
                <a:moveTo>
                  <a:pt x="3737883" y="28575"/>
                </a:moveTo>
                <a:lnTo>
                  <a:pt x="3743240" y="28575"/>
                </a:lnTo>
                <a:lnTo>
                  <a:pt x="3743240" y="40481"/>
                </a:lnTo>
                <a:lnTo>
                  <a:pt x="3755221" y="40481"/>
                </a:lnTo>
                <a:lnTo>
                  <a:pt x="3755221" y="45020"/>
                </a:lnTo>
                <a:lnTo>
                  <a:pt x="3743240" y="45020"/>
                </a:lnTo>
                <a:lnTo>
                  <a:pt x="3743240" y="66824"/>
                </a:lnTo>
                <a:cubicBezTo>
                  <a:pt x="3743240" y="69949"/>
                  <a:pt x="3743848" y="72244"/>
                  <a:pt x="3745064" y="73707"/>
                </a:cubicBezTo>
                <a:cubicBezTo>
                  <a:pt x="3746279" y="75170"/>
                  <a:pt x="3748177" y="75902"/>
                  <a:pt x="3750756" y="75902"/>
                </a:cubicBezTo>
                <a:cubicBezTo>
                  <a:pt x="3752095" y="75902"/>
                  <a:pt x="3753460" y="75679"/>
                  <a:pt x="3754849" y="75233"/>
                </a:cubicBezTo>
                <a:lnTo>
                  <a:pt x="3755742" y="79846"/>
                </a:lnTo>
                <a:cubicBezTo>
                  <a:pt x="3754055" y="80441"/>
                  <a:pt x="3752120" y="80739"/>
                  <a:pt x="3749937" y="80739"/>
                </a:cubicBezTo>
                <a:cubicBezTo>
                  <a:pt x="3745969" y="80739"/>
                  <a:pt x="3742968" y="79635"/>
                  <a:pt x="3740934" y="77428"/>
                </a:cubicBezTo>
                <a:cubicBezTo>
                  <a:pt x="3738900" y="75220"/>
                  <a:pt x="3737883" y="71933"/>
                  <a:pt x="3737883" y="67568"/>
                </a:cubicBezTo>
                <a:lnTo>
                  <a:pt x="3737883" y="45020"/>
                </a:lnTo>
                <a:lnTo>
                  <a:pt x="3730963" y="45020"/>
                </a:lnTo>
                <a:lnTo>
                  <a:pt x="3730963" y="40481"/>
                </a:lnTo>
                <a:lnTo>
                  <a:pt x="3737883" y="40481"/>
                </a:lnTo>
                <a:close/>
                <a:moveTo>
                  <a:pt x="3366408" y="28575"/>
                </a:moveTo>
                <a:lnTo>
                  <a:pt x="3371765" y="28575"/>
                </a:lnTo>
                <a:lnTo>
                  <a:pt x="3371765" y="40481"/>
                </a:lnTo>
                <a:lnTo>
                  <a:pt x="3383746" y="40481"/>
                </a:lnTo>
                <a:lnTo>
                  <a:pt x="3383746" y="45020"/>
                </a:lnTo>
                <a:lnTo>
                  <a:pt x="3371765" y="45020"/>
                </a:lnTo>
                <a:lnTo>
                  <a:pt x="3371765" y="66824"/>
                </a:lnTo>
                <a:cubicBezTo>
                  <a:pt x="3371765" y="69949"/>
                  <a:pt x="3372373" y="72244"/>
                  <a:pt x="3373589" y="73707"/>
                </a:cubicBezTo>
                <a:cubicBezTo>
                  <a:pt x="3374804" y="75170"/>
                  <a:pt x="3376702" y="75902"/>
                  <a:pt x="3379281" y="75902"/>
                </a:cubicBezTo>
                <a:cubicBezTo>
                  <a:pt x="3380621" y="75902"/>
                  <a:pt x="3381986" y="75679"/>
                  <a:pt x="3383375" y="75233"/>
                </a:cubicBezTo>
                <a:lnTo>
                  <a:pt x="3384268" y="79846"/>
                </a:lnTo>
                <a:cubicBezTo>
                  <a:pt x="3382581" y="80441"/>
                  <a:pt x="3380646" y="80739"/>
                  <a:pt x="3378463" y="80739"/>
                </a:cubicBezTo>
                <a:cubicBezTo>
                  <a:pt x="3374494" y="80739"/>
                  <a:pt x="3371493" y="79635"/>
                  <a:pt x="3369459" y="77428"/>
                </a:cubicBezTo>
                <a:cubicBezTo>
                  <a:pt x="3367425" y="75220"/>
                  <a:pt x="3366408" y="71933"/>
                  <a:pt x="3366408" y="67568"/>
                </a:cubicBezTo>
                <a:lnTo>
                  <a:pt x="3366408" y="45020"/>
                </a:lnTo>
                <a:lnTo>
                  <a:pt x="3359487" y="45020"/>
                </a:lnTo>
                <a:lnTo>
                  <a:pt x="3359487" y="40481"/>
                </a:lnTo>
                <a:lnTo>
                  <a:pt x="3366408" y="40481"/>
                </a:lnTo>
                <a:close/>
                <a:moveTo>
                  <a:pt x="3175908" y="28575"/>
                </a:moveTo>
                <a:lnTo>
                  <a:pt x="3181266" y="28575"/>
                </a:lnTo>
                <a:lnTo>
                  <a:pt x="3181266" y="40481"/>
                </a:lnTo>
                <a:lnTo>
                  <a:pt x="3193247" y="40481"/>
                </a:lnTo>
                <a:lnTo>
                  <a:pt x="3193247" y="45020"/>
                </a:lnTo>
                <a:lnTo>
                  <a:pt x="3181266" y="45020"/>
                </a:lnTo>
                <a:lnTo>
                  <a:pt x="3181266" y="66824"/>
                </a:lnTo>
                <a:cubicBezTo>
                  <a:pt x="3181266" y="69949"/>
                  <a:pt x="3181873" y="72244"/>
                  <a:pt x="3183089" y="73707"/>
                </a:cubicBezTo>
                <a:cubicBezTo>
                  <a:pt x="3184305" y="75170"/>
                  <a:pt x="3186202" y="75902"/>
                  <a:pt x="3188782" y="75902"/>
                </a:cubicBezTo>
                <a:cubicBezTo>
                  <a:pt x="3190121" y="75902"/>
                  <a:pt x="3191486" y="75679"/>
                  <a:pt x="3192875" y="75233"/>
                </a:cubicBezTo>
                <a:lnTo>
                  <a:pt x="3193767" y="79846"/>
                </a:lnTo>
                <a:cubicBezTo>
                  <a:pt x="3192081" y="80441"/>
                  <a:pt x="3190146" y="80739"/>
                  <a:pt x="3187963" y="80739"/>
                </a:cubicBezTo>
                <a:cubicBezTo>
                  <a:pt x="3183994" y="80739"/>
                  <a:pt x="3180993" y="79635"/>
                  <a:pt x="3178959" y="77428"/>
                </a:cubicBezTo>
                <a:cubicBezTo>
                  <a:pt x="3176925" y="75220"/>
                  <a:pt x="3175908" y="71933"/>
                  <a:pt x="3175908" y="67568"/>
                </a:cubicBezTo>
                <a:lnTo>
                  <a:pt x="3175908" y="45020"/>
                </a:lnTo>
                <a:lnTo>
                  <a:pt x="3168988" y="45020"/>
                </a:lnTo>
                <a:lnTo>
                  <a:pt x="3168988" y="40481"/>
                </a:lnTo>
                <a:lnTo>
                  <a:pt x="3175908" y="40481"/>
                </a:lnTo>
                <a:close/>
                <a:moveTo>
                  <a:pt x="3004458" y="28575"/>
                </a:moveTo>
                <a:lnTo>
                  <a:pt x="3009816" y="28575"/>
                </a:lnTo>
                <a:lnTo>
                  <a:pt x="3009816" y="40481"/>
                </a:lnTo>
                <a:lnTo>
                  <a:pt x="3021797" y="40481"/>
                </a:lnTo>
                <a:lnTo>
                  <a:pt x="3021797" y="45020"/>
                </a:lnTo>
                <a:lnTo>
                  <a:pt x="3009816" y="45020"/>
                </a:lnTo>
                <a:lnTo>
                  <a:pt x="3009816" y="66824"/>
                </a:lnTo>
                <a:cubicBezTo>
                  <a:pt x="3009816" y="69949"/>
                  <a:pt x="3010423" y="72244"/>
                  <a:pt x="3011639" y="73707"/>
                </a:cubicBezTo>
                <a:cubicBezTo>
                  <a:pt x="3012855" y="75170"/>
                  <a:pt x="3014752" y="75902"/>
                  <a:pt x="3017331" y="75902"/>
                </a:cubicBezTo>
                <a:cubicBezTo>
                  <a:pt x="3018671" y="75902"/>
                  <a:pt x="3020036" y="75679"/>
                  <a:pt x="3021425" y="75233"/>
                </a:cubicBezTo>
                <a:lnTo>
                  <a:pt x="3022317" y="79846"/>
                </a:lnTo>
                <a:cubicBezTo>
                  <a:pt x="3020631" y="80441"/>
                  <a:pt x="3018696" y="80739"/>
                  <a:pt x="3016513" y="80739"/>
                </a:cubicBezTo>
                <a:cubicBezTo>
                  <a:pt x="3012544" y="80739"/>
                  <a:pt x="3009543" y="79635"/>
                  <a:pt x="3007509" y="77428"/>
                </a:cubicBezTo>
                <a:cubicBezTo>
                  <a:pt x="3005475" y="75220"/>
                  <a:pt x="3004458" y="71933"/>
                  <a:pt x="3004458" y="67568"/>
                </a:cubicBezTo>
                <a:lnTo>
                  <a:pt x="3004458" y="45020"/>
                </a:lnTo>
                <a:lnTo>
                  <a:pt x="2997538" y="45020"/>
                </a:lnTo>
                <a:lnTo>
                  <a:pt x="2997538" y="40481"/>
                </a:lnTo>
                <a:lnTo>
                  <a:pt x="3004458" y="40481"/>
                </a:lnTo>
                <a:close/>
                <a:moveTo>
                  <a:pt x="2709183" y="28575"/>
                </a:moveTo>
                <a:lnTo>
                  <a:pt x="2714541" y="28575"/>
                </a:lnTo>
                <a:lnTo>
                  <a:pt x="2714541" y="40481"/>
                </a:lnTo>
                <a:lnTo>
                  <a:pt x="2726522" y="40481"/>
                </a:lnTo>
                <a:lnTo>
                  <a:pt x="2726522" y="45020"/>
                </a:lnTo>
                <a:lnTo>
                  <a:pt x="2714541" y="45020"/>
                </a:lnTo>
                <a:lnTo>
                  <a:pt x="2714541" y="66824"/>
                </a:lnTo>
                <a:cubicBezTo>
                  <a:pt x="2714541" y="69949"/>
                  <a:pt x="2715148" y="72244"/>
                  <a:pt x="2716364" y="73707"/>
                </a:cubicBezTo>
                <a:cubicBezTo>
                  <a:pt x="2717580" y="75170"/>
                  <a:pt x="2719477" y="75902"/>
                  <a:pt x="2722057" y="75902"/>
                </a:cubicBezTo>
                <a:cubicBezTo>
                  <a:pt x="2723396" y="75902"/>
                  <a:pt x="2724761" y="75679"/>
                  <a:pt x="2726149" y="75233"/>
                </a:cubicBezTo>
                <a:lnTo>
                  <a:pt x="2727042" y="79846"/>
                </a:lnTo>
                <a:cubicBezTo>
                  <a:pt x="2725356" y="80441"/>
                  <a:pt x="2723421" y="80739"/>
                  <a:pt x="2721238" y="80739"/>
                </a:cubicBezTo>
                <a:cubicBezTo>
                  <a:pt x="2717269" y="80739"/>
                  <a:pt x="2714268" y="79635"/>
                  <a:pt x="2712234" y="77428"/>
                </a:cubicBezTo>
                <a:cubicBezTo>
                  <a:pt x="2710200" y="75220"/>
                  <a:pt x="2709183" y="71933"/>
                  <a:pt x="2709183" y="67568"/>
                </a:cubicBezTo>
                <a:lnTo>
                  <a:pt x="2709183" y="45020"/>
                </a:lnTo>
                <a:lnTo>
                  <a:pt x="2702263" y="45020"/>
                </a:lnTo>
                <a:lnTo>
                  <a:pt x="2702263" y="40481"/>
                </a:lnTo>
                <a:lnTo>
                  <a:pt x="2709183" y="40481"/>
                </a:lnTo>
                <a:close/>
                <a:moveTo>
                  <a:pt x="2156733" y="28575"/>
                </a:moveTo>
                <a:lnTo>
                  <a:pt x="2162091" y="28575"/>
                </a:lnTo>
                <a:lnTo>
                  <a:pt x="2162091" y="40481"/>
                </a:lnTo>
                <a:lnTo>
                  <a:pt x="2174072" y="40481"/>
                </a:lnTo>
                <a:lnTo>
                  <a:pt x="2174072" y="45020"/>
                </a:lnTo>
                <a:lnTo>
                  <a:pt x="2162091" y="45020"/>
                </a:lnTo>
                <a:lnTo>
                  <a:pt x="2162091" y="66824"/>
                </a:lnTo>
                <a:cubicBezTo>
                  <a:pt x="2162091" y="69949"/>
                  <a:pt x="2162699" y="72244"/>
                  <a:pt x="2163914" y="73707"/>
                </a:cubicBezTo>
                <a:cubicBezTo>
                  <a:pt x="2165130" y="75170"/>
                  <a:pt x="2167027" y="75902"/>
                  <a:pt x="2169607" y="75902"/>
                </a:cubicBezTo>
                <a:cubicBezTo>
                  <a:pt x="2170946" y="75902"/>
                  <a:pt x="2172310" y="75679"/>
                  <a:pt x="2173699" y="75233"/>
                </a:cubicBezTo>
                <a:lnTo>
                  <a:pt x="2174592" y="79846"/>
                </a:lnTo>
                <a:cubicBezTo>
                  <a:pt x="2172906" y="80441"/>
                  <a:pt x="2170971" y="80739"/>
                  <a:pt x="2168788" y="80739"/>
                </a:cubicBezTo>
                <a:cubicBezTo>
                  <a:pt x="2164820" y="80739"/>
                  <a:pt x="2161818" y="79635"/>
                  <a:pt x="2159784" y="77428"/>
                </a:cubicBezTo>
                <a:cubicBezTo>
                  <a:pt x="2157750" y="75220"/>
                  <a:pt x="2156733" y="71933"/>
                  <a:pt x="2156733" y="67568"/>
                </a:cubicBezTo>
                <a:lnTo>
                  <a:pt x="2156733" y="45020"/>
                </a:lnTo>
                <a:lnTo>
                  <a:pt x="2149812" y="45020"/>
                </a:lnTo>
                <a:lnTo>
                  <a:pt x="2149812" y="40481"/>
                </a:lnTo>
                <a:lnTo>
                  <a:pt x="2156733" y="40481"/>
                </a:lnTo>
                <a:close/>
                <a:moveTo>
                  <a:pt x="2004333" y="28575"/>
                </a:moveTo>
                <a:lnTo>
                  <a:pt x="2009691" y="28575"/>
                </a:lnTo>
                <a:lnTo>
                  <a:pt x="2009691" y="40481"/>
                </a:lnTo>
                <a:lnTo>
                  <a:pt x="2021672" y="40481"/>
                </a:lnTo>
                <a:lnTo>
                  <a:pt x="2021672" y="45020"/>
                </a:lnTo>
                <a:lnTo>
                  <a:pt x="2009691" y="45020"/>
                </a:lnTo>
                <a:lnTo>
                  <a:pt x="2009691" y="66824"/>
                </a:lnTo>
                <a:cubicBezTo>
                  <a:pt x="2009691" y="69949"/>
                  <a:pt x="2010299" y="72244"/>
                  <a:pt x="2011514" y="73707"/>
                </a:cubicBezTo>
                <a:cubicBezTo>
                  <a:pt x="2012729" y="75170"/>
                  <a:pt x="2014627" y="75902"/>
                  <a:pt x="2017207" y="75902"/>
                </a:cubicBezTo>
                <a:cubicBezTo>
                  <a:pt x="2018546" y="75902"/>
                  <a:pt x="2019910" y="75679"/>
                  <a:pt x="2021299" y="75233"/>
                </a:cubicBezTo>
                <a:lnTo>
                  <a:pt x="2022193" y="79846"/>
                </a:lnTo>
                <a:cubicBezTo>
                  <a:pt x="2020506" y="80441"/>
                  <a:pt x="2018571" y="80739"/>
                  <a:pt x="2016388" y="80739"/>
                </a:cubicBezTo>
                <a:cubicBezTo>
                  <a:pt x="2012419" y="80739"/>
                  <a:pt x="2009418" y="79635"/>
                  <a:pt x="2007384" y="77428"/>
                </a:cubicBezTo>
                <a:cubicBezTo>
                  <a:pt x="2005350" y="75220"/>
                  <a:pt x="2004333" y="71933"/>
                  <a:pt x="2004333" y="67568"/>
                </a:cubicBezTo>
                <a:lnTo>
                  <a:pt x="2004333" y="45020"/>
                </a:lnTo>
                <a:lnTo>
                  <a:pt x="1997412" y="45020"/>
                </a:lnTo>
                <a:lnTo>
                  <a:pt x="1997412" y="40481"/>
                </a:lnTo>
                <a:lnTo>
                  <a:pt x="2004333" y="40481"/>
                </a:lnTo>
                <a:close/>
                <a:moveTo>
                  <a:pt x="1509033" y="28575"/>
                </a:moveTo>
                <a:lnTo>
                  <a:pt x="1514391" y="28575"/>
                </a:lnTo>
                <a:lnTo>
                  <a:pt x="1514391" y="40481"/>
                </a:lnTo>
                <a:lnTo>
                  <a:pt x="1526371" y="40481"/>
                </a:lnTo>
                <a:lnTo>
                  <a:pt x="1526371" y="45020"/>
                </a:lnTo>
                <a:lnTo>
                  <a:pt x="1514391" y="45020"/>
                </a:lnTo>
                <a:lnTo>
                  <a:pt x="1514391" y="66824"/>
                </a:lnTo>
                <a:cubicBezTo>
                  <a:pt x="1514391" y="69949"/>
                  <a:pt x="1514999" y="72244"/>
                  <a:pt x="1516214" y="73707"/>
                </a:cubicBezTo>
                <a:cubicBezTo>
                  <a:pt x="1517430" y="75170"/>
                  <a:pt x="1519327" y="75902"/>
                  <a:pt x="1521907" y="75902"/>
                </a:cubicBezTo>
                <a:cubicBezTo>
                  <a:pt x="1523246" y="75902"/>
                  <a:pt x="1524610" y="75679"/>
                  <a:pt x="1526000" y="75233"/>
                </a:cubicBezTo>
                <a:lnTo>
                  <a:pt x="1526893" y="79846"/>
                </a:lnTo>
                <a:cubicBezTo>
                  <a:pt x="1525206" y="80441"/>
                  <a:pt x="1523271" y="80739"/>
                  <a:pt x="1521088" y="80739"/>
                </a:cubicBezTo>
                <a:cubicBezTo>
                  <a:pt x="1517120" y="80739"/>
                  <a:pt x="1514118" y="79635"/>
                  <a:pt x="1512084" y="77428"/>
                </a:cubicBezTo>
                <a:cubicBezTo>
                  <a:pt x="1510050" y="75220"/>
                  <a:pt x="1509033" y="71933"/>
                  <a:pt x="1509033" y="67568"/>
                </a:cubicBezTo>
                <a:lnTo>
                  <a:pt x="1509033" y="45020"/>
                </a:lnTo>
                <a:lnTo>
                  <a:pt x="1502113" y="45020"/>
                </a:lnTo>
                <a:lnTo>
                  <a:pt x="1502113" y="40481"/>
                </a:lnTo>
                <a:lnTo>
                  <a:pt x="1509033" y="40481"/>
                </a:lnTo>
                <a:close/>
                <a:moveTo>
                  <a:pt x="10870917" y="26342"/>
                </a:moveTo>
                <a:lnTo>
                  <a:pt x="10902022" y="26342"/>
                </a:lnTo>
                <a:lnTo>
                  <a:pt x="10902022" y="31328"/>
                </a:lnTo>
                <a:lnTo>
                  <a:pt x="10876423" y="31328"/>
                </a:lnTo>
                <a:lnTo>
                  <a:pt x="10876423" y="50155"/>
                </a:lnTo>
                <a:lnTo>
                  <a:pt x="10895622" y="50155"/>
                </a:lnTo>
                <a:lnTo>
                  <a:pt x="10895622" y="55215"/>
                </a:lnTo>
                <a:lnTo>
                  <a:pt x="10876423" y="55215"/>
                </a:lnTo>
                <a:lnTo>
                  <a:pt x="10876423" y="75233"/>
                </a:lnTo>
                <a:lnTo>
                  <a:pt x="10902915" y="75233"/>
                </a:lnTo>
                <a:lnTo>
                  <a:pt x="10902915" y="80218"/>
                </a:lnTo>
                <a:lnTo>
                  <a:pt x="10870917" y="80218"/>
                </a:lnTo>
                <a:close/>
                <a:moveTo>
                  <a:pt x="6341630" y="26342"/>
                </a:moveTo>
                <a:lnTo>
                  <a:pt x="6376010" y="26342"/>
                </a:lnTo>
                <a:lnTo>
                  <a:pt x="6376010" y="31403"/>
                </a:lnTo>
                <a:lnTo>
                  <a:pt x="6361573" y="31403"/>
                </a:lnTo>
                <a:lnTo>
                  <a:pt x="6361573" y="80218"/>
                </a:lnTo>
                <a:lnTo>
                  <a:pt x="6356067" y="80218"/>
                </a:lnTo>
                <a:lnTo>
                  <a:pt x="6356067" y="31403"/>
                </a:lnTo>
                <a:lnTo>
                  <a:pt x="6341630" y="31403"/>
                </a:lnTo>
                <a:close/>
                <a:moveTo>
                  <a:pt x="5936967" y="26342"/>
                </a:moveTo>
                <a:lnTo>
                  <a:pt x="5968072" y="26342"/>
                </a:lnTo>
                <a:lnTo>
                  <a:pt x="5968072" y="31328"/>
                </a:lnTo>
                <a:lnTo>
                  <a:pt x="5942473" y="31328"/>
                </a:lnTo>
                <a:lnTo>
                  <a:pt x="5942473" y="50155"/>
                </a:lnTo>
                <a:lnTo>
                  <a:pt x="5961672" y="50155"/>
                </a:lnTo>
                <a:lnTo>
                  <a:pt x="5961672" y="55215"/>
                </a:lnTo>
                <a:lnTo>
                  <a:pt x="5942473" y="55215"/>
                </a:lnTo>
                <a:lnTo>
                  <a:pt x="5942473" y="75233"/>
                </a:lnTo>
                <a:lnTo>
                  <a:pt x="5968965" y="75233"/>
                </a:lnTo>
                <a:lnTo>
                  <a:pt x="5968965" y="80218"/>
                </a:lnTo>
                <a:lnTo>
                  <a:pt x="5936967" y="80218"/>
                </a:lnTo>
                <a:close/>
                <a:moveTo>
                  <a:pt x="2984366" y="26342"/>
                </a:moveTo>
                <a:lnTo>
                  <a:pt x="2989873" y="26342"/>
                </a:lnTo>
                <a:lnTo>
                  <a:pt x="2989873" y="80218"/>
                </a:lnTo>
                <a:lnTo>
                  <a:pt x="2984366" y="80218"/>
                </a:lnTo>
                <a:close/>
                <a:moveTo>
                  <a:pt x="2574642" y="26342"/>
                </a:moveTo>
                <a:lnTo>
                  <a:pt x="2605748" y="26342"/>
                </a:lnTo>
                <a:lnTo>
                  <a:pt x="2605748" y="31328"/>
                </a:lnTo>
                <a:lnTo>
                  <a:pt x="2580149" y="31328"/>
                </a:lnTo>
                <a:lnTo>
                  <a:pt x="2580149" y="50155"/>
                </a:lnTo>
                <a:lnTo>
                  <a:pt x="2599347" y="50155"/>
                </a:lnTo>
                <a:lnTo>
                  <a:pt x="2599347" y="55215"/>
                </a:lnTo>
                <a:lnTo>
                  <a:pt x="2580149" y="55215"/>
                </a:lnTo>
                <a:lnTo>
                  <a:pt x="2580149" y="75233"/>
                </a:lnTo>
                <a:lnTo>
                  <a:pt x="2606640" y="75233"/>
                </a:lnTo>
                <a:lnTo>
                  <a:pt x="2606640" y="80218"/>
                </a:lnTo>
                <a:lnTo>
                  <a:pt x="2574642" y="80218"/>
                </a:lnTo>
                <a:close/>
                <a:moveTo>
                  <a:pt x="1236231" y="26342"/>
                </a:moveTo>
                <a:lnTo>
                  <a:pt x="1270610" y="26342"/>
                </a:lnTo>
                <a:lnTo>
                  <a:pt x="1270610" y="31403"/>
                </a:lnTo>
                <a:lnTo>
                  <a:pt x="1256174" y="31403"/>
                </a:lnTo>
                <a:lnTo>
                  <a:pt x="1256174" y="80218"/>
                </a:lnTo>
                <a:lnTo>
                  <a:pt x="1250667" y="80218"/>
                </a:lnTo>
                <a:lnTo>
                  <a:pt x="1250667" y="31403"/>
                </a:lnTo>
                <a:lnTo>
                  <a:pt x="1236231" y="31403"/>
                </a:lnTo>
                <a:close/>
                <a:moveTo>
                  <a:pt x="10551085" y="25449"/>
                </a:moveTo>
                <a:cubicBezTo>
                  <a:pt x="10553665" y="25449"/>
                  <a:pt x="10556307" y="25735"/>
                  <a:pt x="10559010" y="26305"/>
                </a:cubicBezTo>
                <a:cubicBezTo>
                  <a:pt x="10561713" y="26876"/>
                  <a:pt x="10564182" y="27682"/>
                  <a:pt x="10566414" y="28724"/>
                </a:cubicBezTo>
                <a:lnTo>
                  <a:pt x="10564479" y="33561"/>
                </a:lnTo>
                <a:cubicBezTo>
                  <a:pt x="10559419" y="31527"/>
                  <a:pt x="10554904" y="30510"/>
                  <a:pt x="10550936" y="30510"/>
                </a:cubicBezTo>
                <a:cubicBezTo>
                  <a:pt x="10547463" y="30510"/>
                  <a:pt x="10544747" y="31316"/>
                  <a:pt x="10542788" y="32928"/>
                </a:cubicBezTo>
                <a:cubicBezTo>
                  <a:pt x="10540829" y="34540"/>
                  <a:pt x="10539848" y="36736"/>
                  <a:pt x="10539848" y="39514"/>
                </a:cubicBezTo>
                <a:cubicBezTo>
                  <a:pt x="10539848" y="42044"/>
                  <a:pt x="10540555" y="44090"/>
                  <a:pt x="10541969" y="45653"/>
                </a:cubicBezTo>
                <a:cubicBezTo>
                  <a:pt x="10543383" y="47216"/>
                  <a:pt x="10545554" y="48394"/>
                  <a:pt x="10548480" y="49188"/>
                </a:cubicBezTo>
                <a:lnTo>
                  <a:pt x="10554582" y="50899"/>
                </a:lnTo>
                <a:cubicBezTo>
                  <a:pt x="10559146" y="52189"/>
                  <a:pt x="10562507" y="54024"/>
                  <a:pt x="10564666" y="56406"/>
                </a:cubicBezTo>
                <a:cubicBezTo>
                  <a:pt x="10566824" y="58787"/>
                  <a:pt x="10567903" y="61888"/>
                  <a:pt x="10567903" y="65708"/>
                </a:cubicBezTo>
                <a:cubicBezTo>
                  <a:pt x="10567903" y="68783"/>
                  <a:pt x="10567171" y="71487"/>
                  <a:pt x="10565707" y="73819"/>
                </a:cubicBezTo>
                <a:cubicBezTo>
                  <a:pt x="10564243" y="76150"/>
                  <a:pt x="10562173" y="77949"/>
                  <a:pt x="10559494" y="79214"/>
                </a:cubicBezTo>
                <a:cubicBezTo>
                  <a:pt x="10556815" y="80479"/>
                  <a:pt x="10553689" y="81111"/>
                  <a:pt x="10550118" y="81111"/>
                </a:cubicBezTo>
                <a:cubicBezTo>
                  <a:pt x="10547191" y="81111"/>
                  <a:pt x="10544276" y="80739"/>
                  <a:pt x="10541374" y="79995"/>
                </a:cubicBezTo>
                <a:cubicBezTo>
                  <a:pt x="10538472" y="79251"/>
                  <a:pt x="10535904" y="78209"/>
                  <a:pt x="10533672" y="76870"/>
                </a:cubicBezTo>
                <a:lnTo>
                  <a:pt x="10535681" y="72033"/>
                </a:lnTo>
                <a:cubicBezTo>
                  <a:pt x="10540295" y="74712"/>
                  <a:pt x="10545107" y="76051"/>
                  <a:pt x="10550118" y="76051"/>
                </a:cubicBezTo>
                <a:cubicBezTo>
                  <a:pt x="10553937" y="76051"/>
                  <a:pt x="10556914" y="75195"/>
                  <a:pt x="10559047" y="73484"/>
                </a:cubicBezTo>
                <a:cubicBezTo>
                  <a:pt x="10561181" y="71772"/>
                  <a:pt x="10562247" y="69428"/>
                  <a:pt x="10562247" y="66452"/>
                </a:cubicBezTo>
                <a:cubicBezTo>
                  <a:pt x="10562247" y="63922"/>
                  <a:pt x="10561540" y="61875"/>
                  <a:pt x="10560126" y="60312"/>
                </a:cubicBezTo>
                <a:cubicBezTo>
                  <a:pt x="10558712" y="58750"/>
                  <a:pt x="10556542" y="57572"/>
                  <a:pt x="10553615" y="56778"/>
                </a:cubicBezTo>
                <a:lnTo>
                  <a:pt x="10547513" y="55066"/>
                </a:lnTo>
                <a:cubicBezTo>
                  <a:pt x="10542949" y="53776"/>
                  <a:pt x="10539588" y="51941"/>
                  <a:pt x="10537430" y="49560"/>
                </a:cubicBezTo>
                <a:cubicBezTo>
                  <a:pt x="10535272" y="47178"/>
                  <a:pt x="10534193" y="44078"/>
                  <a:pt x="10534193" y="40258"/>
                </a:cubicBezTo>
                <a:cubicBezTo>
                  <a:pt x="10534193" y="35743"/>
                  <a:pt x="10535718" y="32147"/>
                  <a:pt x="10538769" y="29468"/>
                </a:cubicBezTo>
                <a:cubicBezTo>
                  <a:pt x="10541820" y="26789"/>
                  <a:pt x="10545926" y="25449"/>
                  <a:pt x="10551085" y="25449"/>
                </a:cubicBezTo>
                <a:close/>
                <a:moveTo>
                  <a:pt x="5617135" y="25449"/>
                </a:moveTo>
                <a:cubicBezTo>
                  <a:pt x="5619715" y="25449"/>
                  <a:pt x="5622356" y="25735"/>
                  <a:pt x="5625060" y="26305"/>
                </a:cubicBezTo>
                <a:cubicBezTo>
                  <a:pt x="5627764" y="26876"/>
                  <a:pt x="5630233" y="27682"/>
                  <a:pt x="5632464" y="28724"/>
                </a:cubicBezTo>
                <a:lnTo>
                  <a:pt x="5630530" y="33561"/>
                </a:lnTo>
                <a:cubicBezTo>
                  <a:pt x="5625470" y="31527"/>
                  <a:pt x="5620955" y="30510"/>
                  <a:pt x="5616987" y="30510"/>
                </a:cubicBezTo>
                <a:cubicBezTo>
                  <a:pt x="5613514" y="30510"/>
                  <a:pt x="5610798" y="31316"/>
                  <a:pt x="5608838" y="32928"/>
                </a:cubicBezTo>
                <a:cubicBezTo>
                  <a:pt x="5606878" y="34540"/>
                  <a:pt x="5605899" y="36736"/>
                  <a:pt x="5605899" y="39514"/>
                </a:cubicBezTo>
                <a:cubicBezTo>
                  <a:pt x="5605899" y="42044"/>
                  <a:pt x="5606606" y="44090"/>
                  <a:pt x="5608019" y="45653"/>
                </a:cubicBezTo>
                <a:cubicBezTo>
                  <a:pt x="5609433" y="47216"/>
                  <a:pt x="5611604" y="48394"/>
                  <a:pt x="5614531" y="49188"/>
                </a:cubicBezTo>
                <a:lnTo>
                  <a:pt x="5620633" y="50899"/>
                </a:lnTo>
                <a:cubicBezTo>
                  <a:pt x="5625197" y="52189"/>
                  <a:pt x="5628558" y="54024"/>
                  <a:pt x="5630716" y="56406"/>
                </a:cubicBezTo>
                <a:cubicBezTo>
                  <a:pt x="5632874" y="58787"/>
                  <a:pt x="5633953" y="61888"/>
                  <a:pt x="5633953" y="65708"/>
                </a:cubicBezTo>
                <a:cubicBezTo>
                  <a:pt x="5633953" y="68783"/>
                  <a:pt x="5633221" y="71487"/>
                  <a:pt x="5631758" y="73819"/>
                </a:cubicBezTo>
                <a:cubicBezTo>
                  <a:pt x="5630295" y="76150"/>
                  <a:pt x="5628223" y="77949"/>
                  <a:pt x="5625544" y="79214"/>
                </a:cubicBezTo>
                <a:cubicBezTo>
                  <a:pt x="5622865" y="80479"/>
                  <a:pt x="5619740" y="81111"/>
                  <a:pt x="5616168" y="81111"/>
                </a:cubicBezTo>
                <a:cubicBezTo>
                  <a:pt x="5613241" y="81111"/>
                  <a:pt x="5610326" y="80739"/>
                  <a:pt x="5607424" y="79995"/>
                </a:cubicBezTo>
                <a:cubicBezTo>
                  <a:pt x="5604522" y="79251"/>
                  <a:pt x="5601955" y="78209"/>
                  <a:pt x="5599722" y="76870"/>
                </a:cubicBezTo>
                <a:lnTo>
                  <a:pt x="5601731" y="72033"/>
                </a:lnTo>
                <a:cubicBezTo>
                  <a:pt x="5606345" y="74712"/>
                  <a:pt x="5611158" y="76051"/>
                  <a:pt x="5616168" y="76051"/>
                </a:cubicBezTo>
                <a:cubicBezTo>
                  <a:pt x="5619988" y="76051"/>
                  <a:pt x="5622964" y="75195"/>
                  <a:pt x="5625098" y="73484"/>
                </a:cubicBezTo>
                <a:cubicBezTo>
                  <a:pt x="5627231" y="71772"/>
                  <a:pt x="5628297" y="69428"/>
                  <a:pt x="5628297" y="66452"/>
                </a:cubicBezTo>
                <a:cubicBezTo>
                  <a:pt x="5628297" y="63922"/>
                  <a:pt x="5627590" y="61875"/>
                  <a:pt x="5626177" y="60312"/>
                </a:cubicBezTo>
                <a:cubicBezTo>
                  <a:pt x="5624763" y="58750"/>
                  <a:pt x="5622593" y="57572"/>
                  <a:pt x="5619665" y="56778"/>
                </a:cubicBezTo>
                <a:lnTo>
                  <a:pt x="5613563" y="55066"/>
                </a:lnTo>
                <a:cubicBezTo>
                  <a:pt x="5609000" y="53776"/>
                  <a:pt x="5605638" y="51941"/>
                  <a:pt x="5603480" y="49560"/>
                </a:cubicBezTo>
                <a:cubicBezTo>
                  <a:pt x="5601322" y="47178"/>
                  <a:pt x="5600243" y="44078"/>
                  <a:pt x="5600243" y="40258"/>
                </a:cubicBezTo>
                <a:cubicBezTo>
                  <a:pt x="5600243" y="35743"/>
                  <a:pt x="5601769" y="32147"/>
                  <a:pt x="5604820" y="29468"/>
                </a:cubicBezTo>
                <a:cubicBezTo>
                  <a:pt x="5607871" y="26789"/>
                  <a:pt x="5611976" y="25449"/>
                  <a:pt x="5617135" y="25449"/>
                </a:cubicBezTo>
                <a:close/>
                <a:moveTo>
                  <a:pt x="2254811" y="25449"/>
                </a:moveTo>
                <a:cubicBezTo>
                  <a:pt x="2257391" y="25449"/>
                  <a:pt x="2260032" y="25735"/>
                  <a:pt x="2262736" y="26305"/>
                </a:cubicBezTo>
                <a:cubicBezTo>
                  <a:pt x="2265439" y="26876"/>
                  <a:pt x="2267908" y="27682"/>
                  <a:pt x="2270140" y="28724"/>
                </a:cubicBezTo>
                <a:lnTo>
                  <a:pt x="2268205" y="33561"/>
                </a:lnTo>
                <a:cubicBezTo>
                  <a:pt x="2263145" y="31527"/>
                  <a:pt x="2258631" y="30510"/>
                  <a:pt x="2254662" y="30510"/>
                </a:cubicBezTo>
                <a:cubicBezTo>
                  <a:pt x="2251189" y="30510"/>
                  <a:pt x="2248474" y="31316"/>
                  <a:pt x="2246514" y="32928"/>
                </a:cubicBezTo>
                <a:cubicBezTo>
                  <a:pt x="2244554" y="34540"/>
                  <a:pt x="2243575" y="36736"/>
                  <a:pt x="2243575" y="39514"/>
                </a:cubicBezTo>
                <a:cubicBezTo>
                  <a:pt x="2243575" y="42044"/>
                  <a:pt x="2244281" y="44090"/>
                  <a:pt x="2245695" y="45653"/>
                </a:cubicBezTo>
                <a:cubicBezTo>
                  <a:pt x="2247109" y="47216"/>
                  <a:pt x="2249279" y="48394"/>
                  <a:pt x="2252207" y="49188"/>
                </a:cubicBezTo>
                <a:lnTo>
                  <a:pt x="2258308" y="50899"/>
                </a:lnTo>
                <a:cubicBezTo>
                  <a:pt x="2262872" y="52189"/>
                  <a:pt x="2266233" y="54024"/>
                  <a:pt x="2268391" y="56406"/>
                </a:cubicBezTo>
                <a:cubicBezTo>
                  <a:pt x="2270549" y="58787"/>
                  <a:pt x="2271628" y="61888"/>
                  <a:pt x="2271628" y="65708"/>
                </a:cubicBezTo>
                <a:cubicBezTo>
                  <a:pt x="2271628" y="68783"/>
                  <a:pt x="2270896" y="71487"/>
                  <a:pt x="2269433" y="73819"/>
                </a:cubicBezTo>
                <a:cubicBezTo>
                  <a:pt x="2267969" y="76150"/>
                  <a:pt x="2265899" y="77949"/>
                  <a:pt x="2263219" y="79214"/>
                </a:cubicBezTo>
                <a:cubicBezTo>
                  <a:pt x="2260540" y="80479"/>
                  <a:pt x="2257416" y="81111"/>
                  <a:pt x="2253843" y="81111"/>
                </a:cubicBezTo>
                <a:cubicBezTo>
                  <a:pt x="2250916" y="81111"/>
                  <a:pt x="2248002" y="80739"/>
                  <a:pt x="2245100" y="79995"/>
                </a:cubicBezTo>
                <a:cubicBezTo>
                  <a:pt x="2242198" y="79251"/>
                  <a:pt x="2239630" y="78209"/>
                  <a:pt x="2237398" y="76870"/>
                </a:cubicBezTo>
                <a:lnTo>
                  <a:pt x="2239407" y="72033"/>
                </a:lnTo>
                <a:cubicBezTo>
                  <a:pt x="2244021" y="74712"/>
                  <a:pt x="2248833" y="76051"/>
                  <a:pt x="2253843" y="76051"/>
                </a:cubicBezTo>
                <a:cubicBezTo>
                  <a:pt x="2257663" y="76051"/>
                  <a:pt x="2260640" y="75195"/>
                  <a:pt x="2262773" y="73484"/>
                </a:cubicBezTo>
                <a:cubicBezTo>
                  <a:pt x="2264906" y="71772"/>
                  <a:pt x="2265973" y="69428"/>
                  <a:pt x="2265973" y="66452"/>
                </a:cubicBezTo>
                <a:cubicBezTo>
                  <a:pt x="2265973" y="63922"/>
                  <a:pt x="2265266" y="61875"/>
                  <a:pt x="2263852" y="60312"/>
                </a:cubicBezTo>
                <a:cubicBezTo>
                  <a:pt x="2262438" y="58750"/>
                  <a:pt x="2260268" y="57572"/>
                  <a:pt x="2257341" y="56778"/>
                </a:cubicBezTo>
                <a:lnTo>
                  <a:pt x="2251239" y="55066"/>
                </a:lnTo>
                <a:cubicBezTo>
                  <a:pt x="2246675" y="53776"/>
                  <a:pt x="2243314" y="51941"/>
                  <a:pt x="2241156" y="49560"/>
                </a:cubicBezTo>
                <a:cubicBezTo>
                  <a:pt x="2238998" y="47178"/>
                  <a:pt x="2237919" y="44078"/>
                  <a:pt x="2237919" y="40258"/>
                </a:cubicBezTo>
                <a:cubicBezTo>
                  <a:pt x="2237919" y="35743"/>
                  <a:pt x="2239444" y="32147"/>
                  <a:pt x="2242495" y="29468"/>
                </a:cubicBezTo>
                <a:cubicBezTo>
                  <a:pt x="2245546" y="26789"/>
                  <a:pt x="2249651" y="25449"/>
                  <a:pt x="2254811" y="25449"/>
                </a:cubicBezTo>
                <a:close/>
                <a:moveTo>
                  <a:pt x="11149672" y="25375"/>
                </a:moveTo>
                <a:cubicBezTo>
                  <a:pt x="11150912" y="25375"/>
                  <a:pt x="11151867" y="25722"/>
                  <a:pt x="11152537" y="26417"/>
                </a:cubicBezTo>
                <a:cubicBezTo>
                  <a:pt x="11153206" y="27111"/>
                  <a:pt x="11153541" y="28079"/>
                  <a:pt x="11153541" y="29319"/>
                </a:cubicBezTo>
                <a:cubicBezTo>
                  <a:pt x="11153541" y="30609"/>
                  <a:pt x="11153206" y="31601"/>
                  <a:pt x="11152537" y="32296"/>
                </a:cubicBezTo>
                <a:cubicBezTo>
                  <a:pt x="11151867" y="32990"/>
                  <a:pt x="11150912" y="33337"/>
                  <a:pt x="11149672" y="33337"/>
                </a:cubicBezTo>
                <a:cubicBezTo>
                  <a:pt x="11148431" y="33337"/>
                  <a:pt x="11147476" y="32990"/>
                  <a:pt x="11146807" y="32296"/>
                </a:cubicBezTo>
                <a:cubicBezTo>
                  <a:pt x="11146137" y="31601"/>
                  <a:pt x="11145802" y="30634"/>
                  <a:pt x="11145802" y="29393"/>
                </a:cubicBezTo>
                <a:cubicBezTo>
                  <a:pt x="11145802" y="28104"/>
                  <a:pt x="11146137" y="27111"/>
                  <a:pt x="11146807" y="26417"/>
                </a:cubicBezTo>
                <a:cubicBezTo>
                  <a:pt x="11147476" y="25722"/>
                  <a:pt x="11148431" y="25375"/>
                  <a:pt x="11149672" y="25375"/>
                </a:cubicBezTo>
                <a:close/>
                <a:moveTo>
                  <a:pt x="9530422" y="25375"/>
                </a:moveTo>
                <a:cubicBezTo>
                  <a:pt x="9531662" y="25375"/>
                  <a:pt x="9532617" y="25722"/>
                  <a:pt x="9533287" y="26417"/>
                </a:cubicBezTo>
                <a:cubicBezTo>
                  <a:pt x="9533956" y="27111"/>
                  <a:pt x="9534291" y="28079"/>
                  <a:pt x="9534291" y="29319"/>
                </a:cubicBezTo>
                <a:cubicBezTo>
                  <a:pt x="9534291" y="30609"/>
                  <a:pt x="9533956" y="31601"/>
                  <a:pt x="9533287" y="32296"/>
                </a:cubicBezTo>
                <a:cubicBezTo>
                  <a:pt x="9532617" y="32990"/>
                  <a:pt x="9531662" y="33337"/>
                  <a:pt x="9530422" y="33337"/>
                </a:cubicBezTo>
                <a:cubicBezTo>
                  <a:pt x="9529181" y="33337"/>
                  <a:pt x="9528226" y="32990"/>
                  <a:pt x="9527557" y="32296"/>
                </a:cubicBezTo>
                <a:cubicBezTo>
                  <a:pt x="9526887" y="31601"/>
                  <a:pt x="9526552" y="30634"/>
                  <a:pt x="9526552" y="29393"/>
                </a:cubicBezTo>
                <a:cubicBezTo>
                  <a:pt x="9526552" y="28104"/>
                  <a:pt x="9526887" y="27111"/>
                  <a:pt x="9527557" y="26417"/>
                </a:cubicBezTo>
                <a:cubicBezTo>
                  <a:pt x="9528226" y="25722"/>
                  <a:pt x="9529181" y="25375"/>
                  <a:pt x="9530422" y="25375"/>
                </a:cubicBezTo>
                <a:close/>
                <a:moveTo>
                  <a:pt x="9216097" y="25375"/>
                </a:moveTo>
                <a:cubicBezTo>
                  <a:pt x="9217337" y="25375"/>
                  <a:pt x="9218292" y="25722"/>
                  <a:pt x="9218962" y="26417"/>
                </a:cubicBezTo>
                <a:cubicBezTo>
                  <a:pt x="9219631" y="27111"/>
                  <a:pt x="9219966" y="28079"/>
                  <a:pt x="9219966" y="29319"/>
                </a:cubicBezTo>
                <a:cubicBezTo>
                  <a:pt x="9219966" y="30609"/>
                  <a:pt x="9219631" y="31601"/>
                  <a:pt x="9218962" y="32296"/>
                </a:cubicBezTo>
                <a:cubicBezTo>
                  <a:pt x="9218292" y="32990"/>
                  <a:pt x="9217337" y="33337"/>
                  <a:pt x="9216097" y="33337"/>
                </a:cubicBezTo>
                <a:cubicBezTo>
                  <a:pt x="9214856" y="33337"/>
                  <a:pt x="9213901" y="32990"/>
                  <a:pt x="9213232" y="32296"/>
                </a:cubicBezTo>
                <a:cubicBezTo>
                  <a:pt x="9212562" y="31601"/>
                  <a:pt x="9212227" y="30634"/>
                  <a:pt x="9212227" y="29393"/>
                </a:cubicBezTo>
                <a:cubicBezTo>
                  <a:pt x="9212227" y="28104"/>
                  <a:pt x="9212562" y="27111"/>
                  <a:pt x="9213232" y="26417"/>
                </a:cubicBezTo>
                <a:cubicBezTo>
                  <a:pt x="9213901" y="25722"/>
                  <a:pt x="9214856" y="25375"/>
                  <a:pt x="9216097" y="25375"/>
                </a:cubicBezTo>
                <a:close/>
                <a:moveTo>
                  <a:pt x="8825572" y="25375"/>
                </a:moveTo>
                <a:cubicBezTo>
                  <a:pt x="8826812" y="25375"/>
                  <a:pt x="8827767" y="25722"/>
                  <a:pt x="8828437" y="26417"/>
                </a:cubicBezTo>
                <a:cubicBezTo>
                  <a:pt x="8829106" y="27111"/>
                  <a:pt x="8829441" y="28079"/>
                  <a:pt x="8829441" y="29319"/>
                </a:cubicBezTo>
                <a:cubicBezTo>
                  <a:pt x="8829441" y="30609"/>
                  <a:pt x="8829106" y="31601"/>
                  <a:pt x="8828437" y="32296"/>
                </a:cubicBezTo>
                <a:cubicBezTo>
                  <a:pt x="8827767" y="32990"/>
                  <a:pt x="8826812" y="33337"/>
                  <a:pt x="8825572" y="33337"/>
                </a:cubicBezTo>
                <a:cubicBezTo>
                  <a:pt x="8824331" y="33337"/>
                  <a:pt x="8823376" y="32990"/>
                  <a:pt x="8822707" y="32296"/>
                </a:cubicBezTo>
                <a:cubicBezTo>
                  <a:pt x="8822037" y="31601"/>
                  <a:pt x="8821702" y="30634"/>
                  <a:pt x="8821702" y="29393"/>
                </a:cubicBezTo>
                <a:cubicBezTo>
                  <a:pt x="8821702" y="28104"/>
                  <a:pt x="8822037" y="27111"/>
                  <a:pt x="8822707" y="26417"/>
                </a:cubicBezTo>
                <a:cubicBezTo>
                  <a:pt x="8823376" y="25722"/>
                  <a:pt x="8824331" y="25375"/>
                  <a:pt x="8825572" y="25375"/>
                </a:cubicBezTo>
                <a:close/>
                <a:moveTo>
                  <a:pt x="8654122" y="25375"/>
                </a:moveTo>
                <a:cubicBezTo>
                  <a:pt x="8655362" y="25375"/>
                  <a:pt x="8656317" y="25722"/>
                  <a:pt x="8656987" y="26417"/>
                </a:cubicBezTo>
                <a:cubicBezTo>
                  <a:pt x="8657656" y="27111"/>
                  <a:pt x="8657991" y="28079"/>
                  <a:pt x="8657991" y="29319"/>
                </a:cubicBezTo>
                <a:cubicBezTo>
                  <a:pt x="8657991" y="30609"/>
                  <a:pt x="8657656" y="31601"/>
                  <a:pt x="8656987" y="32296"/>
                </a:cubicBezTo>
                <a:cubicBezTo>
                  <a:pt x="8656317" y="32990"/>
                  <a:pt x="8655362" y="33337"/>
                  <a:pt x="8654122" y="33337"/>
                </a:cubicBezTo>
                <a:cubicBezTo>
                  <a:pt x="8652881" y="33337"/>
                  <a:pt x="8651926" y="32990"/>
                  <a:pt x="8651257" y="32296"/>
                </a:cubicBezTo>
                <a:cubicBezTo>
                  <a:pt x="8650587" y="31601"/>
                  <a:pt x="8650252" y="30634"/>
                  <a:pt x="8650252" y="29393"/>
                </a:cubicBezTo>
                <a:cubicBezTo>
                  <a:pt x="8650252" y="28104"/>
                  <a:pt x="8650587" y="27111"/>
                  <a:pt x="8651257" y="26417"/>
                </a:cubicBezTo>
                <a:cubicBezTo>
                  <a:pt x="8651926" y="25722"/>
                  <a:pt x="8652881" y="25375"/>
                  <a:pt x="8654122" y="25375"/>
                </a:cubicBezTo>
                <a:close/>
                <a:moveTo>
                  <a:pt x="8101671" y="25375"/>
                </a:moveTo>
                <a:cubicBezTo>
                  <a:pt x="8102913" y="25375"/>
                  <a:pt x="8103867" y="25722"/>
                  <a:pt x="8104537" y="26417"/>
                </a:cubicBezTo>
                <a:cubicBezTo>
                  <a:pt x="8105207" y="27111"/>
                  <a:pt x="8105541" y="28079"/>
                  <a:pt x="8105541" y="29319"/>
                </a:cubicBezTo>
                <a:cubicBezTo>
                  <a:pt x="8105541" y="30609"/>
                  <a:pt x="8105207" y="31601"/>
                  <a:pt x="8104537" y="32296"/>
                </a:cubicBezTo>
                <a:cubicBezTo>
                  <a:pt x="8103867" y="32990"/>
                  <a:pt x="8102913" y="33337"/>
                  <a:pt x="8101671" y="33337"/>
                </a:cubicBezTo>
                <a:cubicBezTo>
                  <a:pt x="8100431" y="33337"/>
                  <a:pt x="8099477" y="32990"/>
                  <a:pt x="8098807" y="32296"/>
                </a:cubicBezTo>
                <a:cubicBezTo>
                  <a:pt x="8098137" y="31601"/>
                  <a:pt x="8097802" y="30634"/>
                  <a:pt x="8097802" y="29393"/>
                </a:cubicBezTo>
                <a:cubicBezTo>
                  <a:pt x="8097802" y="28104"/>
                  <a:pt x="8098137" y="27111"/>
                  <a:pt x="8098807" y="26417"/>
                </a:cubicBezTo>
                <a:cubicBezTo>
                  <a:pt x="8099477" y="25722"/>
                  <a:pt x="8100431" y="25375"/>
                  <a:pt x="8101671" y="25375"/>
                </a:cubicBezTo>
                <a:close/>
                <a:moveTo>
                  <a:pt x="7920697" y="25375"/>
                </a:moveTo>
                <a:cubicBezTo>
                  <a:pt x="7921938" y="25375"/>
                  <a:pt x="7922892" y="25722"/>
                  <a:pt x="7923562" y="26417"/>
                </a:cubicBezTo>
                <a:cubicBezTo>
                  <a:pt x="7924232" y="27111"/>
                  <a:pt x="7924566" y="28079"/>
                  <a:pt x="7924566" y="29319"/>
                </a:cubicBezTo>
                <a:cubicBezTo>
                  <a:pt x="7924566" y="30609"/>
                  <a:pt x="7924232" y="31601"/>
                  <a:pt x="7923562" y="32296"/>
                </a:cubicBezTo>
                <a:cubicBezTo>
                  <a:pt x="7922892" y="32990"/>
                  <a:pt x="7921938" y="33337"/>
                  <a:pt x="7920697" y="33337"/>
                </a:cubicBezTo>
                <a:cubicBezTo>
                  <a:pt x="7919456" y="33337"/>
                  <a:pt x="7918502" y="32990"/>
                  <a:pt x="7917832" y="32296"/>
                </a:cubicBezTo>
                <a:cubicBezTo>
                  <a:pt x="7917162" y="31601"/>
                  <a:pt x="7916827" y="30634"/>
                  <a:pt x="7916827" y="29393"/>
                </a:cubicBezTo>
                <a:cubicBezTo>
                  <a:pt x="7916827" y="28104"/>
                  <a:pt x="7917162" y="27111"/>
                  <a:pt x="7917832" y="26417"/>
                </a:cubicBezTo>
                <a:cubicBezTo>
                  <a:pt x="7918502" y="25722"/>
                  <a:pt x="7919456" y="25375"/>
                  <a:pt x="7920697" y="25375"/>
                </a:cubicBezTo>
                <a:close/>
                <a:moveTo>
                  <a:pt x="6701497" y="25375"/>
                </a:moveTo>
                <a:cubicBezTo>
                  <a:pt x="6702738" y="25375"/>
                  <a:pt x="6703692" y="25722"/>
                  <a:pt x="6704362" y="26417"/>
                </a:cubicBezTo>
                <a:cubicBezTo>
                  <a:pt x="6705032" y="27111"/>
                  <a:pt x="6705366" y="28079"/>
                  <a:pt x="6705366" y="29319"/>
                </a:cubicBezTo>
                <a:cubicBezTo>
                  <a:pt x="6705366" y="30609"/>
                  <a:pt x="6705032" y="31601"/>
                  <a:pt x="6704362" y="32296"/>
                </a:cubicBezTo>
                <a:cubicBezTo>
                  <a:pt x="6703692" y="32990"/>
                  <a:pt x="6702738" y="33337"/>
                  <a:pt x="6701497" y="33337"/>
                </a:cubicBezTo>
                <a:cubicBezTo>
                  <a:pt x="6700257" y="33337"/>
                  <a:pt x="6699302" y="32990"/>
                  <a:pt x="6698632" y="32296"/>
                </a:cubicBezTo>
                <a:cubicBezTo>
                  <a:pt x="6697962" y="31601"/>
                  <a:pt x="6697627" y="30634"/>
                  <a:pt x="6697627" y="29393"/>
                </a:cubicBezTo>
                <a:cubicBezTo>
                  <a:pt x="6697627" y="28104"/>
                  <a:pt x="6697962" y="27111"/>
                  <a:pt x="6698632" y="26417"/>
                </a:cubicBezTo>
                <a:cubicBezTo>
                  <a:pt x="6699302" y="25722"/>
                  <a:pt x="6700257" y="25375"/>
                  <a:pt x="6701497" y="25375"/>
                </a:cubicBezTo>
                <a:close/>
                <a:moveTo>
                  <a:pt x="6434797" y="25375"/>
                </a:moveTo>
                <a:cubicBezTo>
                  <a:pt x="6436038" y="25375"/>
                  <a:pt x="6436992" y="25722"/>
                  <a:pt x="6437662" y="26417"/>
                </a:cubicBezTo>
                <a:cubicBezTo>
                  <a:pt x="6438332" y="27111"/>
                  <a:pt x="6438666" y="28079"/>
                  <a:pt x="6438666" y="29319"/>
                </a:cubicBezTo>
                <a:cubicBezTo>
                  <a:pt x="6438666" y="30609"/>
                  <a:pt x="6438332" y="31601"/>
                  <a:pt x="6437662" y="32296"/>
                </a:cubicBezTo>
                <a:cubicBezTo>
                  <a:pt x="6436992" y="32990"/>
                  <a:pt x="6436038" y="33337"/>
                  <a:pt x="6434797" y="33337"/>
                </a:cubicBezTo>
                <a:cubicBezTo>
                  <a:pt x="6433557" y="33337"/>
                  <a:pt x="6432602" y="32990"/>
                  <a:pt x="6431932" y="32296"/>
                </a:cubicBezTo>
                <a:cubicBezTo>
                  <a:pt x="6431262" y="31601"/>
                  <a:pt x="6430927" y="30634"/>
                  <a:pt x="6430927" y="29393"/>
                </a:cubicBezTo>
                <a:cubicBezTo>
                  <a:pt x="6430927" y="28104"/>
                  <a:pt x="6431262" y="27111"/>
                  <a:pt x="6431932" y="26417"/>
                </a:cubicBezTo>
                <a:cubicBezTo>
                  <a:pt x="6432602" y="25722"/>
                  <a:pt x="6433557" y="25375"/>
                  <a:pt x="6434797" y="25375"/>
                </a:cubicBezTo>
                <a:close/>
                <a:moveTo>
                  <a:pt x="6215722" y="25375"/>
                </a:moveTo>
                <a:cubicBezTo>
                  <a:pt x="6216963" y="25375"/>
                  <a:pt x="6217917" y="25722"/>
                  <a:pt x="6218587" y="26417"/>
                </a:cubicBezTo>
                <a:cubicBezTo>
                  <a:pt x="6219257" y="27111"/>
                  <a:pt x="6219591" y="28079"/>
                  <a:pt x="6219591" y="29319"/>
                </a:cubicBezTo>
                <a:cubicBezTo>
                  <a:pt x="6219591" y="30609"/>
                  <a:pt x="6219257" y="31601"/>
                  <a:pt x="6218587" y="32296"/>
                </a:cubicBezTo>
                <a:cubicBezTo>
                  <a:pt x="6217917" y="32990"/>
                  <a:pt x="6216963" y="33337"/>
                  <a:pt x="6215722" y="33337"/>
                </a:cubicBezTo>
                <a:cubicBezTo>
                  <a:pt x="6214482" y="33337"/>
                  <a:pt x="6213527" y="32990"/>
                  <a:pt x="6212857" y="32296"/>
                </a:cubicBezTo>
                <a:cubicBezTo>
                  <a:pt x="6212187" y="31601"/>
                  <a:pt x="6211852" y="30634"/>
                  <a:pt x="6211852" y="29393"/>
                </a:cubicBezTo>
                <a:cubicBezTo>
                  <a:pt x="6211852" y="28104"/>
                  <a:pt x="6212187" y="27111"/>
                  <a:pt x="6212857" y="26417"/>
                </a:cubicBezTo>
                <a:cubicBezTo>
                  <a:pt x="6213527" y="25722"/>
                  <a:pt x="6214482" y="25375"/>
                  <a:pt x="6215722" y="25375"/>
                </a:cubicBezTo>
                <a:close/>
                <a:moveTo>
                  <a:pt x="5025097" y="25375"/>
                </a:moveTo>
                <a:cubicBezTo>
                  <a:pt x="5026338" y="25375"/>
                  <a:pt x="5027292" y="25722"/>
                  <a:pt x="5027962" y="26417"/>
                </a:cubicBezTo>
                <a:cubicBezTo>
                  <a:pt x="5028632" y="27111"/>
                  <a:pt x="5028966" y="28079"/>
                  <a:pt x="5028966" y="29319"/>
                </a:cubicBezTo>
                <a:cubicBezTo>
                  <a:pt x="5028966" y="30609"/>
                  <a:pt x="5028632" y="31601"/>
                  <a:pt x="5027962" y="32296"/>
                </a:cubicBezTo>
                <a:cubicBezTo>
                  <a:pt x="5027292" y="32990"/>
                  <a:pt x="5026338" y="33337"/>
                  <a:pt x="5025097" y="33337"/>
                </a:cubicBezTo>
                <a:cubicBezTo>
                  <a:pt x="5023856" y="33337"/>
                  <a:pt x="5022902" y="32990"/>
                  <a:pt x="5022232" y="32296"/>
                </a:cubicBezTo>
                <a:cubicBezTo>
                  <a:pt x="5021562" y="31601"/>
                  <a:pt x="5021227" y="30634"/>
                  <a:pt x="5021227" y="29393"/>
                </a:cubicBezTo>
                <a:cubicBezTo>
                  <a:pt x="5021227" y="28104"/>
                  <a:pt x="5021562" y="27111"/>
                  <a:pt x="5022232" y="26417"/>
                </a:cubicBezTo>
                <a:cubicBezTo>
                  <a:pt x="5022902" y="25722"/>
                  <a:pt x="5023856" y="25375"/>
                  <a:pt x="5025097" y="25375"/>
                </a:cubicBezTo>
                <a:close/>
                <a:moveTo>
                  <a:pt x="4910797" y="25375"/>
                </a:moveTo>
                <a:cubicBezTo>
                  <a:pt x="4912038" y="25375"/>
                  <a:pt x="4912993" y="25722"/>
                  <a:pt x="4913662" y="26417"/>
                </a:cubicBezTo>
                <a:cubicBezTo>
                  <a:pt x="4914332" y="27111"/>
                  <a:pt x="4914666" y="28079"/>
                  <a:pt x="4914666" y="29319"/>
                </a:cubicBezTo>
                <a:cubicBezTo>
                  <a:pt x="4914666" y="30609"/>
                  <a:pt x="4914332" y="31601"/>
                  <a:pt x="4913662" y="32296"/>
                </a:cubicBezTo>
                <a:cubicBezTo>
                  <a:pt x="4912993" y="32990"/>
                  <a:pt x="4912038" y="33337"/>
                  <a:pt x="4910797" y="33337"/>
                </a:cubicBezTo>
                <a:cubicBezTo>
                  <a:pt x="4909557" y="33337"/>
                  <a:pt x="4908602" y="32990"/>
                  <a:pt x="4907932" y="32296"/>
                </a:cubicBezTo>
                <a:cubicBezTo>
                  <a:pt x="4907262" y="31601"/>
                  <a:pt x="4906927" y="30634"/>
                  <a:pt x="4906927" y="29393"/>
                </a:cubicBezTo>
                <a:cubicBezTo>
                  <a:pt x="4906927" y="28104"/>
                  <a:pt x="4907262" y="27111"/>
                  <a:pt x="4907932" y="26417"/>
                </a:cubicBezTo>
                <a:cubicBezTo>
                  <a:pt x="4908602" y="25722"/>
                  <a:pt x="4909557" y="25375"/>
                  <a:pt x="4910797" y="25375"/>
                </a:cubicBezTo>
                <a:close/>
                <a:moveTo>
                  <a:pt x="4682197" y="25375"/>
                </a:moveTo>
                <a:cubicBezTo>
                  <a:pt x="4683437" y="25375"/>
                  <a:pt x="4684392" y="25722"/>
                  <a:pt x="4685062" y="26417"/>
                </a:cubicBezTo>
                <a:cubicBezTo>
                  <a:pt x="4685732" y="27111"/>
                  <a:pt x="4686066" y="28079"/>
                  <a:pt x="4686066" y="29319"/>
                </a:cubicBezTo>
                <a:cubicBezTo>
                  <a:pt x="4686066" y="30609"/>
                  <a:pt x="4685732" y="31601"/>
                  <a:pt x="4685062" y="32296"/>
                </a:cubicBezTo>
                <a:cubicBezTo>
                  <a:pt x="4684392" y="32990"/>
                  <a:pt x="4683437" y="33337"/>
                  <a:pt x="4682197" y="33337"/>
                </a:cubicBezTo>
                <a:cubicBezTo>
                  <a:pt x="4680957" y="33337"/>
                  <a:pt x="4680002" y="32990"/>
                  <a:pt x="4679332" y="32296"/>
                </a:cubicBezTo>
                <a:cubicBezTo>
                  <a:pt x="4678662" y="31601"/>
                  <a:pt x="4678327" y="30634"/>
                  <a:pt x="4678327" y="29393"/>
                </a:cubicBezTo>
                <a:cubicBezTo>
                  <a:pt x="4678327" y="28104"/>
                  <a:pt x="4678662" y="27111"/>
                  <a:pt x="4679332" y="26417"/>
                </a:cubicBezTo>
                <a:cubicBezTo>
                  <a:pt x="4680002" y="25722"/>
                  <a:pt x="4680957" y="25375"/>
                  <a:pt x="4682197" y="25375"/>
                </a:cubicBezTo>
                <a:close/>
                <a:moveTo>
                  <a:pt x="4386922" y="25375"/>
                </a:moveTo>
                <a:cubicBezTo>
                  <a:pt x="4388162" y="25375"/>
                  <a:pt x="4389117" y="25722"/>
                  <a:pt x="4389787" y="26417"/>
                </a:cubicBezTo>
                <a:cubicBezTo>
                  <a:pt x="4390457" y="27111"/>
                  <a:pt x="4390792" y="28079"/>
                  <a:pt x="4390792" y="29319"/>
                </a:cubicBezTo>
                <a:cubicBezTo>
                  <a:pt x="4390792" y="30609"/>
                  <a:pt x="4390457" y="31601"/>
                  <a:pt x="4389787" y="32296"/>
                </a:cubicBezTo>
                <a:cubicBezTo>
                  <a:pt x="4389117" y="32990"/>
                  <a:pt x="4388162" y="33337"/>
                  <a:pt x="4386922" y="33337"/>
                </a:cubicBezTo>
                <a:cubicBezTo>
                  <a:pt x="4385682" y="33337"/>
                  <a:pt x="4384727" y="32990"/>
                  <a:pt x="4384057" y="32296"/>
                </a:cubicBezTo>
                <a:cubicBezTo>
                  <a:pt x="4383387" y="31601"/>
                  <a:pt x="4383052" y="30634"/>
                  <a:pt x="4383052" y="29393"/>
                </a:cubicBezTo>
                <a:cubicBezTo>
                  <a:pt x="4383052" y="28104"/>
                  <a:pt x="4383387" y="27111"/>
                  <a:pt x="4384057" y="26417"/>
                </a:cubicBezTo>
                <a:cubicBezTo>
                  <a:pt x="4384727" y="25722"/>
                  <a:pt x="4385682" y="25375"/>
                  <a:pt x="4386922" y="25375"/>
                </a:cubicBezTo>
                <a:close/>
                <a:moveTo>
                  <a:pt x="4291672" y="25375"/>
                </a:moveTo>
                <a:cubicBezTo>
                  <a:pt x="4292912" y="25375"/>
                  <a:pt x="4293867" y="25722"/>
                  <a:pt x="4294537" y="26417"/>
                </a:cubicBezTo>
                <a:cubicBezTo>
                  <a:pt x="4295207" y="27111"/>
                  <a:pt x="4295541" y="28079"/>
                  <a:pt x="4295541" y="29319"/>
                </a:cubicBezTo>
                <a:cubicBezTo>
                  <a:pt x="4295541" y="30609"/>
                  <a:pt x="4295207" y="31601"/>
                  <a:pt x="4294537" y="32296"/>
                </a:cubicBezTo>
                <a:cubicBezTo>
                  <a:pt x="4293867" y="32990"/>
                  <a:pt x="4292912" y="33337"/>
                  <a:pt x="4291672" y="33337"/>
                </a:cubicBezTo>
                <a:cubicBezTo>
                  <a:pt x="4290432" y="33337"/>
                  <a:pt x="4289477" y="32990"/>
                  <a:pt x="4288807" y="32296"/>
                </a:cubicBezTo>
                <a:cubicBezTo>
                  <a:pt x="4288138" y="31601"/>
                  <a:pt x="4287803" y="30634"/>
                  <a:pt x="4287803" y="29393"/>
                </a:cubicBezTo>
                <a:cubicBezTo>
                  <a:pt x="4287803" y="28104"/>
                  <a:pt x="4288138" y="27111"/>
                  <a:pt x="4288807" y="26417"/>
                </a:cubicBezTo>
                <a:cubicBezTo>
                  <a:pt x="4289477" y="25722"/>
                  <a:pt x="4290432" y="25375"/>
                  <a:pt x="4291672" y="25375"/>
                </a:cubicBezTo>
                <a:close/>
                <a:moveTo>
                  <a:pt x="4120222" y="25375"/>
                </a:moveTo>
                <a:cubicBezTo>
                  <a:pt x="4121462" y="25375"/>
                  <a:pt x="4122417" y="25722"/>
                  <a:pt x="4123087" y="26417"/>
                </a:cubicBezTo>
                <a:cubicBezTo>
                  <a:pt x="4123756" y="27111"/>
                  <a:pt x="4124091" y="28079"/>
                  <a:pt x="4124091" y="29319"/>
                </a:cubicBezTo>
                <a:cubicBezTo>
                  <a:pt x="4124091" y="30609"/>
                  <a:pt x="4123756" y="31601"/>
                  <a:pt x="4123087" y="32296"/>
                </a:cubicBezTo>
                <a:cubicBezTo>
                  <a:pt x="4122417" y="32990"/>
                  <a:pt x="4121462" y="33337"/>
                  <a:pt x="4120222" y="33337"/>
                </a:cubicBezTo>
                <a:cubicBezTo>
                  <a:pt x="4118981" y="33337"/>
                  <a:pt x="4118027" y="32990"/>
                  <a:pt x="4117357" y="32296"/>
                </a:cubicBezTo>
                <a:cubicBezTo>
                  <a:pt x="4116687" y="31601"/>
                  <a:pt x="4116352" y="30634"/>
                  <a:pt x="4116352" y="29393"/>
                </a:cubicBezTo>
                <a:cubicBezTo>
                  <a:pt x="4116352" y="28104"/>
                  <a:pt x="4116687" y="27111"/>
                  <a:pt x="4117357" y="26417"/>
                </a:cubicBezTo>
                <a:cubicBezTo>
                  <a:pt x="4118027" y="25722"/>
                  <a:pt x="4118981" y="25375"/>
                  <a:pt x="4120222" y="25375"/>
                </a:cubicBezTo>
                <a:close/>
                <a:moveTo>
                  <a:pt x="3243923" y="25375"/>
                </a:moveTo>
                <a:cubicBezTo>
                  <a:pt x="3245163" y="25375"/>
                  <a:pt x="3246117" y="25722"/>
                  <a:pt x="3246787" y="26417"/>
                </a:cubicBezTo>
                <a:cubicBezTo>
                  <a:pt x="3247457" y="27111"/>
                  <a:pt x="3247792" y="28079"/>
                  <a:pt x="3247792" y="29319"/>
                </a:cubicBezTo>
                <a:cubicBezTo>
                  <a:pt x="3247792" y="30609"/>
                  <a:pt x="3247457" y="31601"/>
                  <a:pt x="3246787" y="32296"/>
                </a:cubicBezTo>
                <a:cubicBezTo>
                  <a:pt x="3246117" y="32990"/>
                  <a:pt x="3245163" y="33337"/>
                  <a:pt x="3243923" y="33337"/>
                </a:cubicBezTo>
                <a:cubicBezTo>
                  <a:pt x="3242683" y="33337"/>
                  <a:pt x="3241727" y="32990"/>
                  <a:pt x="3241058" y="32296"/>
                </a:cubicBezTo>
                <a:cubicBezTo>
                  <a:pt x="3240388" y="31601"/>
                  <a:pt x="3240053" y="30634"/>
                  <a:pt x="3240053" y="29393"/>
                </a:cubicBezTo>
                <a:cubicBezTo>
                  <a:pt x="3240053" y="28104"/>
                  <a:pt x="3240388" y="27111"/>
                  <a:pt x="3241058" y="26417"/>
                </a:cubicBezTo>
                <a:cubicBezTo>
                  <a:pt x="3241727" y="25722"/>
                  <a:pt x="3242683" y="25375"/>
                  <a:pt x="3243923" y="25375"/>
                </a:cubicBezTo>
                <a:close/>
                <a:moveTo>
                  <a:pt x="2853398" y="25375"/>
                </a:moveTo>
                <a:cubicBezTo>
                  <a:pt x="2854637" y="25375"/>
                  <a:pt x="2855593" y="25722"/>
                  <a:pt x="2856262" y="26417"/>
                </a:cubicBezTo>
                <a:cubicBezTo>
                  <a:pt x="2856932" y="27111"/>
                  <a:pt x="2857267" y="28079"/>
                  <a:pt x="2857267" y="29319"/>
                </a:cubicBezTo>
                <a:cubicBezTo>
                  <a:pt x="2857267" y="30609"/>
                  <a:pt x="2856932" y="31601"/>
                  <a:pt x="2856262" y="32296"/>
                </a:cubicBezTo>
                <a:cubicBezTo>
                  <a:pt x="2855593" y="32990"/>
                  <a:pt x="2854637" y="33337"/>
                  <a:pt x="2853398" y="33337"/>
                </a:cubicBezTo>
                <a:cubicBezTo>
                  <a:pt x="2852157" y="33337"/>
                  <a:pt x="2851202" y="32990"/>
                  <a:pt x="2850533" y="32296"/>
                </a:cubicBezTo>
                <a:cubicBezTo>
                  <a:pt x="2849863" y="31601"/>
                  <a:pt x="2849528" y="30634"/>
                  <a:pt x="2849528" y="29393"/>
                </a:cubicBezTo>
                <a:cubicBezTo>
                  <a:pt x="2849528" y="28104"/>
                  <a:pt x="2849863" y="27111"/>
                  <a:pt x="2850533" y="26417"/>
                </a:cubicBezTo>
                <a:cubicBezTo>
                  <a:pt x="2851202" y="25722"/>
                  <a:pt x="2852157" y="25375"/>
                  <a:pt x="2853398" y="25375"/>
                </a:cubicBezTo>
                <a:close/>
                <a:moveTo>
                  <a:pt x="1948523" y="25375"/>
                </a:moveTo>
                <a:cubicBezTo>
                  <a:pt x="1949763" y="25375"/>
                  <a:pt x="1950718" y="25722"/>
                  <a:pt x="1951388" y="26417"/>
                </a:cubicBezTo>
                <a:cubicBezTo>
                  <a:pt x="1952058" y="27111"/>
                  <a:pt x="1952392" y="28079"/>
                  <a:pt x="1952392" y="29319"/>
                </a:cubicBezTo>
                <a:cubicBezTo>
                  <a:pt x="1952392" y="30609"/>
                  <a:pt x="1952058" y="31601"/>
                  <a:pt x="1951388" y="32296"/>
                </a:cubicBezTo>
                <a:cubicBezTo>
                  <a:pt x="1950718" y="32990"/>
                  <a:pt x="1949763" y="33337"/>
                  <a:pt x="1948523" y="33337"/>
                </a:cubicBezTo>
                <a:cubicBezTo>
                  <a:pt x="1947283" y="33337"/>
                  <a:pt x="1946328" y="32990"/>
                  <a:pt x="1945658" y="32296"/>
                </a:cubicBezTo>
                <a:cubicBezTo>
                  <a:pt x="1944988" y="31601"/>
                  <a:pt x="1944653" y="30634"/>
                  <a:pt x="1944653" y="29393"/>
                </a:cubicBezTo>
                <a:cubicBezTo>
                  <a:pt x="1944653" y="28104"/>
                  <a:pt x="1944988" y="27111"/>
                  <a:pt x="1945658" y="26417"/>
                </a:cubicBezTo>
                <a:cubicBezTo>
                  <a:pt x="1946328" y="25722"/>
                  <a:pt x="1947283" y="25375"/>
                  <a:pt x="1948523" y="25375"/>
                </a:cubicBezTo>
                <a:close/>
                <a:moveTo>
                  <a:pt x="1700872" y="25375"/>
                </a:moveTo>
                <a:cubicBezTo>
                  <a:pt x="1702113" y="25375"/>
                  <a:pt x="1703068" y="25722"/>
                  <a:pt x="1703738" y="26417"/>
                </a:cubicBezTo>
                <a:cubicBezTo>
                  <a:pt x="1704408" y="27111"/>
                  <a:pt x="1704742" y="28079"/>
                  <a:pt x="1704742" y="29319"/>
                </a:cubicBezTo>
                <a:cubicBezTo>
                  <a:pt x="1704742" y="30609"/>
                  <a:pt x="1704408" y="31601"/>
                  <a:pt x="1703738" y="32296"/>
                </a:cubicBezTo>
                <a:cubicBezTo>
                  <a:pt x="1703068" y="32990"/>
                  <a:pt x="1702113" y="33337"/>
                  <a:pt x="1700872" y="33337"/>
                </a:cubicBezTo>
                <a:cubicBezTo>
                  <a:pt x="1699633" y="33337"/>
                  <a:pt x="1698678" y="32990"/>
                  <a:pt x="1698008" y="32296"/>
                </a:cubicBezTo>
                <a:cubicBezTo>
                  <a:pt x="1697338" y="31601"/>
                  <a:pt x="1697003" y="30634"/>
                  <a:pt x="1697003" y="29393"/>
                </a:cubicBezTo>
                <a:cubicBezTo>
                  <a:pt x="1697003" y="28104"/>
                  <a:pt x="1697338" y="27111"/>
                  <a:pt x="1698008" y="26417"/>
                </a:cubicBezTo>
                <a:cubicBezTo>
                  <a:pt x="1698678" y="25722"/>
                  <a:pt x="1699633" y="25375"/>
                  <a:pt x="1700872" y="25375"/>
                </a:cubicBezTo>
                <a:close/>
                <a:moveTo>
                  <a:pt x="1605623" y="25375"/>
                </a:moveTo>
                <a:cubicBezTo>
                  <a:pt x="1606863" y="25375"/>
                  <a:pt x="1607817" y="25722"/>
                  <a:pt x="1608487" y="26417"/>
                </a:cubicBezTo>
                <a:cubicBezTo>
                  <a:pt x="1609157" y="27111"/>
                  <a:pt x="1609492" y="28079"/>
                  <a:pt x="1609492" y="29319"/>
                </a:cubicBezTo>
                <a:cubicBezTo>
                  <a:pt x="1609492" y="30609"/>
                  <a:pt x="1609157" y="31601"/>
                  <a:pt x="1608487" y="32296"/>
                </a:cubicBezTo>
                <a:cubicBezTo>
                  <a:pt x="1607817" y="32990"/>
                  <a:pt x="1606863" y="33337"/>
                  <a:pt x="1605623" y="33337"/>
                </a:cubicBezTo>
                <a:cubicBezTo>
                  <a:pt x="1604383" y="33337"/>
                  <a:pt x="1603427" y="32990"/>
                  <a:pt x="1602758" y="32296"/>
                </a:cubicBezTo>
                <a:cubicBezTo>
                  <a:pt x="1602088" y="31601"/>
                  <a:pt x="1601753" y="30634"/>
                  <a:pt x="1601753" y="29393"/>
                </a:cubicBezTo>
                <a:cubicBezTo>
                  <a:pt x="1601753" y="28104"/>
                  <a:pt x="1602088" y="27111"/>
                  <a:pt x="1602758" y="26417"/>
                </a:cubicBezTo>
                <a:cubicBezTo>
                  <a:pt x="1603427" y="25722"/>
                  <a:pt x="1604383" y="25375"/>
                  <a:pt x="1605623" y="25375"/>
                </a:cubicBezTo>
                <a:close/>
                <a:moveTo>
                  <a:pt x="1329397" y="25375"/>
                </a:moveTo>
                <a:cubicBezTo>
                  <a:pt x="1330638" y="25375"/>
                  <a:pt x="1331593" y="25722"/>
                  <a:pt x="1332263" y="26417"/>
                </a:cubicBezTo>
                <a:cubicBezTo>
                  <a:pt x="1332933" y="27111"/>
                  <a:pt x="1333267" y="28079"/>
                  <a:pt x="1333267" y="29319"/>
                </a:cubicBezTo>
                <a:cubicBezTo>
                  <a:pt x="1333267" y="30609"/>
                  <a:pt x="1332933" y="31601"/>
                  <a:pt x="1332263" y="32296"/>
                </a:cubicBezTo>
                <a:cubicBezTo>
                  <a:pt x="1331593" y="32990"/>
                  <a:pt x="1330638" y="33337"/>
                  <a:pt x="1329397" y="33337"/>
                </a:cubicBezTo>
                <a:cubicBezTo>
                  <a:pt x="1328157" y="33337"/>
                  <a:pt x="1327203" y="32990"/>
                  <a:pt x="1326533" y="32296"/>
                </a:cubicBezTo>
                <a:cubicBezTo>
                  <a:pt x="1325863" y="31601"/>
                  <a:pt x="1325528" y="30634"/>
                  <a:pt x="1325528" y="29393"/>
                </a:cubicBezTo>
                <a:cubicBezTo>
                  <a:pt x="1325528" y="28104"/>
                  <a:pt x="1325863" y="27111"/>
                  <a:pt x="1326533" y="26417"/>
                </a:cubicBezTo>
                <a:cubicBezTo>
                  <a:pt x="1327203" y="25722"/>
                  <a:pt x="1328157" y="25375"/>
                  <a:pt x="1329397" y="25375"/>
                </a:cubicBezTo>
                <a:close/>
                <a:moveTo>
                  <a:pt x="984861" y="24659"/>
                </a:moveTo>
                <a:lnTo>
                  <a:pt x="996934" y="24659"/>
                </a:lnTo>
                <a:lnTo>
                  <a:pt x="996934" y="80218"/>
                </a:lnTo>
                <a:lnTo>
                  <a:pt x="984861" y="80218"/>
                </a:lnTo>
                <a:close/>
                <a:moveTo>
                  <a:pt x="775310" y="24659"/>
                </a:moveTo>
                <a:lnTo>
                  <a:pt x="787384" y="24659"/>
                </a:lnTo>
                <a:lnTo>
                  <a:pt x="787384" y="80218"/>
                </a:lnTo>
                <a:lnTo>
                  <a:pt x="775310" y="80218"/>
                </a:lnTo>
                <a:close/>
                <a:moveTo>
                  <a:pt x="626194" y="24659"/>
                </a:moveTo>
                <a:lnTo>
                  <a:pt x="638575" y="24659"/>
                </a:lnTo>
                <a:lnTo>
                  <a:pt x="651058" y="67121"/>
                </a:lnTo>
                <a:lnTo>
                  <a:pt x="663336" y="24659"/>
                </a:lnTo>
                <a:lnTo>
                  <a:pt x="675614" y="24659"/>
                </a:lnTo>
                <a:lnTo>
                  <a:pt x="658015" y="78172"/>
                </a:lnTo>
                <a:cubicBezTo>
                  <a:pt x="656037" y="84243"/>
                  <a:pt x="652848" y="89239"/>
                  <a:pt x="648449" y="93162"/>
                </a:cubicBezTo>
                <a:cubicBezTo>
                  <a:pt x="644049" y="97084"/>
                  <a:pt x="638097" y="100273"/>
                  <a:pt x="630594" y="102728"/>
                </a:cubicBezTo>
                <a:lnTo>
                  <a:pt x="626501" y="92497"/>
                </a:lnTo>
                <a:cubicBezTo>
                  <a:pt x="631276" y="90791"/>
                  <a:pt x="635079" y="88984"/>
                  <a:pt x="637910" y="87074"/>
                </a:cubicBezTo>
                <a:cubicBezTo>
                  <a:pt x="640740" y="85164"/>
                  <a:pt x="643008" y="82913"/>
                  <a:pt x="644714" y="80321"/>
                </a:cubicBezTo>
                <a:close/>
                <a:moveTo>
                  <a:pt x="565760" y="24659"/>
                </a:moveTo>
                <a:lnTo>
                  <a:pt x="577834" y="24659"/>
                </a:lnTo>
                <a:lnTo>
                  <a:pt x="577834" y="80218"/>
                </a:lnTo>
                <a:lnTo>
                  <a:pt x="565760" y="80218"/>
                </a:lnTo>
                <a:close/>
                <a:moveTo>
                  <a:pt x="451460" y="24659"/>
                </a:moveTo>
                <a:lnTo>
                  <a:pt x="463534" y="24659"/>
                </a:lnTo>
                <a:lnTo>
                  <a:pt x="463534" y="80218"/>
                </a:lnTo>
                <a:lnTo>
                  <a:pt x="451460" y="80218"/>
                </a:lnTo>
                <a:close/>
                <a:moveTo>
                  <a:pt x="213335" y="24659"/>
                </a:moveTo>
                <a:lnTo>
                  <a:pt x="225409" y="24659"/>
                </a:lnTo>
                <a:lnTo>
                  <a:pt x="225409" y="80218"/>
                </a:lnTo>
                <a:lnTo>
                  <a:pt x="213335" y="80218"/>
                </a:lnTo>
                <a:close/>
                <a:moveTo>
                  <a:pt x="1191211" y="23533"/>
                </a:moveTo>
                <a:cubicBezTo>
                  <a:pt x="1193598" y="23533"/>
                  <a:pt x="1195712" y="23977"/>
                  <a:pt x="1197554" y="24863"/>
                </a:cubicBezTo>
                <a:lnTo>
                  <a:pt x="1195099" y="36323"/>
                </a:lnTo>
                <a:cubicBezTo>
                  <a:pt x="1193052" y="35641"/>
                  <a:pt x="1190836" y="35300"/>
                  <a:pt x="1188448" y="35300"/>
                </a:cubicBezTo>
                <a:cubicBezTo>
                  <a:pt x="1185992" y="35300"/>
                  <a:pt x="1183912" y="35743"/>
                  <a:pt x="1182207" y="36630"/>
                </a:cubicBezTo>
                <a:cubicBezTo>
                  <a:pt x="1180501" y="37517"/>
                  <a:pt x="1179000" y="38949"/>
                  <a:pt x="1177704" y="40928"/>
                </a:cubicBezTo>
                <a:lnTo>
                  <a:pt x="1177704" y="80218"/>
                </a:lnTo>
                <a:lnTo>
                  <a:pt x="1165631" y="80218"/>
                </a:lnTo>
                <a:lnTo>
                  <a:pt x="1165631" y="24659"/>
                </a:lnTo>
                <a:lnTo>
                  <a:pt x="1176579" y="24659"/>
                </a:lnTo>
                <a:lnTo>
                  <a:pt x="1176579" y="33151"/>
                </a:lnTo>
                <a:cubicBezTo>
                  <a:pt x="1179990" y="26739"/>
                  <a:pt x="1184867" y="23533"/>
                  <a:pt x="1191211" y="23533"/>
                </a:cubicBezTo>
                <a:close/>
                <a:moveTo>
                  <a:pt x="819847" y="23431"/>
                </a:moveTo>
                <a:cubicBezTo>
                  <a:pt x="823122" y="23431"/>
                  <a:pt x="826396" y="23840"/>
                  <a:pt x="829670" y="24659"/>
                </a:cubicBezTo>
                <a:cubicBezTo>
                  <a:pt x="832944" y="25477"/>
                  <a:pt x="835911" y="26603"/>
                  <a:pt x="838571" y="28035"/>
                </a:cubicBezTo>
                <a:lnTo>
                  <a:pt x="833967" y="37756"/>
                </a:lnTo>
                <a:cubicBezTo>
                  <a:pt x="829192" y="35300"/>
                  <a:pt x="824418" y="34072"/>
                  <a:pt x="819643" y="34072"/>
                </a:cubicBezTo>
                <a:cubicBezTo>
                  <a:pt x="813777" y="34072"/>
                  <a:pt x="810843" y="35948"/>
                  <a:pt x="810843" y="39700"/>
                </a:cubicBezTo>
                <a:cubicBezTo>
                  <a:pt x="810843" y="41200"/>
                  <a:pt x="811423" y="42445"/>
                  <a:pt x="812583" y="43434"/>
                </a:cubicBezTo>
                <a:cubicBezTo>
                  <a:pt x="813742" y="44424"/>
                  <a:pt x="815550" y="45225"/>
                  <a:pt x="818005" y="45839"/>
                </a:cubicBezTo>
                <a:lnTo>
                  <a:pt x="825270" y="47578"/>
                </a:lnTo>
                <a:cubicBezTo>
                  <a:pt x="830454" y="48806"/>
                  <a:pt x="834206" y="50682"/>
                  <a:pt x="836525" y="53206"/>
                </a:cubicBezTo>
                <a:cubicBezTo>
                  <a:pt x="838845" y="55730"/>
                  <a:pt x="840005" y="59175"/>
                  <a:pt x="840005" y="63540"/>
                </a:cubicBezTo>
                <a:cubicBezTo>
                  <a:pt x="840005" y="69202"/>
                  <a:pt x="838128" y="73602"/>
                  <a:pt x="834377" y="76739"/>
                </a:cubicBezTo>
                <a:cubicBezTo>
                  <a:pt x="830625" y="79877"/>
                  <a:pt x="825339" y="81446"/>
                  <a:pt x="818517" y="81446"/>
                </a:cubicBezTo>
                <a:cubicBezTo>
                  <a:pt x="814765" y="81446"/>
                  <a:pt x="811133" y="80969"/>
                  <a:pt x="807620" y="80014"/>
                </a:cubicBezTo>
                <a:cubicBezTo>
                  <a:pt x="804107" y="79059"/>
                  <a:pt x="801021" y="77728"/>
                  <a:pt x="798360" y="76023"/>
                </a:cubicBezTo>
                <a:lnTo>
                  <a:pt x="802555" y="66200"/>
                </a:lnTo>
                <a:cubicBezTo>
                  <a:pt x="807603" y="69270"/>
                  <a:pt x="812923" y="70805"/>
                  <a:pt x="818517" y="70805"/>
                </a:cubicBezTo>
                <a:cubicBezTo>
                  <a:pt x="825066" y="70805"/>
                  <a:pt x="828340" y="68758"/>
                  <a:pt x="828340" y="64666"/>
                </a:cubicBezTo>
                <a:cubicBezTo>
                  <a:pt x="828340" y="63029"/>
                  <a:pt x="827777" y="61698"/>
                  <a:pt x="826651" y="60675"/>
                </a:cubicBezTo>
                <a:cubicBezTo>
                  <a:pt x="825526" y="59652"/>
                  <a:pt x="823735" y="58834"/>
                  <a:pt x="821280" y="58220"/>
                </a:cubicBezTo>
                <a:lnTo>
                  <a:pt x="814015" y="56480"/>
                </a:lnTo>
                <a:cubicBezTo>
                  <a:pt x="808899" y="55321"/>
                  <a:pt x="805164" y="53496"/>
                  <a:pt x="802811" y="51006"/>
                </a:cubicBezTo>
                <a:cubicBezTo>
                  <a:pt x="800458" y="48516"/>
                  <a:pt x="799281" y="45123"/>
                  <a:pt x="799281" y="40825"/>
                </a:cubicBezTo>
                <a:cubicBezTo>
                  <a:pt x="799281" y="35368"/>
                  <a:pt x="801072" y="31105"/>
                  <a:pt x="804653" y="28035"/>
                </a:cubicBezTo>
                <a:cubicBezTo>
                  <a:pt x="808234" y="24966"/>
                  <a:pt x="813299" y="23431"/>
                  <a:pt x="819847" y="23431"/>
                </a:cubicBezTo>
                <a:close/>
                <a:moveTo>
                  <a:pt x="1128945" y="23329"/>
                </a:moveTo>
                <a:cubicBezTo>
                  <a:pt x="1136312" y="23329"/>
                  <a:pt x="1142042" y="25682"/>
                  <a:pt x="1146135" y="30389"/>
                </a:cubicBezTo>
                <a:cubicBezTo>
                  <a:pt x="1150227" y="35095"/>
                  <a:pt x="1152274" y="41678"/>
                  <a:pt x="1152274" y="50136"/>
                </a:cubicBezTo>
                <a:cubicBezTo>
                  <a:pt x="1152274" y="52251"/>
                  <a:pt x="1152103" y="54263"/>
                  <a:pt x="1151762" y="56173"/>
                </a:cubicBezTo>
                <a:lnTo>
                  <a:pt x="1117076" y="56173"/>
                </a:lnTo>
                <a:cubicBezTo>
                  <a:pt x="1118031" y="65723"/>
                  <a:pt x="1122976" y="70498"/>
                  <a:pt x="1131912" y="70498"/>
                </a:cubicBezTo>
                <a:cubicBezTo>
                  <a:pt x="1136755" y="70498"/>
                  <a:pt x="1141291" y="69304"/>
                  <a:pt x="1145520" y="66917"/>
                </a:cubicBezTo>
                <a:lnTo>
                  <a:pt x="1149920" y="76023"/>
                </a:lnTo>
                <a:cubicBezTo>
                  <a:pt x="1147396" y="77728"/>
                  <a:pt x="1144446" y="79059"/>
                  <a:pt x="1141070" y="80014"/>
                </a:cubicBezTo>
                <a:cubicBezTo>
                  <a:pt x="1137693" y="80969"/>
                  <a:pt x="1134231" y="81446"/>
                  <a:pt x="1130684" y="81446"/>
                </a:cubicBezTo>
                <a:cubicBezTo>
                  <a:pt x="1122430" y="81446"/>
                  <a:pt x="1116052" y="78905"/>
                  <a:pt x="1111550" y="73823"/>
                </a:cubicBezTo>
                <a:cubicBezTo>
                  <a:pt x="1107048" y="68741"/>
                  <a:pt x="1104798" y="61630"/>
                  <a:pt x="1104798" y="52490"/>
                </a:cubicBezTo>
                <a:cubicBezTo>
                  <a:pt x="1104798" y="43213"/>
                  <a:pt x="1106912" y="36033"/>
                  <a:pt x="1111141" y="30951"/>
                </a:cubicBezTo>
                <a:cubicBezTo>
                  <a:pt x="1115371" y="25870"/>
                  <a:pt x="1121305" y="23329"/>
                  <a:pt x="1128945" y="23329"/>
                </a:cubicBezTo>
                <a:close/>
                <a:moveTo>
                  <a:pt x="1040653" y="23329"/>
                </a:moveTo>
                <a:cubicBezTo>
                  <a:pt x="1044131" y="23329"/>
                  <a:pt x="1047116" y="24079"/>
                  <a:pt x="1049606" y="25580"/>
                </a:cubicBezTo>
                <a:cubicBezTo>
                  <a:pt x="1052095" y="27080"/>
                  <a:pt x="1053954" y="29263"/>
                  <a:pt x="1055182" y="32128"/>
                </a:cubicBezTo>
                <a:cubicBezTo>
                  <a:pt x="1059956" y="26262"/>
                  <a:pt x="1065618" y="23329"/>
                  <a:pt x="1072167" y="23329"/>
                </a:cubicBezTo>
                <a:cubicBezTo>
                  <a:pt x="1077283" y="23329"/>
                  <a:pt x="1081273" y="24915"/>
                  <a:pt x="1084138" y="28087"/>
                </a:cubicBezTo>
                <a:cubicBezTo>
                  <a:pt x="1087003" y="31258"/>
                  <a:pt x="1088435" y="35709"/>
                  <a:pt x="1088435" y="41439"/>
                </a:cubicBezTo>
                <a:lnTo>
                  <a:pt x="1088435" y="80218"/>
                </a:lnTo>
                <a:lnTo>
                  <a:pt x="1076362" y="80218"/>
                </a:lnTo>
                <a:lnTo>
                  <a:pt x="1076362" y="42974"/>
                </a:lnTo>
                <a:cubicBezTo>
                  <a:pt x="1076362" y="37449"/>
                  <a:pt x="1073497" y="34686"/>
                  <a:pt x="1067767" y="34686"/>
                </a:cubicBezTo>
                <a:cubicBezTo>
                  <a:pt x="1065789" y="34686"/>
                  <a:pt x="1063930" y="35027"/>
                  <a:pt x="1062191" y="35709"/>
                </a:cubicBezTo>
                <a:cubicBezTo>
                  <a:pt x="1060451" y="36391"/>
                  <a:pt x="1058661" y="37517"/>
                  <a:pt x="1056819" y="39086"/>
                </a:cubicBezTo>
                <a:cubicBezTo>
                  <a:pt x="1056887" y="39563"/>
                  <a:pt x="1056921" y="40348"/>
                  <a:pt x="1056921" y="41439"/>
                </a:cubicBezTo>
                <a:lnTo>
                  <a:pt x="1056921" y="80218"/>
                </a:lnTo>
                <a:lnTo>
                  <a:pt x="1044848" y="80218"/>
                </a:lnTo>
                <a:lnTo>
                  <a:pt x="1044848" y="42974"/>
                </a:lnTo>
                <a:cubicBezTo>
                  <a:pt x="1044848" y="37449"/>
                  <a:pt x="1041983" y="34686"/>
                  <a:pt x="1036253" y="34686"/>
                </a:cubicBezTo>
                <a:cubicBezTo>
                  <a:pt x="1032569" y="34686"/>
                  <a:pt x="1028920" y="36085"/>
                  <a:pt x="1025305" y="38881"/>
                </a:cubicBezTo>
                <a:lnTo>
                  <a:pt x="1025305" y="80218"/>
                </a:lnTo>
                <a:lnTo>
                  <a:pt x="1013231" y="80218"/>
                </a:lnTo>
                <a:lnTo>
                  <a:pt x="1013231" y="24659"/>
                </a:lnTo>
                <a:lnTo>
                  <a:pt x="1024179" y="24659"/>
                </a:lnTo>
                <a:lnTo>
                  <a:pt x="1024179" y="31412"/>
                </a:lnTo>
                <a:cubicBezTo>
                  <a:pt x="1028681" y="26023"/>
                  <a:pt x="1034172" y="23329"/>
                  <a:pt x="1040653" y="23329"/>
                </a:cubicBezTo>
                <a:close/>
                <a:moveTo>
                  <a:pt x="945821" y="23329"/>
                </a:moveTo>
                <a:cubicBezTo>
                  <a:pt x="952438" y="23329"/>
                  <a:pt x="957605" y="24898"/>
                  <a:pt x="961322" y="28035"/>
                </a:cubicBezTo>
                <a:cubicBezTo>
                  <a:pt x="965040" y="31173"/>
                  <a:pt x="966899" y="35641"/>
                  <a:pt x="966899" y="41439"/>
                </a:cubicBezTo>
                <a:lnTo>
                  <a:pt x="966899" y="80218"/>
                </a:lnTo>
                <a:lnTo>
                  <a:pt x="956053" y="80218"/>
                </a:lnTo>
                <a:lnTo>
                  <a:pt x="956053" y="72442"/>
                </a:lnTo>
                <a:cubicBezTo>
                  <a:pt x="952574" y="78376"/>
                  <a:pt x="947083" y="81344"/>
                  <a:pt x="939579" y="81344"/>
                </a:cubicBezTo>
                <a:cubicBezTo>
                  <a:pt x="934191" y="81344"/>
                  <a:pt x="930030" y="79877"/>
                  <a:pt x="927096" y="76944"/>
                </a:cubicBezTo>
                <a:cubicBezTo>
                  <a:pt x="924163" y="74011"/>
                  <a:pt x="922697" y="69918"/>
                  <a:pt x="922697" y="64666"/>
                </a:cubicBezTo>
                <a:cubicBezTo>
                  <a:pt x="922697" y="58049"/>
                  <a:pt x="925272" y="53189"/>
                  <a:pt x="930422" y="50085"/>
                </a:cubicBezTo>
                <a:cubicBezTo>
                  <a:pt x="935572" y="46982"/>
                  <a:pt x="943740" y="45396"/>
                  <a:pt x="954927" y="45327"/>
                </a:cubicBezTo>
                <a:lnTo>
                  <a:pt x="954927" y="42769"/>
                </a:lnTo>
                <a:cubicBezTo>
                  <a:pt x="954927" y="37039"/>
                  <a:pt x="951210" y="34175"/>
                  <a:pt x="943775" y="34175"/>
                </a:cubicBezTo>
                <a:cubicBezTo>
                  <a:pt x="939409" y="34175"/>
                  <a:pt x="935077" y="35130"/>
                  <a:pt x="930780" y="37039"/>
                </a:cubicBezTo>
                <a:lnTo>
                  <a:pt x="927710" y="27626"/>
                </a:lnTo>
                <a:cubicBezTo>
                  <a:pt x="933645" y="24761"/>
                  <a:pt x="939682" y="23329"/>
                  <a:pt x="945821" y="23329"/>
                </a:cubicBezTo>
                <a:close/>
                <a:moveTo>
                  <a:pt x="873100" y="23329"/>
                </a:moveTo>
                <a:cubicBezTo>
                  <a:pt x="876101" y="23329"/>
                  <a:pt x="879051" y="23755"/>
                  <a:pt x="881950" y="24608"/>
                </a:cubicBezTo>
                <a:cubicBezTo>
                  <a:pt x="884849" y="25460"/>
                  <a:pt x="887390" y="26671"/>
                  <a:pt x="889573" y="28240"/>
                </a:cubicBezTo>
                <a:lnTo>
                  <a:pt x="885173" y="37653"/>
                </a:lnTo>
                <a:cubicBezTo>
                  <a:pt x="880603" y="35471"/>
                  <a:pt x="876510" y="34379"/>
                  <a:pt x="872895" y="34379"/>
                </a:cubicBezTo>
                <a:cubicBezTo>
                  <a:pt x="868734" y="34379"/>
                  <a:pt x="865511" y="35948"/>
                  <a:pt x="863226" y="39086"/>
                </a:cubicBezTo>
                <a:cubicBezTo>
                  <a:pt x="860941" y="42224"/>
                  <a:pt x="859798" y="46623"/>
                  <a:pt x="859798" y="52285"/>
                </a:cubicBezTo>
                <a:cubicBezTo>
                  <a:pt x="859798" y="64359"/>
                  <a:pt x="864607" y="70396"/>
                  <a:pt x="874225" y="70396"/>
                </a:cubicBezTo>
                <a:cubicBezTo>
                  <a:pt x="878045" y="70396"/>
                  <a:pt x="881968" y="69338"/>
                  <a:pt x="885992" y="67224"/>
                </a:cubicBezTo>
                <a:lnTo>
                  <a:pt x="890187" y="76535"/>
                </a:lnTo>
                <a:cubicBezTo>
                  <a:pt x="885753" y="79809"/>
                  <a:pt x="880228" y="81446"/>
                  <a:pt x="873611" y="81446"/>
                </a:cubicBezTo>
                <a:cubicBezTo>
                  <a:pt x="865290" y="81446"/>
                  <a:pt x="858843" y="78956"/>
                  <a:pt x="854273" y="73977"/>
                </a:cubicBezTo>
                <a:cubicBezTo>
                  <a:pt x="849703" y="68997"/>
                  <a:pt x="847417" y="62005"/>
                  <a:pt x="847417" y="53001"/>
                </a:cubicBezTo>
                <a:cubicBezTo>
                  <a:pt x="847417" y="47067"/>
                  <a:pt x="848475" y="41866"/>
                  <a:pt x="850590" y="37398"/>
                </a:cubicBezTo>
                <a:cubicBezTo>
                  <a:pt x="852704" y="32930"/>
                  <a:pt x="855706" y="29468"/>
                  <a:pt x="859594" y="27012"/>
                </a:cubicBezTo>
                <a:cubicBezTo>
                  <a:pt x="863482" y="24557"/>
                  <a:pt x="867984" y="23329"/>
                  <a:pt x="873100" y="23329"/>
                </a:cubicBezTo>
                <a:close/>
                <a:moveTo>
                  <a:pt x="498146" y="23329"/>
                </a:moveTo>
                <a:cubicBezTo>
                  <a:pt x="504763" y="23329"/>
                  <a:pt x="509930" y="24898"/>
                  <a:pt x="513647" y="28035"/>
                </a:cubicBezTo>
                <a:cubicBezTo>
                  <a:pt x="517365" y="31173"/>
                  <a:pt x="519224" y="35641"/>
                  <a:pt x="519224" y="41439"/>
                </a:cubicBezTo>
                <a:lnTo>
                  <a:pt x="519224" y="80218"/>
                </a:lnTo>
                <a:lnTo>
                  <a:pt x="508378" y="80218"/>
                </a:lnTo>
                <a:lnTo>
                  <a:pt x="508378" y="72442"/>
                </a:lnTo>
                <a:cubicBezTo>
                  <a:pt x="504899" y="78376"/>
                  <a:pt x="499408" y="81344"/>
                  <a:pt x="491904" y="81344"/>
                </a:cubicBezTo>
                <a:cubicBezTo>
                  <a:pt x="486516" y="81344"/>
                  <a:pt x="482355" y="79877"/>
                  <a:pt x="479422" y="76944"/>
                </a:cubicBezTo>
                <a:cubicBezTo>
                  <a:pt x="476488" y="74011"/>
                  <a:pt x="475022" y="69918"/>
                  <a:pt x="475022" y="64666"/>
                </a:cubicBezTo>
                <a:cubicBezTo>
                  <a:pt x="475022" y="58049"/>
                  <a:pt x="477597" y="53189"/>
                  <a:pt x="482747" y="50085"/>
                </a:cubicBezTo>
                <a:cubicBezTo>
                  <a:pt x="487897" y="46982"/>
                  <a:pt x="496065" y="45396"/>
                  <a:pt x="507252" y="45327"/>
                </a:cubicBezTo>
                <a:lnTo>
                  <a:pt x="507252" y="42769"/>
                </a:lnTo>
                <a:cubicBezTo>
                  <a:pt x="507252" y="37039"/>
                  <a:pt x="503535" y="34175"/>
                  <a:pt x="496099" y="34175"/>
                </a:cubicBezTo>
                <a:cubicBezTo>
                  <a:pt x="491734" y="34175"/>
                  <a:pt x="487403" y="35130"/>
                  <a:pt x="483105" y="37039"/>
                </a:cubicBezTo>
                <a:lnTo>
                  <a:pt x="480035" y="27626"/>
                </a:lnTo>
                <a:cubicBezTo>
                  <a:pt x="485970" y="24761"/>
                  <a:pt x="492007" y="23329"/>
                  <a:pt x="498146" y="23329"/>
                </a:cubicBezTo>
                <a:close/>
                <a:moveTo>
                  <a:pt x="383734" y="23329"/>
                </a:moveTo>
                <a:cubicBezTo>
                  <a:pt x="389055" y="23329"/>
                  <a:pt x="393182" y="24915"/>
                  <a:pt x="396115" y="28087"/>
                </a:cubicBezTo>
                <a:cubicBezTo>
                  <a:pt x="399048" y="31258"/>
                  <a:pt x="400515" y="35709"/>
                  <a:pt x="400515" y="41439"/>
                </a:cubicBezTo>
                <a:lnTo>
                  <a:pt x="400515" y="80218"/>
                </a:lnTo>
                <a:lnTo>
                  <a:pt x="388441" y="80218"/>
                </a:lnTo>
                <a:lnTo>
                  <a:pt x="388441" y="42974"/>
                </a:lnTo>
                <a:cubicBezTo>
                  <a:pt x="388441" y="37449"/>
                  <a:pt x="385405" y="34686"/>
                  <a:pt x="379335" y="34686"/>
                </a:cubicBezTo>
                <a:cubicBezTo>
                  <a:pt x="375310" y="34686"/>
                  <a:pt x="371558" y="36085"/>
                  <a:pt x="368079" y="38881"/>
                </a:cubicBezTo>
                <a:lnTo>
                  <a:pt x="368079" y="80218"/>
                </a:lnTo>
                <a:lnTo>
                  <a:pt x="356006" y="80218"/>
                </a:lnTo>
                <a:lnTo>
                  <a:pt x="356006" y="24659"/>
                </a:lnTo>
                <a:lnTo>
                  <a:pt x="366954" y="24659"/>
                </a:lnTo>
                <a:lnTo>
                  <a:pt x="366954" y="31412"/>
                </a:lnTo>
                <a:cubicBezTo>
                  <a:pt x="371456" y="26023"/>
                  <a:pt x="377050" y="23329"/>
                  <a:pt x="383734" y="23329"/>
                </a:cubicBezTo>
                <a:close/>
                <a:moveTo>
                  <a:pt x="319319" y="23329"/>
                </a:moveTo>
                <a:cubicBezTo>
                  <a:pt x="326687" y="23329"/>
                  <a:pt x="332417" y="25682"/>
                  <a:pt x="336509" y="30389"/>
                </a:cubicBezTo>
                <a:cubicBezTo>
                  <a:pt x="340602" y="35095"/>
                  <a:pt x="342648" y="41678"/>
                  <a:pt x="342648" y="50136"/>
                </a:cubicBezTo>
                <a:cubicBezTo>
                  <a:pt x="342648" y="52251"/>
                  <a:pt x="342478" y="54263"/>
                  <a:pt x="342137" y="56173"/>
                </a:cubicBezTo>
                <a:lnTo>
                  <a:pt x="307451" y="56173"/>
                </a:lnTo>
                <a:cubicBezTo>
                  <a:pt x="308406" y="65723"/>
                  <a:pt x="313351" y="70498"/>
                  <a:pt x="322287" y="70498"/>
                </a:cubicBezTo>
                <a:cubicBezTo>
                  <a:pt x="327130" y="70498"/>
                  <a:pt x="331666" y="69304"/>
                  <a:pt x="335895" y="66917"/>
                </a:cubicBezTo>
                <a:lnTo>
                  <a:pt x="340295" y="76023"/>
                </a:lnTo>
                <a:cubicBezTo>
                  <a:pt x="337771" y="77728"/>
                  <a:pt x="334821" y="79059"/>
                  <a:pt x="331444" y="80014"/>
                </a:cubicBezTo>
                <a:cubicBezTo>
                  <a:pt x="328068" y="80969"/>
                  <a:pt x="324606" y="81446"/>
                  <a:pt x="321059" y="81446"/>
                </a:cubicBezTo>
                <a:cubicBezTo>
                  <a:pt x="312805" y="81446"/>
                  <a:pt x="306427" y="78905"/>
                  <a:pt x="301925" y="73823"/>
                </a:cubicBezTo>
                <a:cubicBezTo>
                  <a:pt x="297423" y="68741"/>
                  <a:pt x="295172" y="61630"/>
                  <a:pt x="295172" y="52490"/>
                </a:cubicBezTo>
                <a:cubicBezTo>
                  <a:pt x="295172" y="43213"/>
                  <a:pt x="297287" y="36033"/>
                  <a:pt x="301516" y="30951"/>
                </a:cubicBezTo>
                <a:cubicBezTo>
                  <a:pt x="305745" y="25870"/>
                  <a:pt x="311680" y="23329"/>
                  <a:pt x="319319" y="23329"/>
                </a:cubicBezTo>
                <a:close/>
                <a:moveTo>
                  <a:pt x="145609" y="23329"/>
                </a:moveTo>
                <a:cubicBezTo>
                  <a:pt x="150930" y="23329"/>
                  <a:pt x="155057" y="24915"/>
                  <a:pt x="157990" y="28087"/>
                </a:cubicBezTo>
                <a:cubicBezTo>
                  <a:pt x="160923" y="31258"/>
                  <a:pt x="162390" y="35709"/>
                  <a:pt x="162390" y="41439"/>
                </a:cubicBezTo>
                <a:lnTo>
                  <a:pt x="162390" y="80218"/>
                </a:lnTo>
                <a:lnTo>
                  <a:pt x="150316" y="80218"/>
                </a:lnTo>
                <a:lnTo>
                  <a:pt x="150316" y="42974"/>
                </a:lnTo>
                <a:cubicBezTo>
                  <a:pt x="150316" y="37449"/>
                  <a:pt x="147281" y="34686"/>
                  <a:pt x="141210" y="34686"/>
                </a:cubicBezTo>
                <a:cubicBezTo>
                  <a:pt x="137185" y="34686"/>
                  <a:pt x="133433" y="36085"/>
                  <a:pt x="129954" y="38881"/>
                </a:cubicBezTo>
                <a:lnTo>
                  <a:pt x="129954" y="80218"/>
                </a:lnTo>
                <a:lnTo>
                  <a:pt x="117881" y="80218"/>
                </a:lnTo>
                <a:lnTo>
                  <a:pt x="117881" y="24659"/>
                </a:lnTo>
                <a:lnTo>
                  <a:pt x="128829" y="24659"/>
                </a:lnTo>
                <a:lnTo>
                  <a:pt x="128829" y="31412"/>
                </a:lnTo>
                <a:cubicBezTo>
                  <a:pt x="133331" y="26023"/>
                  <a:pt x="138925" y="23329"/>
                  <a:pt x="145609" y="23329"/>
                </a:cubicBezTo>
                <a:close/>
                <a:moveTo>
                  <a:pt x="81502" y="23329"/>
                </a:moveTo>
                <a:cubicBezTo>
                  <a:pt x="89278" y="23329"/>
                  <a:pt x="95247" y="25801"/>
                  <a:pt x="99408" y="30747"/>
                </a:cubicBezTo>
                <a:cubicBezTo>
                  <a:pt x="103569" y="35692"/>
                  <a:pt x="105649" y="42940"/>
                  <a:pt x="105649" y="52490"/>
                </a:cubicBezTo>
                <a:cubicBezTo>
                  <a:pt x="105649" y="62040"/>
                  <a:pt x="103551" y="69270"/>
                  <a:pt x="99356" y="74181"/>
                </a:cubicBezTo>
                <a:cubicBezTo>
                  <a:pt x="95161" y="79093"/>
                  <a:pt x="89176" y="81548"/>
                  <a:pt x="81399" y="81548"/>
                </a:cubicBezTo>
                <a:cubicBezTo>
                  <a:pt x="73623" y="81548"/>
                  <a:pt x="67654" y="79093"/>
                  <a:pt x="63493" y="74181"/>
                </a:cubicBezTo>
                <a:cubicBezTo>
                  <a:pt x="59332" y="69270"/>
                  <a:pt x="57252" y="62040"/>
                  <a:pt x="57252" y="52490"/>
                </a:cubicBezTo>
                <a:cubicBezTo>
                  <a:pt x="57252" y="42940"/>
                  <a:pt x="59349" y="35692"/>
                  <a:pt x="63544" y="30747"/>
                </a:cubicBezTo>
                <a:cubicBezTo>
                  <a:pt x="67740" y="25801"/>
                  <a:pt x="73725" y="23329"/>
                  <a:pt x="81502" y="23329"/>
                </a:cubicBezTo>
                <a:close/>
                <a:moveTo>
                  <a:pt x="10908570" y="22919"/>
                </a:moveTo>
                <a:lnTo>
                  <a:pt x="10913928" y="22919"/>
                </a:lnTo>
                <a:lnTo>
                  <a:pt x="10913928" y="71884"/>
                </a:lnTo>
                <a:cubicBezTo>
                  <a:pt x="10913928" y="73273"/>
                  <a:pt x="10914250" y="74278"/>
                  <a:pt x="10914895" y="74898"/>
                </a:cubicBezTo>
                <a:cubicBezTo>
                  <a:pt x="10915541" y="75518"/>
                  <a:pt x="10916582" y="75828"/>
                  <a:pt x="10918021" y="75828"/>
                </a:cubicBezTo>
                <a:cubicBezTo>
                  <a:pt x="10918864" y="75828"/>
                  <a:pt x="10919857" y="75729"/>
                  <a:pt x="10920997" y="75530"/>
                </a:cubicBezTo>
                <a:lnTo>
                  <a:pt x="10921518" y="80069"/>
                </a:lnTo>
                <a:cubicBezTo>
                  <a:pt x="10920030" y="80466"/>
                  <a:pt x="10918492" y="80665"/>
                  <a:pt x="10916904" y="80665"/>
                </a:cubicBezTo>
                <a:cubicBezTo>
                  <a:pt x="10911348" y="80665"/>
                  <a:pt x="10908570" y="77812"/>
                  <a:pt x="10908570" y="72107"/>
                </a:cubicBezTo>
                <a:close/>
                <a:moveTo>
                  <a:pt x="9775244" y="22919"/>
                </a:moveTo>
                <a:lnTo>
                  <a:pt x="9780602" y="22919"/>
                </a:lnTo>
                <a:lnTo>
                  <a:pt x="9780602" y="44351"/>
                </a:lnTo>
                <a:cubicBezTo>
                  <a:pt x="9783926" y="41126"/>
                  <a:pt x="9787894" y="39514"/>
                  <a:pt x="9792508" y="39514"/>
                </a:cubicBezTo>
                <a:cubicBezTo>
                  <a:pt x="9796428" y="39514"/>
                  <a:pt x="9799478" y="40618"/>
                  <a:pt x="9801661" y="42825"/>
                </a:cubicBezTo>
                <a:cubicBezTo>
                  <a:pt x="9803843" y="45033"/>
                  <a:pt x="9804935" y="48121"/>
                  <a:pt x="9804935" y="52090"/>
                </a:cubicBezTo>
                <a:lnTo>
                  <a:pt x="9804935" y="80218"/>
                </a:lnTo>
                <a:lnTo>
                  <a:pt x="9799577" y="80218"/>
                </a:lnTo>
                <a:lnTo>
                  <a:pt x="9799577" y="52462"/>
                </a:lnTo>
                <a:cubicBezTo>
                  <a:pt x="9799577" y="47302"/>
                  <a:pt x="9796750" y="44723"/>
                  <a:pt x="9791094" y="44723"/>
                </a:cubicBezTo>
                <a:cubicBezTo>
                  <a:pt x="9787175" y="44723"/>
                  <a:pt x="9783677" y="46037"/>
                  <a:pt x="9780602" y="48667"/>
                </a:cubicBezTo>
                <a:lnTo>
                  <a:pt x="9780602" y="80218"/>
                </a:lnTo>
                <a:lnTo>
                  <a:pt x="9775244" y="80218"/>
                </a:lnTo>
                <a:close/>
                <a:moveTo>
                  <a:pt x="9575219" y="22919"/>
                </a:moveTo>
                <a:lnTo>
                  <a:pt x="9580577" y="22919"/>
                </a:lnTo>
                <a:lnTo>
                  <a:pt x="9580577" y="44351"/>
                </a:lnTo>
                <a:cubicBezTo>
                  <a:pt x="9583900" y="41126"/>
                  <a:pt x="9587869" y="39514"/>
                  <a:pt x="9592483" y="39514"/>
                </a:cubicBezTo>
                <a:cubicBezTo>
                  <a:pt x="9596402" y="39514"/>
                  <a:pt x="9599453" y="40618"/>
                  <a:pt x="9601636" y="42825"/>
                </a:cubicBezTo>
                <a:cubicBezTo>
                  <a:pt x="9603819" y="45033"/>
                  <a:pt x="9604910" y="48121"/>
                  <a:pt x="9604910" y="52090"/>
                </a:cubicBezTo>
                <a:lnTo>
                  <a:pt x="9604910" y="80218"/>
                </a:lnTo>
                <a:lnTo>
                  <a:pt x="9599552" y="80218"/>
                </a:lnTo>
                <a:lnTo>
                  <a:pt x="9599552" y="52462"/>
                </a:lnTo>
                <a:cubicBezTo>
                  <a:pt x="9599552" y="47302"/>
                  <a:pt x="9596725" y="44723"/>
                  <a:pt x="9591069" y="44723"/>
                </a:cubicBezTo>
                <a:cubicBezTo>
                  <a:pt x="9587150" y="44723"/>
                  <a:pt x="9583653" y="46037"/>
                  <a:pt x="9580577" y="48667"/>
                </a:cubicBezTo>
                <a:lnTo>
                  <a:pt x="9580577" y="80218"/>
                </a:lnTo>
                <a:lnTo>
                  <a:pt x="9575219" y="80218"/>
                </a:lnTo>
                <a:close/>
                <a:moveTo>
                  <a:pt x="9051195" y="22919"/>
                </a:moveTo>
                <a:lnTo>
                  <a:pt x="9056553" y="22919"/>
                </a:lnTo>
                <a:lnTo>
                  <a:pt x="9056553" y="71884"/>
                </a:lnTo>
                <a:cubicBezTo>
                  <a:pt x="9056553" y="73273"/>
                  <a:pt x="9056875" y="74278"/>
                  <a:pt x="9057520" y="74898"/>
                </a:cubicBezTo>
                <a:cubicBezTo>
                  <a:pt x="9058166" y="75518"/>
                  <a:pt x="9059207" y="75828"/>
                  <a:pt x="9060646" y="75828"/>
                </a:cubicBezTo>
                <a:cubicBezTo>
                  <a:pt x="9061489" y="75828"/>
                  <a:pt x="9062482" y="75729"/>
                  <a:pt x="9063622" y="75530"/>
                </a:cubicBezTo>
                <a:lnTo>
                  <a:pt x="9064143" y="80069"/>
                </a:lnTo>
                <a:cubicBezTo>
                  <a:pt x="9062655" y="80466"/>
                  <a:pt x="9061117" y="80665"/>
                  <a:pt x="9059529" y="80665"/>
                </a:cubicBezTo>
                <a:cubicBezTo>
                  <a:pt x="9053973" y="80665"/>
                  <a:pt x="9051195" y="77812"/>
                  <a:pt x="9051195" y="72107"/>
                </a:cubicBezTo>
                <a:close/>
                <a:moveTo>
                  <a:pt x="8965619" y="22919"/>
                </a:moveTo>
                <a:lnTo>
                  <a:pt x="8970977" y="22919"/>
                </a:lnTo>
                <a:lnTo>
                  <a:pt x="8970977" y="44351"/>
                </a:lnTo>
                <a:cubicBezTo>
                  <a:pt x="8974301" y="41126"/>
                  <a:pt x="8978269" y="39514"/>
                  <a:pt x="8982883" y="39514"/>
                </a:cubicBezTo>
                <a:cubicBezTo>
                  <a:pt x="8986803" y="39514"/>
                  <a:pt x="8989853" y="40618"/>
                  <a:pt x="8992036" y="42825"/>
                </a:cubicBezTo>
                <a:cubicBezTo>
                  <a:pt x="8994218" y="45033"/>
                  <a:pt x="8995310" y="48121"/>
                  <a:pt x="8995310" y="52090"/>
                </a:cubicBezTo>
                <a:lnTo>
                  <a:pt x="8995310" y="80218"/>
                </a:lnTo>
                <a:lnTo>
                  <a:pt x="8989952" y="80218"/>
                </a:lnTo>
                <a:lnTo>
                  <a:pt x="8989952" y="52462"/>
                </a:lnTo>
                <a:cubicBezTo>
                  <a:pt x="8989952" y="47302"/>
                  <a:pt x="8987125" y="44723"/>
                  <a:pt x="8981469" y="44723"/>
                </a:cubicBezTo>
                <a:cubicBezTo>
                  <a:pt x="8977550" y="44723"/>
                  <a:pt x="8974052" y="46037"/>
                  <a:pt x="8970977" y="48667"/>
                </a:cubicBezTo>
                <a:lnTo>
                  <a:pt x="8970977" y="80218"/>
                </a:lnTo>
                <a:lnTo>
                  <a:pt x="8965619" y="80218"/>
                </a:lnTo>
                <a:close/>
                <a:moveTo>
                  <a:pt x="8788960" y="22919"/>
                </a:moveTo>
                <a:lnTo>
                  <a:pt x="8794318" y="22919"/>
                </a:lnTo>
                <a:lnTo>
                  <a:pt x="8794318" y="80218"/>
                </a:lnTo>
                <a:lnTo>
                  <a:pt x="8789332" y="80218"/>
                </a:lnTo>
                <a:lnTo>
                  <a:pt x="8789332" y="75158"/>
                </a:lnTo>
                <a:cubicBezTo>
                  <a:pt x="8787993" y="77142"/>
                  <a:pt x="8786343" y="78643"/>
                  <a:pt x="8784383" y="79660"/>
                </a:cubicBezTo>
                <a:cubicBezTo>
                  <a:pt x="8782424" y="80677"/>
                  <a:pt x="8780229" y="81186"/>
                  <a:pt x="8777798" y="81186"/>
                </a:cubicBezTo>
                <a:cubicBezTo>
                  <a:pt x="8773085" y="81186"/>
                  <a:pt x="8769413" y="79325"/>
                  <a:pt x="8766785" y="75605"/>
                </a:cubicBezTo>
                <a:cubicBezTo>
                  <a:pt x="8764156" y="71884"/>
                  <a:pt x="8762841" y="66700"/>
                  <a:pt x="8762841" y="60052"/>
                </a:cubicBezTo>
                <a:cubicBezTo>
                  <a:pt x="8762841" y="53603"/>
                  <a:pt x="8764242" y="48567"/>
                  <a:pt x="8767045" y="44946"/>
                </a:cubicBezTo>
                <a:cubicBezTo>
                  <a:pt x="8769848" y="41324"/>
                  <a:pt x="8773729" y="39514"/>
                  <a:pt x="8778691" y="39514"/>
                </a:cubicBezTo>
                <a:cubicBezTo>
                  <a:pt x="8780724" y="39514"/>
                  <a:pt x="8782622" y="39911"/>
                  <a:pt x="8784383" y="40704"/>
                </a:cubicBezTo>
                <a:cubicBezTo>
                  <a:pt x="8786145" y="41498"/>
                  <a:pt x="8787670" y="42614"/>
                  <a:pt x="8788960" y="44053"/>
                </a:cubicBezTo>
                <a:close/>
                <a:moveTo>
                  <a:pt x="8350810" y="22919"/>
                </a:moveTo>
                <a:lnTo>
                  <a:pt x="8356168" y="22919"/>
                </a:lnTo>
                <a:lnTo>
                  <a:pt x="8356168" y="80218"/>
                </a:lnTo>
                <a:lnTo>
                  <a:pt x="8351182" y="80218"/>
                </a:lnTo>
                <a:lnTo>
                  <a:pt x="8351182" y="75158"/>
                </a:lnTo>
                <a:cubicBezTo>
                  <a:pt x="8349843" y="77142"/>
                  <a:pt x="8348193" y="78643"/>
                  <a:pt x="8346233" y="79660"/>
                </a:cubicBezTo>
                <a:cubicBezTo>
                  <a:pt x="8344275" y="80677"/>
                  <a:pt x="8342079" y="81186"/>
                  <a:pt x="8339648" y="81186"/>
                </a:cubicBezTo>
                <a:cubicBezTo>
                  <a:pt x="8334935" y="81186"/>
                  <a:pt x="8331263" y="79325"/>
                  <a:pt x="8328635" y="75605"/>
                </a:cubicBezTo>
                <a:cubicBezTo>
                  <a:pt x="8326005" y="71884"/>
                  <a:pt x="8324691" y="66700"/>
                  <a:pt x="8324691" y="60052"/>
                </a:cubicBezTo>
                <a:cubicBezTo>
                  <a:pt x="8324691" y="53603"/>
                  <a:pt x="8326091" y="48567"/>
                  <a:pt x="8328895" y="44946"/>
                </a:cubicBezTo>
                <a:cubicBezTo>
                  <a:pt x="8331699" y="41324"/>
                  <a:pt x="8335579" y="39514"/>
                  <a:pt x="8340541" y="39514"/>
                </a:cubicBezTo>
                <a:cubicBezTo>
                  <a:pt x="8342575" y="39514"/>
                  <a:pt x="8344472" y="39911"/>
                  <a:pt x="8346233" y="40704"/>
                </a:cubicBezTo>
                <a:cubicBezTo>
                  <a:pt x="8347995" y="41498"/>
                  <a:pt x="8349521" y="42614"/>
                  <a:pt x="8350810" y="44053"/>
                </a:cubicBezTo>
                <a:close/>
                <a:moveTo>
                  <a:pt x="8193945" y="22919"/>
                </a:moveTo>
                <a:lnTo>
                  <a:pt x="8199303" y="22919"/>
                </a:lnTo>
                <a:lnTo>
                  <a:pt x="8199303" y="71884"/>
                </a:lnTo>
                <a:cubicBezTo>
                  <a:pt x="8199303" y="73273"/>
                  <a:pt x="8199625" y="74278"/>
                  <a:pt x="8200271" y="74898"/>
                </a:cubicBezTo>
                <a:cubicBezTo>
                  <a:pt x="8200915" y="75518"/>
                  <a:pt x="8201957" y="75828"/>
                  <a:pt x="8203395" y="75828"/>
                </a:cubicBezTo>
                <a:cubicBezTo>
                  <a:pt x="8204239" y="75828"/>
                  <a:pt x="8205231" y="75729"/>
                  <a:pt x="8206372" y="75530"/>
                </a:cubicBezTo>
                <a:lnTo>
                  <a:pt x="8206893" y="80069"/>
                </a:lnTo>
                <a:cubicBezTo>
                  <a:pt x="8205405" y="80466"/>
                  <a:pt x="8203867" y="80665"/>
                  <a:pt x="8202279" y="80665"/>
                </a:cubicBezTo>
                <a:cubicBezTo>
                  <a:pt x="8196723" y="80665"/>
                  <a:pt x="8193945" y="77812"/>
                  <a:pt x="8193945" y="72107"/>
                </a:cubicBezTo>
                <a:close/>
                <a:moveTo>
                  <a:pt x="8084110" y="22919"/>
                </a:moveTo>
                <a:lnTo>
                  <a:pt x="8089468" y="22919"/>
                </a:lnTo>
                <a:lnTo>
                  <a:pt x="8089468" y="80218"/>
                </a:lnTo>
                <a:lnTo>
                  <a:pt x="8084482" y="80218"/>
                </a:lnTo>
                <a:lnTo>
                  <a:pt x="8084482" y="75158"/>
                </a:lnTo>
                <a:cubicBezTo>
                  <a:pt x="8083143" y="77142"/>
                  <a:pt x="8081493" y="78643"/>
                  <a:pt x="8079533" y="79660"/>
                </a:cubicBezTo>
                <a:cubicBezTo>
                  <a:pt x="8077575" y="80677"/>
                  <a:pt x="8075379" y="81186"/>
                  <a:pt x="8072948" y="81186"/>
                </a:cubicBezTo>
                <a:cubicBezTo>
                  <a:pt x="8068235" y="81186"/>
                  <a:pt x="8064563" y="79325"/>
                  <a:pt x="8061935" y="75605"/>
                </a:cubicBezTo>
                <a:cubicBezTo>
                  <a:pt x="8059305" y="71884"/>
                  <a:pt x="8057991" y="66700"/>
                  <a:pt x="8057991" y="60052"/>
                </a:cubicBezTo>
                <a:cubicBezTo>
                  <a:pt x="8057991" y="53603"/>
                  <a:pt x="8059391" y="48567"/>
                  <a:pt x="8062195" y="44946"/>
                </a:cubicBezTo>
                <a:cubicBezTo>
                  <a:pt x="8064999" y="41324"/>
                  <a:pt x="8068879" y="39514"/>
                  <a:pt x="8073841" y="39514"/>
                </a:cubicBezTo>
                <a:cubicBezTo>
                  <a:pt x="8075875" y="39514"/>
                  <a:pt x="8077772" y="39911"/>
                  <a:pt x="8079533" y="40704"/>
                </a:cubicBezTo>
                <a:cubicBezTo>
                  <a:pt x="8081295" y="41498"/>
                  <a:pt x="8082821" y="42614"/>
                  <a:pt x="8084110" y="44053"/>
                </a:cubicBezTo>
                <a:close/>
                <a:moveTo>
                  <a:pt x="7998385" y="22919"/>
                </a:moveTo>
                <a:lnTo>
                  <a:pt x="8003743" y="22919"/>
                </a:lnTo>
                <a:lnTo>
                  <a:pt x="8003743" y="80218"/>
                </a:lnTo>
                <a:lnTo>
                  <a:pt x="7998757" y="80218"/>
                </a:lnTo>
                <a:lnTo>
                  <a:pt x="7998757" y="75158"/>
                </a:lnTo>
                <a:cubicBezTo>
                  <a:pt x="7997417" y="77142"/>
                  <a:pt x="7995767" y="78643"/>
                  <a:pt x="7993809" y="79660"/>
                </a:cubicBezTo>
                <a:cubicBezTo>
                  <a:pt x="7991849" y="80677"/>
                  <a:pt x="7989654" y="81186"/>
                  <a:pt x="7987223" y="81186"/>
                </a:cubicBezTo>
                <a:cubicBezTo>
                  <a:pt x="7982511" y="81186"/>
                  <a:pt x="7978839" y="79325"/>
                  <a:pt x="7976209" y="75605"/>
                </a:cubicBezTo>
                <a:cubicBezTo>
                  <a:pt x="7973581" y="71884"/>
                  <a:pt x="7972265" y="66700"/>
                  <a:pt x="7972265" y="60052"/>
                </a:cubicBezTo>
                <a:cubicBezTo>
                  <a:pt x="7972265" y="53603"/>
                  <a:pt x="7973667" y="48567"/>
                  <a:pt x="7976470" y="44946"/>
                </a:cubicBezTo>
                <a:cubicBezTo>
                  <a:pt x="7979273" y="41324"/>
                  <a:pt x="7983155" y="39514"/>
                  <a:pt x="7988116" y="39514"/>
                </a:cubicBezTo>
                <a:cubicBezTo>
                  <a:pt x="7990149" y="39514"/>
                  <a:pt x="7992047" y="39911"/>
                  <a:pt x="7993809" y="40704"/>
                </a:cubicBezTo>
                <a:cubicBezTo>
                  <a:pt x="7995570" y="41498"/>
                  <a:pt x="7997095" y="42614"/>
                  <a:pt x="7998385" y="44053"/>
                </a:cubicBezTo>
                <a:close/>
                <a:moveTo>
                  <a:pt x="7741210" y="22919"/>
                </a:moveTo>
                <a:lnTo>
                  <a:pt x="7746568" y="22919"/>
                </a:lnTo>
                <a:lnTo>
                  <a:pt x="7746568" y="80218"/>
                </a:lnTo>
                <a:lnTo>
                  <a:pt x="7741582" y="80218"/>
                </a:lnTo>
                <a:lnTo>
                  <a:pt x="7741582" y="75158"/>
                </a:lnTo>
                <a:cubicBezTo>
                  <a:pt x="7740243" y="77142"/>
                  <a:pt x="7738593" y="78643"/>
                  <a:pt x="7736634" y="79660"/>
                </a:cubicBezTo>
                <a:cubicBezTo>
                  <a:pt x="7734674" y="80677"/>
                  <a:pt x="7732479" y="81186"/>
                  <a:pt x="7730048" y="81186"/>
                </a:cubicBezTo>
                <a:cubicBezTo>
                  <a:pt x="7725335" y="81186"/>
                  <a:pt x="7721664" y="79325"/>
                  <a:pt x="7719035" y="75605"/>
                </a:cubicBezTo>
                <a:cubicBezTo>
                  <a:pt x="7716405" y="71884"/>
                  <a:pt x="7715091" y="66700"/>
                  <a:pt x="7715091" y="60052"/>
                </a:cubicBezTo>
                <a:cubicBezTo>
                  <a:pt x="7715091" y="53603"/>
                  <a:pt x="7716493" y="48567"/>
                  <a:pt x="7719295" y="44946"/>
                </a:cubicBezTo>
                <a:cubicBezTo>
                  <a:pt x="7722098" y="41324"/>
                  <a:pt x="7725980" y="39514"/>
                  <a:pt x="7730941" y="39514"/>
                </a:cubicBezTo>
                <a:cubicBezTo>
                  <a:pt x="7732975" y="39514"/>
                  <a:pt x="7734873" y="39911"/>
                  <a:pt x="7736634" y="40704"/>
                </a:cubicBezTo>
                <a:cubicBezTo>
                  <a:pt x="7738395" y="41498"/>
                  <a:pt x="7739920" y="42614"/>
                  <a:pt x="7741210" y="44053"/>
                </a:cubicBezTo>
                <a:close/>
                <a:moveTo>
                  <a:pt x="7588810" y="22919"/>
                </a:moveTo>
                <a:lnTo>
                  <a:pt x="7594168" y="22919"/>
                </a:lnTo>
                <a:lnTo>
                  <a:pt x="7594168" y="80218"/>
                </a:lnTo>
                <a:lnTo>
                  <a:pt x="7589182" y="80218"/>
                </a:lnTo>
                <a:lnTo>
                  <a:pt x="7589182" y="75158"/>
                </a:lnTo>
                <a:cubicBezTo>
                  <a:pt x="7587843" y="77142"/>
                  <a:pt x="7586193" y="78643"/>
                  <a:pt x="7584234" y="79660"/>
                </a:cubicBezTo>
                <a:cubicBezTo>
                  <a:pt x="7582274" y="80677"/>
                  <a:pt x="7580079" y="81186"/>
                  <a:pt x="7577648" y="81186"/>
                </a:cubicBezTo>
                <a:cubicBezTo>
                  <a:pt x="7572935" y="81186"/>
                  <a:pt x="7569264" y="79325"/>
                  <a:pt x="7566635" y="75605"/>
                </a:cubicBezTo>
                <a:cubicBezTo>
                  <a:pt x="7564005" y="71884"/>
                  <a:pt x="7562691" y="66700"/>
                  <a:pt x="7562691" y="60052"/>
                </a:cubicBezTo>
                <a:cubicBezTo>
                  <a:pt x="7562691" y="53603"/>
                  <a:pt x="7564093" y="48567"/>
                  <a:pt x="7566895" y="44946"/>
                </a:cubicBezTo>
                <a:cubicBezTo>
                  <a:pt x="7569698" y="41324"/>
                  <a:pt x="7573580" y="39514"/>
                  <a:pt x="7578541" y="39514"/>
                </a:cubicBezTo>
                <a:cubicBezTo>
                  <a:pt x="7580575" y="39514"/>
                  <a:pt x="7582473" y="39911"/>
                  <a:pt x="7584234" y="40704"/>
                </a:cubicBezTo>
                <a:cubicBezTo>
                  <a:pt x="7585995" y="41498"/>
                  <a:pt x="7587520" y="42614"/>
                  <a:pt x="7588810" y="44053"/>
                </a:cubicBezTo>
                <a:close/>
                <a:moveTo>
                  <a:pt x="7341160" y="22919"/>
                </a:moveTo>
                <a:lnTo>
                  <a:pt x="7346518" y="22919"/>
                </a:lnTo>
                <a:lnTo>
                  <a:pt x="7346518" y="80218"/>
                </a:lnTo>
                <a:lnTo>
                  <a:pt x="7341532" y="80218"/>
                </a:lnTo>
                <a:lnTo>
                  <a:pt x="7341532" y="75158"/>
                </a:lnTo>
                <a:cubicBezTo>
                  <a:pt x="7340193" y="77142"/>
                  <a:pt x="7338543" y="78643"/>
                  <a:pt x="7336584" y="79660"/>
                </a:cubicBezTo>
                <a:cubicBezTo>
                  <a:pt x="7334624" y="80677"/>
                  <a:pt x="7332429" y="81186"/>
                  <a:pt x="7329998" y="81186"/>
                </a:cubicBezTo>
                <a:cubicBezTo>
                  <a:pt x="7325285" y="81186"/>
                  <a:pt x="7321614" y="79325"/>
                  <a:pt x="7318985" y="75605"/>
                </a:cubicBezTo>
                <a:cubicBezTo>
                  <a:pt x="7316355" y="71884"/>
                  <a:pt x="7315041" y="66700"/>
                  <a:pt x="7315041" y="60052"/>
                </a:cubicBezTo>
                <a:cubicBezTo>
                  <a:pt x="7315041" y="53603"/>
                  <a:pt x="7316443" y="48567"/>
                  <a:pt x="7319245" y="44946"/>
                </a:cubicBezTo>
                <a:cubicBezTo>
                  <a:pt x="7322049" y="41324"/>
                  <a:pt x="7325930" y="39514"/>
                  <a:pt x="7330891" y="39514"/>
                </a:cubicBezTo>
                <a:cubicBezTo>
                  <a:pt x="7332925" y="39514"/>
                  <a:pt x="7334823" y="39911"/>
                  <a:pt x="7336584" y="40704"/>
                </a:cubicBezTo>
                <a:cubicBezTo>
                  <a:pt x="7338345" y="41498"/>
                  <a:pt x="7339870" y="42614"/>
                  <a:pt x="7341160" y="44053"/>
                </a:cubicBezTo>
                <a:close/>
                <a:moveTo>
                  <a:pt x="7108244" y="22919"/>
                </a:moveTo>
                <a:lnTo>
                  <a:pt x="7113602" y="22919"/>
                </a:lnTo>
                <a:lnTo>
                  <a:pt x="7113602" y="45020"/>
                </a:lnTo>
                <a:cubicBezTo>
                  <a:pt x="7116281" y="41349"/>
                  <a:pt x="7120002" y="39514"/>
                  <a:pt x="7124764" y="39514"/>
                </a:cubicBezTo>
                <a:cubicBezTo>
                  <a:pt x="7129477" y="39514"/>
                  <a:pt x="7133148" y="41374"/>
                  <a:pt x="7135777" y="45095"/>
                </a:cubicBezTo>
                <a:cubicBezTo>
                  <a:pt x="7138407" y="48816"/>
                  <a:pt x="7139721" y="54000"/>
                  <a:pt x="7139721" y="60647"/>
                </a:cubicBezTo>
                <a:cubicBezTo>
                  <a:pt x="7139721" y="67097"/>
                  <a:pt x="7138320" y="72132"/>
                  <a:pt x="7135517" y="75753"/>
                </a:cubicBezTo>
                <a:cubicBezTo>
                  <a:pt x="7132714" y="79375"/>
                  <a:pt x="7128832" y="81186"/>
                  <a:pt x="7123871" y="81186"/>
                </a:cubicBezTo>
                <a:cubicBezTo>
                  <a:pt x="7121738" y="81186"/>
                  <a:pt x="7119753" y="80752"/>
                  <a:pt x="7117918" y="79883"/>
                </a:cubicBezTo>
                <a:cubicBezTo>
                  <a:pt x="7116083" y="79015"/>
                  <a:pt x="7114520" y="77787"/>
                  <a:pt x="7113230" y="76200"/>
                </a:cubicBezTo>
                <a:lnTo>
                  <a:pt x="7113230" y="80218"/>
                </a:lnTo>
                <a:lnTo>
                  <a:pt x="7108244" y="80218"/>
                </a:lnTo>
                <a:close/>
                <a:moveTo>
                  <a:pt x="6936645" y="22919"/>
                </a:moveTo>
                <a:lnTo>
                  <a:pt x="6942003" y="22919"/>
                </a:lnTo>
                <a:lnTo>
                  <a:pt x="6942003" y="71884"/>
                </a:lnTo>
                <a:cubicBezTo>
                  <a:pt x="6942003" y="73273"/>
                  <a:pt x="6942326" y="74278"/>
                  <a:pt x="6942971" y="74898"/>
                </a:cubicBezTo>
                <a:cubicBezTo>
                  <a:pt x="6943616" y="75518"/>
                  <a:pt x="6944658" y="75828"/>
                  <a:pt x="6946096" y="75828"/>
                </a:cubicBezTo>
                <a:cubicBezTo>
                  <a:pt x="6946939" y="75828"/>
                  <a:pt x="6947932" y="75729"/>
                  <a:pt x="6949072" y="75530"/>
                </a:cubicBezTo>
                <a:lnTo>
                  <a:pt x="6949593" y="80069"/>
                </a:lnTo>
                <a:cubicBezTo>
                  <a:pt x="6948105" y="80466"/>
                  <a:pt x="6946567" y="80665"/>
                  <a:pt x="6944980" y="80665"/>
                </a:cubicBezTo>
                <a:cubicBezTo>
                  <a:pt x="6939424" y="80665"/>
                  <a:pt x="6936645" y="77812"/>
                  <a:pt x="6936645" y="72107"/>
                </a:cubicBezTo>
                <a:close/>
                <a:moveTo>
                  <a:pt x="6917595" y="22919"/>
                </a:moveTo>
                <a:lnTo>
                  <a:pt x="6922953" y="22919"/>
                </a:lnTo>
                <a:lnTo>
                  <a:pt x="6922953" y="71884"/>
                </a:lnTo>
                <a:cubicBezTo>
                  <a:pt x="6922953" y="73273"/>
                  <a:pt x="6923276" y="74278"/>
                  <a:pt x="6923921" y="74898"/>
                </a:cubicBezTo>
                <a:cubicBezTo>
                  <a:pt x="6924565" y="75518"/>
                  <a:pt x="6925607" y="75828"/>
                  <a:pt x="6927046" y="75828"/>
                </a:cubicBezTo>
                <a:cubicBezTo>
                  <a:pt x="6927889" y="75828"/>
                  <a:pt x="6928881" y="75729"/>
                  <a:pt x="6930022" y="75530"/>
                </a:cubicBezTo>
                <a:lnTo>
                  <a:pt x="6930543" y="80069"/>
                </a:lnTo>
                <a:cubicBezTo>
                  <a:pt x="6929055" y="80466"/>
                  <a:pt x="6927517" y="80665"/>
                  <a:pt x="6925930" y="80665"/>
                </a:cubicBezTo>
                <a:cubicBezTo>
                  <a:pt x="6920374" y="80665"/>
                  <a:pt x="6917595" y="77812"/>
                  <a:pt x="6917595" y="72107"/>
                </a:cubicBezTo>
                <a:close/>
                <a:moveTo>
                  <a:pt x="6832019" y="22919"/>
                </a:moveTo>
                <a:lnTo>
                  <a:pt x="6837377" y="22919"/>
                </a:lnTo>
                <a:lnTo>
                  <a:pt x="6837377" y="44351"/>
                </a:lnTo>
                <a:cubicBezTo>
                  <a:pt x="6840701" y="41126"/>
                  <a:pt x="6844670" y="39514"/>
                  <a:pt x="6849283" y="39514"/>
                </a:cubicBezTo>
                <a:cubicBezTo>
                  <a:pt x="6853202" y="39514"/>
                  <a:pt x="6856253" y="40618"/>
                  <a:pt x="6858436" y="42825"/>
                </a:cubicBezTo>
                <a:cubicBezTo>
                  <a:pt x="6860619" y="45033"/>
                  <a:pt x="6861710" y="48121"/>
                  <a:pt x="6861710" y="52090"/>
                </a:cubicBezTo>
                <a:lnTo>
                  <a:pt x="6861710" y="80218"/>
                </a:lnTo>
                <a:lnTo>
                  <a:pt x="6856353" y="80218"/>
                </a:lnTo>
                <a:lnTo>
                  <a:pt x="6856353" y="52462"/>
                </a:lnTo>
                <a:cubicBezTo>
                  <a:pt x="6856353" y="47302"/>
                  <a:pt x="6853525" y="44723"/>
                  <a:pt x="6847869" y="44723"/>
                </a:cubicBezTo>
                <a:cubicBezTo>
                  <a:pt x="6843950" y="44723"/>
                  <a:pt x="6840453" y="46037"/>
                  <a:pt x="6837377" y="48667"/>
                </a:cubicBezTo>
                <a:lnTo>
                  <a:pt x="6837377" y="80218"/>
                </a:lnTo>
                <a:lnTo>
                  <a:pt x="6832019" y="80218"/>
                </a:lnTo>
                <a:close/>
                <a:moveTo>
                  <a:pt x="6755670" y="22919"/>
                </a:moveTo>
                <a:lnTo>
                  <a:pt x="6761028" y="22919"/>
                </a:lnTo>
                <a:lnTo>
                  <a:pt x="6761028" y="71884"/>
                </a:lnTo>
                <a:cubicBezTo>
                  <a:pt x="6761028" y="73273"/>
                  <a:pt x="6761351" y="74278"/>
                  <a:pt x="6761996" y="74898"/>
                </a:cubicBezTo>
                <a:cubicBezTo>
                  <a:pt x="6762640" y="75518"/>
                  <a:pt x="6763682" y="75828"/>
                  <a:pt x="6765121" y="75828"/>
                </a:cubicBezTo>
                <a:cubicBezTo>
                  <a:pt x="6765964" y="75828"/>
                  <a:pt x="6766957" y="75729"/>
                  <a:pt x="6768097" y="75530"/>
                </a:cubicBezTo>
                <a:lnTo>
                  <a:pt x="6768618" y="80069"/>
                </a:lnTo>
                <a:cubicBezTo>
                  <a:pt x="6767130" y="80466"/>
                  <a:pt x="6765592" y="80665"/>
                  <a:pt x="6764005" y="80665"/>
                </a:cubicBezTo>
                <a:cubicBezTo>
                  <a:pt x="6758449" y="80665"/>
                  <a:pt x="6755670" y="77812"/>
                  <a:pt x="6755670" y="72107"/>
                </a:cubicBezTo>
                <a:close/>
                <a:moveTo>
                  <a:pt x="6384344" y="22919"/>
                </a:moveTo>
                <a:lnTo>
                  <a:pt x="6389702" y="22919"/>
                </a:lnTo>
                <a:lnTo>
                  <a:pt x="6389702" y="44351"/>
                </a:lnTo>
                <a:cubicBezTo>
                  <a:pt x="6393026" y="41126"/>
                  <a:pt x="6396995" y="39514"/>
                  <a:pt x="6401608" y="39514"/>
                </a:cubicBezTo>
                <a:cubicBezTo>
                  <a:pt x="6405528" y="39514"/>
                  <a:pt x="6408579" y="40618"/>
                  <a:pt x="6410761" y="42825"/>
                </a:cubicBezTo>
                <a:cubicBezTo>
                  <a:pt x="6412944" y="45033"/>
                  <a:pt x="6414035" y="48121"/>
                  <a:pt x="6414035" y="52090"/>
                </a:cubicBezTo>
                <a:lnTo>
                  <a:pt x="6414035" y="80218"/>
                </a:lnTo>
                <a:lnTo>
                  <a:pt x="6408678" y="80218"/>
                </a:lnTo>
                <a:lnTo>
                  <a:pt x="6408678" y="52462"/>
                </a:lnTo>
                <a:cubicBezTo>
                  <a:pt x="6408678" y="47302"/>
                  <a:pt x="6405850" y="44723"/>
                  <a:pt x="6400194" y="44723"/>
                </a:cubicBezTo>
                <a:cubicBezTo>
                  <a:pt x="6396275" y="44723"/>
                  <a:pt x="6392778" y="46037"/>
                  <a:pt x="6389702" y="48667"/>
                </a:cubicBezTo>
                <a:lnTo>
                  <a:pt x="6389702" y="80218"/>
                </a:lnTo>
                <a:lnTo>
                  <a:pt x="6384344" y="80218"/>
                </a:lnTo>
                <a:close/>
                <a:moveTo>
                  <a:pt x="5974620" y="22919"/>
                </a:moveTo>
                <a:lnTo>
                  <a:pt x="5979978" y="22919"/>
                </a:lnTo>
                <a:lnTo>
                  <a:pt x="5979978" y="71884"/>
                </a:lnTo>
                <a:cubicBezTo>
                  <a:pt x="5979978" y="73273"/>
                  <a:pt x="5980301" y="74278"/>
                  <a:pt x="5980946" y="74898"/>
                </a:cubicBezTo>
                <a:cubicBezTo>
                  <a:pt x="5981590" y="75518"/>
                  <a:pt x="5982632" y="75828"/>
                  <a:pt x="5984071" y="75828"/>
                </a:cubicBezTo>
                <a:cubicBezTo>
                  <a:pt x="5984914" y="75828"/>
                  <a:pt x="5985907" y="75729"/>
                  <a:pt x="5987047" y="75530"/>
                </a:cubicBezTo>
                <a:lnTo>
                  <a:pt x="5987568" y="80069"/>
                </a:lnTo>
                <a:cubicBezTo>
                  <a:pt x="5986080" y="80466"/>
                  <a:pt x="5984542" y="80665"/>
                  <a:pt x="5982955" y="80665"/>
                </a:cubicBezTo>
                <a:cubicBezTo>
                  <a:pt x="5977399" y="80665"/>
                  <a:pt x="5974620" y="77812"/>
                  <a:pt x="5974620" y="72107"/>
                </a:cubicBezTo>
                <a:close/>
                <a:moveTo>
                  <a:pt x="5117519" y="22919"/>
                </a:moveTo>
                <a:lnTo>
                  <a:pt x="5122877" y="22919"/>
                </a:lnTo>
                <a:lnTo>
                  <a:pt x="5122877" y="44351"/>
                </a:lnTo>
                <a:cubicBezTo>
                  <a:pt x="5126201" y="41126"/>
                  <a:pt x="5130170" y="39514"/>
                  <a:pt x="5134783" y="39514"/>
                </a:cubicBezTo>
                <a:cubicBezTo>
                  <a:pt x="5138703" y="39514"/>
                  <a:pt x="5141754" y="40618"/>
                  <a:pt x="5143937" y="42825"/>
                </a:cubicBezTo>
                <a:cubicBezTo>
                  <a:pt x="5146119" y="45033"/>
                  <a:pt x="5147210" y="48121"/>
                  <a:pt x="5147210" y="52090"/>
                </a:cubicBezTo>
                <a:lnTo>
                  <a:pt x="5147210" y="80218"/>
                </a:lnTo>
                <a:lnTo>
                  <a:pt x="5141853" y="80218"/>
                </a:lnTo>
                <a:lnTo>
                  <a:pt x="5141853" y="52462"/>
                </a:lnTo>
                <a:cubicBezTo>
                  <a:pt x="5141853" y="47302"/>
                  <a:pt x="5139025" y="44723"/>
                  <a:pt x="5133369" y="44723"/>
                </a:cubicBezTo>
                <a:cubicBezTo>
                  <a:pt x="5129450" y="44723"/>
                  <a:pt x="5125952" y="46037"/>
                  <a:pt x="5122877" y="48667"/>
                </a:cubicBezTo>
                <a:lnTo>
                  <a:pt x="5122877" y="80218"/>
                </a:lnTo>
                <a:lnTo>
                  <a:pt x="5117519" y="80218"/>
                </a:lnTo>
                <a:close/>
                <a:moveTo>
                  <a:pt x="4955595" y="22919"/>
                </a:moveTo>
                <a:lnTo>
                  <a:pt x="4960952" y="22919"/>
                </a:lnTo>
                <a:lnTo>
                  <a:pt x="4960952" y="44351"/>
                </a:lnTo>
                <a:cubicBezTo>
                  <a:pt x="4964276" y="41126"/>
                  <a:pt x="4968245" y="39514"/>
                  <a:pt x="4972858" y="39514"/>
                </a:cubicBezTo>
                <a:cubicBezTo>
                  <a:pt x="4976778" y="39514"/>
                  <a:pt x="4979829" y="40618"/>
                  <a:pt x="4982012" y="42825"/>
                </a:cubicBezTo>
                <a:cubicBezTo>
                  <a:pt x="4984194" y="45033"/>
                  <a:pt x="4985286" y="48121"/>
                  <a:pt x="4985286" y="52090"/>
                </a:cubicBezTo>
                <a:lnTo>
                  <a:pt x="4985286" y="80218"/>
                </a:lnTo>
                <a:lnTo>
                  <a:pt x="4979928" y="80218"/>
                </a:lnTo>
                <a:lnTo>
                  <a:pt x="4979928" y="52462"/>
                </a:lnTo>
                <a:cubicBezTo>
                  <a:pt x="4979928" y="47302"/>
                  <a:pt x="4977100" y="44723"/>
                  <a:pt x="4971444" y="44723"/>
                </a:cubicBezTo>
                <a:cubicBezTo>
                  <a:pt x="4967525" y="44723"/>
                  <a:pt x="4964027" y="46037"/>
                  <a:pt x="4960952" y="48667"/>
                </a:cubicBezTo>
                <a:lnTo>
                  <a:pt x="4960952" y="80218"/>
                </a:lnTo>
                <a:lnTo>
                  <a:pt x="4955595" y="80218"/>
                </a:lnTo>
                <a:close/>
                <a:moveTo>
                  <a:pt x="4860344" y="22919"/>
                </a:moveTo>
                <a:lnTo>
                  <a:pt x="4865702" y="22919"/>
                </a:lnTo>
                <a:lnTo>
                  <a:pt x="4865702" y="44351"/>
                </a:lnTo>
                <a:cubicBezTo>
                  <a:pt x="4869026" y="41126"/>
                  <a:pt x="4872995" y="39514"/>
                  <a:pt x="4877608" y="39514"/>
                </a:cubicBezTo>
                <a:cubicBezTo>
                  <a:pt x="4881528" y="39514"/>
                  <a:pt x="4884579" y="40618"/>
                  <a:pt x="4886761" y="42825"/>
                </a:cubicBezTo>
                <a:cubicBezTo>
                  <a:pt x="4888944" y="45033"/>
                  <a:pt x="4890035" y="48121"/>
                  <a:pt x="4890035" y="52090"/>
                </a:cubicBezTo>
                <a:lnTo>
                  <a:pt x="4890035" y="80218"/>
                </a:lnTo>
                <a:lnTo>
                  <a:pt x="4884678" y="80218"/>
                </a:lnTo>
                <a:lnTo>
                  <a:pt x="4884678" y="52462"/>
                </a:lnTo>
                <a:cubicBezTo>
                  <a:pt x="4884678" y="47302"/>
                  <a:pt x="4881850" y="44723"/>
                  <a:pt x="4876194" y="44723"/>
                </a:cubicBezTo>
                <a:cubicBezTo>
                  <a:pt x="4872276" y="44723"/>
                  <a:pt x="4868778" y="46037"/>
                  <a:pt x="4865702" y="48667"/>
                </a:cubicBezTo>
                <a:lnTo>
                  <a:pt x="4865702" y="80218"/>
                </a:lnTo>
                <a:lnTo>
                  <a:pt x="4860344" y="80218"/>
                </a:lnTo>
                <a:close/>
                <a:moveTo>
                  <a:pt x="4345845" y="22919"/>
                </a:moveTo>
                <a:lnTo>
                  <a:pt x="4351203" y="22919"/>
                </a:lnTo>
                <a:lnTo>
                  <a:pt x="4351203" y="71884"/>
                </a:lnTo>
                <a:cubicBezTo>
                  <a:pt x="4351203" y="73273"/>
                  <a:pt x="4351526" y="74278"/>
                  <a:pt x="4352171" y="74898"/>
                </a:cubicBezTo>
                <a:cubicBezTo>
                  <a:pt x="4352816" y="75518"/>
                  <a:pt x="4353857" y="75828"/>
                  <a:pt x="4355296" y="75828"/>
                </a:cubicBezTo>
                <a:cubicBezTo>
                  <a:pt x="4356139" y="75828"/>
                  <a:pt x="4357132" y="75729"/>
                  <a:pt x="4358273" y="75530"/>
                </a:cubicBezTo>
                <a:lnTo>
                  <a:pt x="4358793" y="80069"/>
                </a:lnTo>
                <a:cubicBezTo>
                  <a:pt x="4357305" y="80466"/>
                  <a:pt x="4355767" y="80665"/>
                  <a:pt x="4354180" y="80665"/>
                </a:cubicBezTo>
                <a:cubicBezTo>
                  <a:pt x="4348623" y="80665"/>
                  <a:pt x="4345845" y="77812"/>
                  <a:pt x="4345845" y="72107"/>
                </a:cubicBezTo>
                <a:close/>
                <a:moveTo>
                  <a:pt x="4159810" y="22919"/>
                </a:moveTo>
                <a:lnTo>
                  <a:pt x="4165168" y="22919"/>
                </a:lnTo>
                <a:lnTo>
                  <a:pt x="4165168" y="80218"/>
                </a:lnTo>
                <a:lnTo>
                  <a:pt x="4160183" y="80218"/>
                </a:lnTo>
                <a:lnTo>
                  <a:pt x="4160183" y="75158"/>
                </a:lnTo>
                <a:cubicBezTo>
                  <a:pt x="4158843" y="77142"/>
                  <a:pt x="4157193" y="78643"/>
                  <a:pt x="4155234" y="79660"/>
                </a:cubicBezTo>
                <a:cubicBezTo>
                  <a:pt x="4153274" y="80677"/>
                  <a:pt x="4151079" y="81186"/>
                  <a:pt x="4148648" y="81186"/>
                </a:cubicBezTo>
                <a:cubicBezTo>
                  <a:pt x="4143935" y="81186"/>
                  <a:pt x="4140264" y="79325"/>
                  <a:pt x="4137635" y="75605"/>
                </a:cubicBezTo>
                <a:cubicBezTo>
                  <a:pt x="4135005" y="71884"/>
                  <a:pt x="4133691" y="66700"/>
                  <a:pt x="4133691" y="60052"/>
                </a:cubicBezTo>
                <a:cubicBezTo>
                  <a:pt x="4133691" y="53603"/>
                  <a:pt x="4135092" y="48567"/>
                  <a:pt x="4137895" y="44946"/>
                </a:cubicBezTo>
                <a:cubicBezTo>
                  <a:pt x="4140698" y="41324"/>
                  <a:pt x="4144580" y="39514"/>
                  <a:pt x="4149541" y="39514"/>
                </a:cubicBezTo>
                <a:cubicBezTo>
                  <a:pt x="4151575" y="39514"/>
                  <a:pt x="4153472" y="39911"/>
                  <a:pt x="4155234" y="40704"/>
                </a:cubicBezTo>
                <a:cubicBezTo>
                  <a:pt x="4156996" y="41498"/>
                  <a:pt x="4158520" y="42614"/>
                  <a:pt x="4159810" y="44053"/>
                </a:cubicBezTo>
                <a:close/>
                <a:moveTo>
                  <a:pt x="3931210" y="22919"/>
                </a:moveTo>
                <a:lnTo>
                  <a:pt x="3936568" y="22919"/>
                </a:lnTo>
                <a:lnTo>
                  <a:pt x="3936568" y="80218"/>
                </a:lnTo>
                <a:lnTo>
                  <a:pt x="3931582" y="80218"/>
                </a:lnTo>
                <a:lnTo>
                  <a:pt x="3931582" y="75158"/>
                </a:lnTo>
                <a:cubicBezTo>
                  <a:pt x="3930243" y="77142"/>
                  <a:pt x="3928593" y="78643"/>
                  <a:pt x="3926634" y="79660"/>
                </a:cubicBezTo>
                <a:cubicBezTo>
                  <a:pt x="3924674" y="80677"/>
                  <a:pt x="3922480" y="81186"/>
                  <a:pt x="3920049" y="81186"/>
                </a:cubicBezTo>
                <a:cubicBezTo>
                  <a:pt x="3915335" y="81186"/>
                  <a:pt x="3911664" y="79325"/>
                  <a:pt x="3909035" y="75605"/>
                </a:cubicBezTo>
                <a:cubicBezTo>
                  <a:pt x="3906405" y="71884"/>
                  <a:pt x="3905091" y="66700"/>
                  <a:pt x="3905091" y="60052"/>
                </a:cubicBezTo>
                <a:cubicBezTo>
                  <a:pt x="3905091" y="53603"/>
                  <a:pt x="3906492" y="48567"/>
                  <a:pt x="3909296" y="44946"/>
                </a:cubicBezTo>
                <a:cubicBezTo>
                  <a:pt x="3912098" y="41324"/>
                  <a:pt x="3915980" y="39514"/>
                  <a:pt x="3920941" y="39514"/>
                </a:cubicBezTo>
                <a:cubicBezTo>
                  <a:pt x="3922975" y="39514"/>
                  <a:pt x="3924872" y="39911"/>
                  <a:pt x="3926634" y="40704"/>
                </a:cubicBezTo>
                <a:cubicBezTo>
                  <a:pt x="3928395" y="41498"/>
                  <a:pt x="3929921" y="42614"/>
                  <a:pt x="3931210" y="44053"/>
                </a:cubicBezTo>
                <a:close/>
                <a:moveTo>
                  <a:pt x="3483536" y="22919"/>
                </a:moveTo>
                <a:lnTo>
                  <a:pt x="3488893" y="22919"/>
                </a:lnTo>
                <a:lnTo>
                  <a:pt x="3488893" y="80218"/>
                </a:lnTo>
                <a:lnTo>
                  <a:pt x="3483908" y="80218"/>
                </a:lnTo>
                <a:lnTo>
                  <a:pt x="3483908" y="75158"/>
                </a:lnTo>
                <a:cubicBezTo>
                  <a:pt x="3482568" y="77142"/>
                  <a:pt x="3480919" y="78643"/>
                  <a:pt x="3478960" y="79660"/>
                </a:cubicBezTo>
                <a:cubicBezTo>
                  <a:pt x="3476999" y="80677"/>
                  <a:pt x="3474804" y="81186"/>
                  <a:pt x="3472374" y="81186"/>
                </a:cubicBezTo>
                <a:cubicBezTo>
                  <a:pt x="3467660" y="81186"/>
                  <a:pt x="3463990" y="79325"/>
                  <a:pt x="3461360" y="75605"/>
                </a:cubicBezTo>
                <a:cubicBezTo>
                  <a:pt x="3458731" y="71884"/>
                  <a:pt x="3457416" y="66700"/>
                  <a:pt x="3457416" y="60052"/>
                </a:cubicBezTo>
                <a:cubicBezTo>
                  <a:pt x="3457416" y="53603"/>
                  <a:pt x="3458818" y="48567"/>
                  <a:pt x="3461621" y="44946"/>
                </a:cubicBezTo>
                <a:cubicBezTo>
                  <a:pt x="3464423" y="41324"/>
                  <a:pt x="3468306" y="39514"/>
                  <a:pt x="3473267" y="39514"/>
                </a:cubicBezTo>
                <a:cubicBezTo>
                  <a:pt x="3475301" y="39514"/>
                  <a:pt x="3477198" y="39911"/>
                  <a:pt x="3478960" y="40704"/>
                </a:cubicBezTo>
                <a:cubicBezTo>
                  <a:pt x="3480721" y="41498"/>
                  <a:pt x="3482246" y="42614"/>
                  <a:pt x="3483536" y="44053"/>
                </a:cubicBezTo>
                <a:close/>
                <a:moveTo>
                  <a:pt x="2612296" y="22919"/>
                </a:moveTo>
                <a:lnTo>
                  <a:pt x="2617654" y="22919"/>
                </a:lnTo>
                <a:lnTo>
                  <a:pt x="2617654" y="71884"/>
                </a:lnTo>
                <a:cubicBezTo>
                  <a:pt x="2617654" y="73273"/>
                  <a:pt x="2617976" y="74278"/>
                  <a:pt x="2618621" y="74898"/>
                </a:cubicBezTo>
                <a:cubicBezTo>
                  <a:pt x="2619266" y="75518"/>
                  <a:pt x="2620308" y="75828"/>
                  <a:pt x="2621747" y="75828"/>
                </a:cubicBezTo>
                <a:cubicBezTo>
                  <a:pt x="2622590" y="75828"/>
                  <a:pt x="2623582" y="75729"/>
                  <a:pt x="2624723" y="75530"/>
                </a:cubicBezTo>
                <a:lnTo>
                  <a:pt x="2625244" y="80069"/>
                </a:lnTo>
                <a:cubicBezTo>
                  <a:pt x="2623756" y="80466"/>
                  <a:pt x="2622218" y="80665"/>
                  <a:pt x="2620630" y="80665"/>
                </a:cubicBezTo>
                <a:cubicBezTo>
                  <a:pt x="2615075" y="80665"/>
                  <a:pt x="2612296" y="77812"/>
                  <a:pt x="2612296" y="72107"/>
                </a:cubicBezTo>
                <a:close/>
                <a:moveTo>
                  <a:pt x="1659796" y="22919"/>
                </a:moveTo>
                <a:lnTo>
                  <a:pt x="1665154" y="22919"/>
                </a:lnTo>
                <a:lnTo>
                  <a:pt x="1665154" y="71884"/>
                </a:lnTo>
                <a:cubicBezTo>
                  <a:pt x="1665154" y="73273"/>
                  <a:pt x="1665477" y="74278"/>
                  <a:pt x="1666121" y="74898"/>
                </a:cubicBezTo>
                <a:cubicBezTo>
                  <a:pt x="1666766" y="75518"/>
                  <a:pt x="1667807" y="75828"/>
                  <a:pt x="1669246" y="75828"/>
                </a:cubicBezTo>
                <a:cubicBezTo>
                  <a:pt x="1670090" y="75828"/>
                  <a:pt x="1671083" y="75729"/>
                  <a:pt x="1672223" y="75530"/>
                </a:cubicBezTo>
                <a:lnTo>
                  <a:pt x="1672743" y="80069"/>
                </a:lnTo>
                <a:cubicBezTo>
                  <a:pt x="1671256" y="80466"/>
                  <a:pt x="1669718" y="80665"/>
                  <a:pt x="1668130" y="80665"/>
                </a:cubicBezTo>
                <a:cubicBezTo>
                  <a:pt x="1662574" y="80665"/>
                  <a:pt x="1659796" y="77812"/>
                  <a:pt x="1659796" y="72107"/>
                </a:cubicBezTo>
                <a:close/>
                <a:moveTo>
                  <a:pt x="1278945" y="22919"/>
                </a:moveTo>
                <a:lnTo>
                  <a:pt x="1284303" y="22919"/>
                </a:lnTo>
                <a:lnTo>
                  <a:pt x="1284303" y="44351"/>
                </a:lnTo>
                <a:cubicBezTo>
                  <a:pt x="1287627" y="41126"/>
                  <a:pt x="1291595" y="39514"/>
                  <a:pt x="1296209" y="39514"/>
                </a:cubicBezTo>
                <a:cubicBezTo>
                  <a:pt x="1300128" y="39514"/>
                  <a:pt x="1303179" y="40618"/>
                  <a:pt x="1305362" y="42825"/>
                </a:cubicBezTo>
                <a:cubicBezTo>
                  <a:pt x="1307544" y="45033"/>
                  <a:pt x="1308636" y="48121"/>
                  <a:pt x="1308636" y="52090"/>
                </a:cubicBezTo>
                <a:lnTo>
                  <a:pt x="1308636" y="80218"/>
                </a:lnTo>
                <a:lnTo>
                  <a:pt x="1303278" y="80218"/>
                </a:lnTo>
                <a:lnTo>
                  <a:pt x="1303278" y="52462"/>
                </a:lnTo>
                <a:cubicBezTo>
                  <a:pt x="1303278" y="47302"/>
                  <a:pt x="1300451" y="44723"/>
                  <a:pt x="1294795" y="44723"/>
                </a:cubicBezTo>
                <a:cubicBezTo>
                  <a:pt x="1290876" y="44723"/>
                  <a:pt x="1287379" y="46037"/>
                  <a:pt x="1284303" y="48667"/>
                </a:cubicBezTo>
                <a:lnTo>
                  <a:pt x="1284303" y="80218"/>
                </a:lnTo>
                <a:lnTo>
                  <a:pt x="1278945" y="80218"/>
                </a:lnTo>
                <a:close/>
                <a:moveTo>
                  <a:pt x="10504502" y="22547"/>
                </a:moveTo>
                <a:cubicBezTo>
                  <a:pt x="10506040" y="22547"/>
                  <a:pt x="10507305" y="22671"/>
                  <a:pt x="10508297" y="22919"/>
                </a:cubicBezTo>
                <a:lnTo>
                  <a:pt x="10508297" y="27682"/>
                </a:lnTo>
                <a:cubicBezTo>
                  <a:pt x="10506809" y="27483"/>
                  <a:pt x="10505544" y="27384"/>
                  <a:pt x="10504502" y="27384"/>
                </a:cubicBezTo>
                <a:cubicBezTo>
                  <a:pt x="10501873" y="27384"/>
                  <a:pt x="10499875" y="28066"/>
                  <a:pt x="10498511" y="29431"/>
                </a:cubicBezTo>
                <a:cubicBezTo>
                  <a:pt x="10497148" y="30795"/>
                  <a:pt x="10496465" y="32792"/>
                  <a:pt x="10496465" y="35421"/>
                </a:cubicBezTo>
                <a:lnTo>
                  <a:pt x="10496465" y="40481"/>
                </a:lnTo>
                <a:lnTo>
                  <a:pt x="10506883" y="40481"/>
                </a:lnTo>
                <a:lnTo>
                  <a:pt x="10506883" y="45020"/>
                </a:lnTo>
                <a:lnTo>
                  <a:pt x="10496465" y="45020"/>
                </a:lnTo>
                <a:lnTo>
                  <a:pt x="10496465" y="80218"/>
                </a:lnTo>
                <a:lnTo>
                  <a:pt x="10491107" y="80218"/>
                </a:lnTo>
                <a:lnTo>
                  <a:pt x="10491107" y="45020"/>
                </a:lnTo>
                <a:lnTo>
                  <a:pt x="10484187" y="45020"/>
                </a:lnTo>
                <a:lnTo>
                  <a:pt x="10484187" y="40481"/>
                </a:lnTo>
                <a:lnTo>
                  <a:pt x="10491107" y="40481"/>
                </a:lnTo>
                <a:lnTo>
                  <a:pt x="10491107" y="35421"/>
                </a:lnTo>
                <a:cubicBezTo>
                  <a:pt x="10491107" y="31353"/>
                  <a:pt x="10492285" y="28190"/>
                  <a:pt x="10494642" y="25933"/>
                </a:cubicBezTo>
                <a:cubicBezTo>
                  <a:pt x="10496999" y="23676"/>
                  <a:pt x="10500285" y="22547"/>
                  <a:pt x="10504502" y="22547"/>
                </a:cubicBezTo>
                <a:close/>
                <a:moveTo>
                  <a:pt x="5570552" y="22547"/>
                </a:moveTo>
                <a:cubicBezTo>
                  <a:pt x="5572090" y="22547"/>
                  <a:pt x="5573355" y="22671"/>
                  <a:pt x="5574347" y="22919"/>
                </a:cubicBezTo>
                <a:lnTo>
                  <a:pt x="5574347" y="27682"/>
                </a:lnTo>
                <a:cubicBezTo>
                  <a:pt x="5572859" y="27483"/>
                  <a:pt x="5571594" y="27384"/>
                  <a:pt x="5570552" y="27384"/>
                </a:cubicBezTo>
                <a:cubicBezTo>
                  <a:pt x="5567922" y="27384"/>
                  <a:pt x="5565926" y="28066"/>
                  <a:pt x="5564562" y="29431"/>
                </a:cubicBezTo>
                <a:cubicBezTo>
                  <a:pt x="5563197" y="30795"/>
                  <a:pt x="5562515" y="32792"/>
                  <a:pt x="5562515" y="35421"/>
                </a:cubicBezTo>
                <a:lnTo>
                  <a:pt x="5562515" y="40481"/>
                </a:lnTo>
                <a:lnTo>
                  <a:pt x="5572933" y="40481"/>
                </a:lnTo>
                <a:lnTo>
                  <a:pt x="5572933" y="45020"/>
                </a:lnTo>
                <a:lnTo>
                  <a:pt x="5562515" y="45020"/>
                </a:lnTo>
                <a:lnTo>
                  <a:pt x="5562515" y="80218"/>
                </a:lnTo>
                <a:lnTo>
                  <a:pt x="5557157" y="80218"/>
                </a:lnTo>
                <a:lnTo>
                  <a:pt x="5557157" y="45020"/>
                </a:lnTo>
                <a:lnTo>
                  <a:pt x="5550237" y="45020"/>
                </a:lnTo>
                <a:lnTo>
                  <a:pt x="5550237" y="40481"/>
                </a:lnTo>
                <a:lnTo>
                  <a:pt x="5557157" y="40481"/>
                </a:lnTo>
                <a:lnTo>
                  <a:pt x="5557157" y="35421"/>
                </a:lnTo>
                <a:cubicBezTo>
                  <a:pt x="5557157" y="31353"/>
                  <a:pt x="5558336" y="28190"/>
                  <a:pt x="5560692" y="25933"/>
                </a:cubicBezTo>
                <a:cubicBezTo>
                  <a:pt x="5563048" y="23676"/>
                  <a:pt x="5566335" y="22547"/>
                  <a:pt x="5570552" y="22547"/>
                </a:cubicBezTo>
                <a:close/>
                <a:moveTo>
                  <a:pt x="4465652" y="22547"/>
                </a:moveTo>
                <a:cubicBezTo>
                  <a:pt x="4467190" y="22547"/>
                  <a:pt x="4468455" y="22671"/>
                  <a:pt x="4469448" y="22919"/>
                </a:cubicBezTo>
                <a:lnTo>
                  <a:pt x="4469448" y="27682"/>
                </a:lnTo>
                <a:cubicBezTo>
                  <a:pt x="4467959" y="27483"/>
                  <a:pt x="4466694" y="27384"/>
                  <a:pt x="4465652" y="27384"/>
                </a:cubicBezTo>
                <a:cubicBezTo>
                  <a:pt x="4463023" y="27384"/>
                  <a:pt x="4461026" y="28066"/>
                  <a:pt x="4459662" y="29431"/>
                </a:cubicBezTo>
                <a:cubicBezTo>
                  <a:pt x="4458297" y="30795"/>
                  <a:pt x="4457615" y="32792"/>
                  <a:pt x="4457615" y="35421"/>
                </a:cubicBezTo>
                <a:lnTo>
                  <a:pt x="4457615" y="40481"/>
                </a:lnTo>
                <a:lnTo>
                  <a:pt x="4468033" y="40481"/>
                </a:lnTo>
                <a:lnTo>
                  <a:pt x="4468033" y="45020"/>
                </a:lnTo>
                <a:lnTo>
                  <a:pt x="4457615" y="45020"/>
                </a:lnTo>
                <a:lnTo>
                  <a:pt x="4457615" y="80218"/>
                </a:lnTo>
                <a:lnTo>
                  <a:pt x="4452257" y="80218"/>
                </a:lnTo>
                <a:lnTo>
                  <a:pt x="4452257" y="45020"/>
                </a:lnTo>
                <a:lnTo>
                  <a:pt x="4445337" y="45020"/>
                </a:lnTo>
                <a:lnTo>
                  <a:pt x="4445337" y="40481"/>
                </a:lnTo>
                <a:lnTo>
                  <a:pt x="4452257" y="40481"/>
                </a:lnTo>
                <a:lnTo>
                  <a:pt x="4452257" y="35421"/>
                </a:lnTo>
                <a:cubicBezTo>
                  <a:pt x="4452257" y="31353"/>
                  <a:pt x="4453436" y="28190"/>
                  <a:pt x="4455792" y="25933"/>
                </a:cubicBezTo>
                <a:cubicBezTo>
                  <a:pt x="4458149" y="23676"/>
                  <a:pt x="4461435" y="22547"/>
                  <a:pt x="4465652" y="22547"/>
                </a:cubicBezTo>
                <a:close/>
                <a:moveTo>
                  <a:pt x="4103702" y="22547"/>
                </a:moveTo>
                <a:cubicBezTo>
                  <a:pt x="4105240" y="22547"/>
                  <a:pt x="4106505" y="22671"/>
                  <a:pt x="4107498" y="22919"/>
                </a:cubicBezTo>
                <a:lnTo>
                  <a:pt x="4107498" y="27682"/>
                </a:lnTo>
                <a:cubicBezTo>
                  <a:pt x="4106009" y="27483"/>
                  <a:pt x="4104744" y="27384"/>
                  <a:pt x="4103702" y="27384"/>
                </a:cubicBezTo>
                <a:cubicBezTo>
                  <a:pt x="4101073" y="27384"/>
                  <a:pt x="4099076" y="28066"/>
                  <a:pt x="4097712" y="29431"/>
                </a:cubicBezTo>
                <a:cubicBezTo>
                  <a:pt x="4096348" y="30795"/>
                  <a:pt x="4095665" y="32792"/>
                  <a:pt x="4095665" y="35421"/>
                </a:cubicBezTo>
                <a:lnTo>
                  <a:pt x="4095665" y="40481"/>
                </a:lnTo>
                <a:lnTo>
                  <a:pt x="4106084" y="40481"/>
                </a:lnTo>
                <a:lnTo>
                  <a:pt x="4106084" y="45020"/>
                </a:lnTo>
                <a:lnTo>
                  <a:pt x="4095665" y="45020"/>
                </a:lnTo>
                <a:lnTo>
                  <a:pt x="4095665" y="80218"/>
                </a:lnTo>
                <a:lnTo>
                  <a:pt x="4090307" y="80218"/>
                </a:lnTo>
                <a:lnTo>
                  <a:pt x="4090307" y="45020"/>
                </a:lnTo>
                <a:lnTo>
                  <a:pt x="4083387" y="45020"/>
                </a:lnTo>
                <a:lnTo>
                  <a:pt x="4083387" y="40481"/>
                </a:lnTo>
                <a:lnTo>
                  <a:pt x="4090307" y="40481"/>
                </a:lnTo>
                <a:lnTo>
                  <a:pt x="4090307" y="35421"/>
                </a:lnTo>
                <a:cubicBezTo>
                  <a:pt x="4090307" y="31353"/>
                  <a:pt x="4091486" y="28190"/>
                  <a:pt x="4093843" y="25933"/>
                </a:cubicBezTo>
                <a:cubicBezTo>
                  <a:pt x="4096199" y="23676"/>
                  <a:pt x="4099485" y="22547"/>
                  <a:pt x="4103702" y="22547"/>
                </a:cubicBezTo>
                <a:close/>
                <a:moveTo>
                  <a:pt x="721323" y="17087"/>
                </a:moveTo>
                <a:lnTo>
                  <a:pt x="721323" y="69270"/>
                </a:lnTo>
                <a:lnTo>
                  <a:pt x="731964" y="69270"/>
                </a:lnTo>
                <a:cubicBezTo>
                  <a:pt x="738990" y="69270"/>
                  <a:pt x="744277" y="67070"/>
                  <a:pt x="747824" y="62670"/>
                </a:cubicBezTo>
                <a:cubicBezTo>
                  <a:pt x="751371" y="58271"/>
                  <a:pt x="753144" y="51739"/>
                  <a:pt x="753144" y="43076"/>
                </a:cubicBezTo>
                <a:cubicBezTo>
                  <a:pt x="753144" y="25750"/>
                  <a:pt x="746050" y="17087"/>
                  <a:pt x="731862" y="17087"/>
                </a:cubicBezTo>
                <a:close/>
                <a:moveTo>
                  <a:pt x="596381" y="9209"/>
                </a:moveTo>
                <a:lnTo>
                  <a:pt x="608456" y="9209"/>
                </a:lnTo>
                <a:lnTo>
                  <a:pt x="608456" y="24659"/>
                </a:lnTo>
                <a:lnTo>
                  <a:pt x="624008" y="24659"/>
                </a:lnTo>
                <a:lnTo>
                  <a:pt x="624008" y="35095"/>
                </a:lnTo>
                <a:lnTo>
                  <a:pt x="608456" y="35095"/>
                </a:lnTo>
                <a:lnTo>
                  <a:pt x="608456" y="60880"/>
                </a:lnTo>
                <a:cubicBezTo>
                  <a:pt x="608456" y="64154"/>
                  <a:pt x="609121" y="66525"/>
                  <a:pt x="610451" y="67991"/>
                </a:cubicBezTo>
                <a:cubicBezTo>
                  <a:pt x="611781" y="69458"/>
                  <a:pt x="613947" y="70191"/>
                  <a:pt x="616948" y="70191"/>
                </a:cubicBezTo>
                <a:cubicBezTo>
                  <a:pt x="618858" y="70191"/>
                  <a:pt x="620836" y="69918"/>
                  <a:pt x="622883" y="69372"/>
                </a:cubicBezTo>
                <a:lnTo>
                  <a:pt x="624724" y="79604"/>
                </a:lnTo>
                <a:cubicBezTo>
                  <a:pt x="621655" y="80559"/>
                  <a:pt x="618415" y="81037"/>
                  <a:pt x="615004" y="81037"/>
                </a:cubicBezTo>
                <a:cubicBezTo>
                  <a:pt x="602589" y="81037"/>
                  <a:pt x="596381" y="75000"/>
                  <a:pt x="596381" y="62926"/>
                </a:cubicBezTo>
                <a:lnTo>
                  <a:pt x="596381" y="35095"/>
                </a:lnTo>
                <a:lnTo>
                  <a:pt x="587582" y="35095"/>
                </a:lnTo>
                <a:lnTo>
                  <a:pt x="587582" y="24659"/>
                </a:lnTo>
                <a:lnTo>
                  <a:pt x="596381" y="24659"/>
                </a:lnTo>
                <a:close/>
                <a:moveTo>
                  <a:pt x="415407" y="9209"/>
                </a:moveTo>
                <a:lnTo>
                  <a:pt x="427480" y="9209"/>
                </a:lnTo>
                <a:lnTo>
                  <a:pt x="427480" y="24659"/>
                </a:lnTo>
                <a:lnTo>
                  <a:pt x="443033" y="24659"/>
                </a:lnTo>
                <a:lnTo>
                  <a:pt x="443033" y="35095"/>
                </a:lnTo>
                <a:lnTo>
                  <a:pt x="427480" y="35095"/>
                </a:lnTo>
                <a:lnTo>
                  <a:pt x="427480" y="60880"/>
                </a:lnTo>
                <a:cubicBezTo>
                  <a:pt x="427480" y="64154"/>
                  <a:pt x="428146" y="66525"/>
                  <a:pt x="429476" y="67991"/>
                </a:cubicBezTo>
                <a:cubicBezTo>
                  <a:pt x="430806" y="69458"/>
                  <a:pt x="432972" y="70191"/>
                  <a:pt x="435973" y="70191"/>
                </a:cubicBezTo>
                <a:cubicBezTo>
                  <a:pt x="437883" y="70191"/>
                  <a:pt x="439861" y="69918"/>
                  <a:pt x="441908" y="69372"/>
                </a:cubicBezTo>
                <a:lnTo>
                  <a:pt x="443749" y="79604"/>
                </a:lnTo>
                <a:cubicBezTo>
                  <a:pt x="440680" y="80559"/>
                  <a:pt x="437440" y="81037"/>
                  <a:pt x="434029" y="81037"/>
                </a:cubicBezTo>
                <a:cubicBezTo>
                  <a:pt x="421614" y="81037"/>
                  <a:pt x="415407" y="75000"/>
                  <a:pt x="415407" y="62926"/>
                </a:cubicBezTo>
                <a:lnTo>
                  <a:pt x="415407" y="35095"/>
                </a:lnTo>
                <a:lnTo>
                  <a:pt x="406607" y="35095"/>
                </a:lnTo>
                <a:lnTo>
                  <a:pt x="406607" y="24659"/>
                </a:lnTo>
                <a:lnTo>
                  <a:pt x="415407" y="24659"/>
                </a:lnTo>
                <a:close/>
                <a:moveTo>
                  <a:pt x="709045" y="6139"/>
                </a:moveTo>
                <a:lnTo>
                  <a:pt x="732169" y="6139"/>
                </a:lnTo>
                <a:cubicBezTo>
                  <a:pt x="743151" y="6139"/>
                  <a:pt x="751507" y="9243"/>
                  <a:pt x="757237" y="15450"/>
                </a:cubicBezTo>
                <a:cubicBezTo>
                  <a:pt x="762967" y="21657"/>
                  <a:pt x="765832" y="30866"/>
                  <a:pt x="765832" y="43076"/>
                </a:cubicBezTo>
                <a:cubicBezTo>
                  <a:pt x="765832" y="55355"/>
                  <a:pt x="762950" y="64615"/>
                  <a:pt x="757186" y="70856"/>
                </a:cubicBezTo>
                <a:cubicBezTo>
                  <a:pt x="751422" y="77098"/>
                  <a:pt x="743049" y="80218"/>
                  <a:pt x="732067" y="80218"/>
                </a:cubicBezTo>
                <a:lnTo>
                  <a:pt x="709045" y="80218"/>
                </a:lnTo>
                <a:close/>
                <a:moveTo>
                  <a:pt x="33253" y="4809"/>
                </a:moveTo>
                <a:cubicBezTo>
                  <a:pt x="36937" y="4809"/>
                  <a:pt x="40535" y="5303"/>
                  <a:pt x="44048" y="6293"/>
                </a:cubicBezTo>
                <a:cubicBezTo>
                  <a:pt x="47561" y="7282"/>
                  <a:pt x="50682" y="8663"/>
                  <a:pt x="53410" y="10436"/>
                </a:cubicBezTo>
                <a:lnTo>
                  <a:pt x="49215" y="19952"/>
                </a:lnTo>
                <a:cubicBezTo>
                  <a:pt x="43826" y="17292"/>
                  <a:pt x="38438" y="15962"/>
                  <a:pt x="33049" y="15962"/>
                </a:cubicBezTo>
                <a:cubicBezTo>
                  <a:pt x="26568" y="15962"/>
                  <a:pt x="21555" y="18383"/>
                  <a:pt x="18008" y="23226"/>
                </a:cubicBezTo>
                <a:cubicBezTo>
                  <a:pt x="14461" y="28069"/>
                  <a:pt x="12687" y="34925"/>
                  <a:pt x="12687" y="43793"/>
                </a:cubicBezTo>
                <a:cubicBezTo>
                  <a:pt x="12687" y="52524"/>
                  <a:pt x="14512" y="59106"/>
                  <a:pt x="18161" y="63540"/>
                </a:cubicBezTo>
                <a:cubicBezTo>
                  <a:pt x="21811" y="67974"/>
                  <a:pt x="27217" y="70191"/>
                  <a:pt x="34379" y="70191"/>
                </a:cubicBezTo>
                <a:cubicBezTo>
                  <a:pt x="40518" y="70191"/>
                  <a:pt x="45668" y="68997"/>
                  <a:pt x="49829" y="66610"/>
                </a:cubicBezTo>
                <a:lnTo>
                  <a:pt x="54024" y="75921"/>
                </a:lnTo>
                <a:cubicBezTo>
                  <a:pt x="51841" y="77626"/>
                  <a:pt x="48960" y="78973"/>
                  <a:pt x="45378" y="79962"/>
                </a:cubicBezTo>
                <a:cubicBezTo>
                  <a:pt x="41797" y="80952"/>
                  <a:pt x="37926" y="81446"/>
                  <a:pt x="33765" y="81446"/>
                </a:cubicBezTo>
                <a:cubicBezTo>
                  <a:pt x="23056" y="81446"/>
                  <a:pt x="14750" y="78240"/>
                  <a:pt x="8850" y="71828"/>
                </a:cubicBezTo>
                <a:cubicBezTo>
                  <a:pt x="2950" y="65416"/>
                  <a:pt x="0" y="56378"/>
                  <a:pt x="0" y="44713"/>
                </a:cubicBezTo>
                <a:cubicBezTo>
                  <a:pt x="0" y="36596"/>
                  <a:pt x="1347" y="29536"/>
                  <a:pt x="4041" y="23533"/>
                </a:cubicBezTo>
                <a:cubicBezTo>
                  <a:pt x="6736" y="17531"/>
                  <a:pt x="10590" y="12909"/>
                  <a:pt x="15603" y="9669"/>
                </a:cubicBezTo>
                <a:cubicBezTo>
                  <a:pt x="20617" y="6429"/>
                  <a:pt x="26500" y="4809"/>
                  <a:pt x="33253" y="4809"/>
                </a:cubicBezTo>
                <a:close/>
                <a:moveTo>
                  <a:pt x="990897" y="2251"/>
                </a:moveTo>
                <a:cubicBezTo>
                  <a:pt x="993216" y="2251"/>
                  <a:pt x="995041" y="2899"/>
                  <a:pt x="996371" y="4195"/>
                </a:cubicBezTo>
                <a:cubicBezTo>
                  <a:pt x="997702" y="5491"/>
                  <a:pt x="998367" y="7230"/>
                  <a:pt x="998367" y="9413"/>
                </a:cubicBezTo>
                <a:cubicBezTo>
                  <a:pt x="998367" y="11733"/>
                  <a:pt x="997719" y="13523"/>
                  <a:pt x="996423" y="14785"/>
                </a:cubicBezTo>
                <a:cubicBezTo>
                  <a:pt x="995126" y="16047"/>
                  <a:pt x="993285" y="16678"/>
                  <a:pt x="990897" y="16678"/>
                </a:cubicBezTo>
                <a:cubicBezTo>
                  <a:pt x="988578" y="16678"/>
                  <a:pt x="986753" y="16030"/>
                  <a:pt x="985423" y="14734"/>
                </a:cubicBezTo>
                <a:cubicBezTo>
                  <a:pt x="984093" y="13438"/>
                  <a:pt x="983428" y="11698"/>
                  <a:pt x="983428" y="9516"/>
                </a:cubicBezTo>
                <a:cubicBezTo>
                  <a:pt x="983428" y="7196"/>
                  <a:pt x="984076" y="5406"/>
                  <a:pt x="985372" y="4144"/>
                </a:cubicBezTo>
                <a:cubicBezTo>
                  <a:pt x="986668" y="2882"/>
                  <a:pt x="988510" y="2251"/>
                  <a:pt x="990897" y="2251"/>
                </a:cubicBezTo>
                <a:close/>
                <a:moveTo>
                  <a:pt x="781347" y="2251"/>
                </a:moveTo>
                <a:cubicBezTo>
                  <a:pt x="783666" y="2251"/>
                  <a:pt x="785491" y="2899"/>
                  <a:pt x="786821" y="4195"/>
                </a:cubicBezTo>
                <a:cubicBezTo>
                  <a:pt x="788152" y="5491"/>
                  <a:pt x="788817" y="7230"/>
                  <a:pt x="788817" y="9413"/>
                </a:cubicBezTo>
                <a:cubicBezTo>
                  <a:pt x="788817" y="11733"/>
                  <a:pt x="788169" y="13523"/>
                  <a:pt x="786873" y="14785"/>
                </a:cubicBezTo>
                <a:cubicBezTo>
                  <a:pt x="785576" y="16047"/>
                  <a:pt x="783735" y="16678"/>
                  <a:pt x="781347" y="16678"/>
                </a:cubicBezTo>
                <a:cubicBezTo>
                  <a:pt x="779028" y="16678"/>
                  <a:pt x="777203" y="16030"/>
                  <a:pt x="775873" y="14734"/>
                </a:cubicBezTo>
                <a:cubicBezTo>
                  <a:pt x="774543" y="13438"/>
                  <a:pt x="773878" y="11698"/>
                  <a:pt x="773878" y="9516"/>
                </a:cubicBezTo>
                <a:cubicBezTo>
                  <a:pt x="773878" y="7196"/>
                  <a:pt x="774526" y="5406"/>
                  <a:pt x="775822" y="4144"/>
                </a:cubicBezTo>
                <a:cubicBezTo>
                  <a:pt x="777118" y="2882"/>
                  <a:pt x="778960" y="2251"/>
                  <a:pt x="781347" y="2251"/>
                </a:cubicBezTo>
                <a:close/>
                <a:moveTo>
                  <a:pt x="571797" y="2251"/>
                </a:moveTo>
                <a:cubicBezTo>
                  <a:pt x="574116" y="2251"/>
                  <a:pt x="575941" y="2899"/>
                  <a:pt x="577271" y="4195"/>
                </a:cubicBezTo>
                <a:cubicBezTo>
                  <a:pt x="578602" y="5491"/>
                  <a:pt x="579267" y="7230"/>
                  <a:pt x="579267" y="9413"/>
                </a:cubicBezTo>
                <a:cubicBezTo>
                  <a:pt x="579267" y="11733"/>
                  <a:pt x="578619" y="13523"/>
                  <a:pt x="577323" y="14785"/>
                </a:cubicBezTo>
                <a:cubicBezTo>
                  <a:pt x="576026" y="16047"/>
                  <a:pt x="574185" y="16678"/>
                  <a:pt x="571797" y="16678"/>
                </a:cubicBezTo>
                <a:cubicBezTo>
                  <a:pt x="569478" y="16678"/>
                  <a:pt x="567653" y="16030"/>
                  <a:pt x="566323" y="14734"/>
                </a:cubicBezTo>
                <a:cubicBezTo>
                  <a:pt x="564993" y="13438"/>
                  <a:pt x="564328" y="11698"/>
                  <a:pt x="564328" y="9516"/>
                </a:cubicBezTo>
                <a:cubicBezTo>
                  <a:pt x="564328" y="7196"/>
                  <a:pt x="564976" y="5406"/>
                  <a:pt x="566272" y="4144"/>
                </a:cubicBezTo>
                <a:cubicBezTo>
                  <a:pt x="567568" y="2882"/>
                  <a:pt x="569410" y="2251"/>
                  <a:pt x="571797" y="2251"/>
                </a:cubicBezTo>
                <a:close/>
                <a:moveTo>
                  <a:pt x="457497" y="2251"/>
                </a:moveTo>
                <a:cubicBezTo>
                  <a:pt x="459817" y="2251"/>
                  <a:pt x="461641" y="2899"/>
                  <a:pt x="462971" y="4195"/>
                </a:cubicBezTo>
                <a:cubicBezTo>
                  <a:pt x="464301" y="5491"/>
                  <a:pt x="464967" y="7230"/>
                  <a:pt x="464967" y="9413"/>
                </a:cubicBezTo>
                <a:cubicBezTo>
                  <a:pt x="464967" y="11733"/>
                  <a:pt x="464319" y="13523"/>
                  <a:pt x="463023" y="14785"/>
                </a:cubicBezTo>
                <a:cubicBezTo>
                  <a:pt x="461726" y="16047"/>
                  <a:pt x="459885" y="16678"/>
                  <a:pt x="457497" y="16678"/>
                </a:cubicBezTo>
                <a:cubicBezTo>
                  <a:pt x="455178" y="16678"/>
                  <a:pt x="453353" y="16030"/>
                  <a:pt x="452023" y="14734"/>
                </a:cubicBezTo>
                <a:cubicBezTo>
                  <a:pt x="450693" y="13438"/>
                  <a:pt x="450028" y="11698"/>
                  <a:pt x="450028" y="9516"/>
                </a:cubicBezTo>
                <a:cubicBezTo>
                  <a:pt x="450028" y="7196"/>
                  <a:pt x="450676" y="5406"/>
                  <a:pt x="451972" y="4144"/>
                </a:cubicBezTo>
                <a:cubicBezTo>
                  <a:pt x="453268" y="2882"/>
                  <a:pt x="455110" y="2251"/>
                  <a:pt x="457497" y="2251"/>
                </a:cubicBezTo>
                <a:close/>
                <a:moveTo>
                  <a:pt x="219372" y="2251"/>
                </a:moveTo>
                <a:cubicBezTo>
                  <a:pt x="221691" y="2251"/>
                  <a:pt x="223516" y="2899"/>
                  <a:pt x="224846" y="4195"/>
                </a:cubicBezTo>
                <a:cubicBezTo>
                  <a:pt x="226176" y="5491"/>
                  <a:pt x="226842" y="7230"/>
                  <a:pt x="226842" y="9413"/>
                </a:cubicBezTo>
                <a:cubicBezTo>
                  <a:pt x="226842" y="11733"/>
                  <a:pt x="226193" y="13523"/>
                  <a:pt x="224897" y="14785"/>
                </a:cubicBezTo>
                <a:cubicBezTo>
                  <a:pt x="223601" y="16047"/>
                  <a:pt x="221760" y="16678"/>
                  <a:pt x="219372" y="16678"/>
                </a:cubicBezTo>
                <a:cubicBezTo>
                  <a:pt x="217053" y="16678"/>
                  <a:pt x="215228" y="16030"/>
                  <a:pt x="213898" y="14734"/>
                </a:cubicBezTo>
                <a:cubicBezTo>
                  <a:pt x="212568" y="13438"/>
                  <a:pt x="211903" y="11698"/>
                  <a:pt x="211903" y="9516"/>
                </a:cubicBezTo>
                <a:cubicBezTo>
                  <a:pt x="211903" y="7196"/>
                  <a:pt x="212551" y="5406"/>
                  <a:pt x="213847" y="4144"/>
                </a:cubicBezTo>
                <a:cubicBezTo>
                  <a:pt x="215143" y="2882"/>
                  <a:pt x="216985" y="2251"/>
                  <a:pt x="219372" y="2251"/>
                </a:cubicBezTo>
                <a:close/>
                <a:moveTo>
                  <a:pt x="898726" y="1432"/>
                </a:moveTo>
                <a:lnTo>
                  <a:pt x="910800" y="1432"/>
                </a:lnTo>
                <a:lnTo>
                  <a:pt x="910800" y="64563"/>
                </a:lnTo>
                <a:cubicBezTo>
                  <a:pt x="910800" y="66473"/>
                  <a:pt x="911209" y="67872"/>
                  <a:pt x="912028" y="68758"/>
                </a:cubicBezTo>
                <a:cubicBezTo>
                  <a:pt x="912846" y="69645"/>
                  <a:pt x="914142" y="70089"/>
                  <a:pt x="915916" y="70089"/>
                </a:cubicBezTo>
                <a:cubicBezTo>
                  <a:pt x="916939" y="70089"/>
                  <a:pt x="918201" y="69986"/>
                  <a:pt x="919702" y="69782"/>
                </a:cubicBezTo>
                <a:lnTo>
                  <a:pt x="920520" y="80014"/>
                </a:lnTo>
                <a:cubicBezTo>
                  <a:pt x="918065" y="80628"/>
                  <a:pt x="915472" y="80934"/>
                  <a:pt x="912744" y="80934"/>
                </a:cubicBezTo>
                <a:cubicBezTo>
                  <a:pt x="903399" y="80934"/>
                  <a:pt x="898726" y="76228"/>
                  <a:pt x="898726" y="66814"/>
                </a:cubicBezTo>
                <a:close/>
                <a:moveTo>
                  <a:pt x="536776" y="1432"/>
                </a:moveTo>
                <a:lnTo>
                  <a:pt x="548850" y="1432"/>
                </a:lnTo>
                <a:lnTo>
                  <a:pt x="548850" y="64563"/>
                </a:lnTo>
                <a:cubicBezTo>
                  <a:pt x="548850" y="66473"/>
                  <a:pt x="549259" y="67872"/>
                  <a:pt x="550077" y="68758"/>
                </a:cubicBezTo>
                <a:cubicBezTo>
                  <a:pt x="550896" y="69645"/>
                  <a:pt x="552192" y="70089"/>
                  <a:pt x="553966" y="70089"/>
                </a:cubicBezTo>
                <a:cubicBezTo>
                  <a:pt x="554989" y="70089"/>
                  <a:pt x="556251" y="69986"/>
                  <a:pt x="557752" y="69782"/>
                </a:cubicBezTo>
                <a:lnTo>
                  <a:pt x="558570" y="80014"/>
                </a:lnTo>
                <a:cubicBezTo>
                  <a:pt x="556114" y="80628"/>
                  <a:pt x="553522" y="80934"/>
                  <a:pt x="550794" y="80934"/>
                </a:cubicBezTo>
                <a:cubicBezTo>
                  <a:pt x="541449" y="80934"/>
                  <a:pt x="536776" y="76228"/>
                  <a:pt x="536776" y="66814"/>
                </a:cubicBezTo>
                <a:close/>
                <a:moveTo>
                  <a:pt x="272913" y="1432"/>
                </a:moveTo>
                <a:lnTo>
                  <a:pt x="284987" y="1432"/>
                </a:lnTo>
                <a:lnTo>
                  <a:pt x="284987" y="80218"/>
                </a:lnTo>
                <a:lnTo>
                  <a:pt x="274039" y="80218"/>
                </a:lnTo>
                <a:lnTo>
                  <a:pt x="274039" y="72442"/>
                </a:lnTo>
                <a:cubicBezTo>
                  <a:pt x="270423" y="78513"/>
                  <a:pt x="265239" y="81548"/>
                  <a:pt x="258486" y="81548"/>
                </a:cubicBezTo>
                <a:cubicBezTo>
                  <a:pt x="252074" y="81548"/>
                  <a:pt x="247095" y="78990"/>
                  <a:pt x="243548" y="73874"/>
                </a:cubicBezTo>
                <a:cubicBezTo>
                  <a:pt x="240000" y="68758"/>
                  <a:pt x="238227" y="61596"/>
                  <a:pt x="238227" y="52387"/>
                </a:cubicBezTo>
                <a:cubicBezTo>
                  <a:pt x="238227" y="43179"/>
                  <a:pt x="240035" y="36033"/>
                  <a:pt x="243650" y="30951"/>
                </a:cubicBezTo>
                <a:cubicBezTo>
                  <a:pt x="247265" y="25870"/>
                  <a:pt x="252347" y="23329"/>
                  <a:pt x="258895" y="23329"/>
                </a:cubicBezTo>
                <a:cubicBezTo>
                  <a:pt x="261760" y="23329"/>
                  <a:pt x="264404" y="23857"/>
                  <a:pt x="266825" y="24915"/>
                </a:cubicBezTo>
                <a:cubicBezTo>
                  <a:pt x="269246" y="25972"/>
                  <a:pt x="271276" y="27490"/>
                  <a:pt x="272913" y="29468"/>
                </a:cubicBezTo>
                <a:close/>
                <a:moveTo>
                  <a:pt x="198359" y="0"/>
                </a:moveTo>
                <a:cubicBezTo>
                  <a:pt x="200611" y="0"/>
                  <a:pt x="202589" y="170"/>
                  <a:pt x="204294" y="511"/>
                </a:cubicBezTo>
                <a:lnTo>
                  <a:pt x="204294" y="11050"/>
                </a:lnTo>
                <a:cubicBezTo>
                  <a:pt x="202452" y="10778"/>
                  <a:pt x="200474" y="10641"/>
                  <a:pt x="198359" y="10641"/>
                </a:cubicBezTo>
                <a:cubicBezTo>
                  <a:pt x="192016" y="10641"/>
                  <a:pt x="188844" y="13677"/>
                  <a:pt x="188844" y="19748"/>
                </a:cubicBezTo>
                <a:lnTo>
                  <a:pt x="188844" y="24659"/>
                </a:lnTo>
                <a:lnTo>
                  <a:pt x="202350" y="24659"/>
                </a:lnTo>
                <a:lnTo>
                  <a:pt x="202350" y="35095"/>
                </a:lnTo>
                <a:lnTo>
                  <a:pt x="188844" y="35095"/>
                </a:lnTo>
                <a:lnTo>
                  <a:pt x="188844" y="80218"/>
                </a:lnTo>
                <a:lnTo>
                  <a:pt x="176770" y="80218"/>
                </a:lnTo>
                <a:lnTo>
                  <a:pt x="176770" y="35095"/>
                </a:lnTo>
                <a:lnTo>
                  <a:pt x="168073" y="35095"/>
                </a:lnTo>
                <a:lnTo>
                  <a:pt x="168073" y="24659"/>
                </a:lnTo>
                <a:lnTo>
                  <a:pt x="176873" y="24659"/>
                </a:lnTo>
                <a:lnTo>
                  <a:pt x="176873" y="19748"/>
                </a:lnTo>
                <a:cubicBezTo>
                  <a:pt x="176873" y="13472"/>
                  <a:pt x="178748" y="8612"/>
                  <a:pt x="182500" y="5167"/>
                </a:cubicBezTo>
                <a:cubicBezTo>
                  <a:pt x="186252" y="1722"/>
                  <a:pt x="191538" y="0"/>
                  <a:pt x="198359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27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altLang="ko-KR" sz="600" dirty="0">
              <a:ln w="1270">
                <a:solidFill>
                  <a:srgbClr val="000000">
                    <a:alpha val="1000"/>
                  </a:srgbClr>
                </a:solidFill>
              </a:ln>
              <a:solidFill>
                <a:schemeClr val="bg1">
                  <a:lumMod val="75000"/>
                </a:schemeClr>
              </a:solidFill>
              <a:latin typeface="Samsung SS Body KR Regular" pitchFamily="2" charset="-127"/>
              <a:ea typeface="Samsung SS Body KR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2872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32">
          <p15:clr>
            <a:srgbClr val="F26B43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_v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68300"/>
            <a:ext cx="11161453" cy="44012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514417" y="924271"/>
            <a:ext cx="11161453" cy="54168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square" lIns="0" tIns="0" rIns="0" bIns="0" spcCol="0" rtlCol="0" fromWordArt="0" anchor="t" anchorCtr="0" forceAA="0">
            <a:spAutoFit/>
          </a:bodyPr>
          <a:lstStyle>
            <a:lvl1pPr marL="144000" marR="0" indent="-144000" algn="l" defTabSz="117648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 lang="en-US" altLang="ko-KR" sz="1600" b="0" i="0" u="none" strike="noStrike" cap="none" spc="-30" baseline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404040"/>
                </a:solidFill>
                <a:latin typeface="Samsung SS Body KR Regular" pitchFamily="2" charset="-127"/>
                <a:ea typeface="Samsung SS Body KR Regular" pitchFamily="2" charset="-127"/>
                <a:cs typeface="Samsung SS Body KR Regular" pitchFamily="2" charset="-127"/>
                <a:sym typeface="Arial" panose="020B0604020202020204" pitchFamily="34" charset="0"/>
              </a:defRPr>
            </a:lvl1pPr>
          </a:lstStyle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lang="en-US" altLang="ko-KR" dirty="0"/>
              <a:t>Samsung one Korean 400_18~22pt</a:t>
            </a:r>
          </a:p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/>
            </a:pPr>
            <a:r>
              <a:rPr lang="en-US" altLang="ko-KR" dirty="0"/>
              <a:t>Samsung one Korean 400_18~22pt</a:t>
            </a:r>
          </a:p>
        </p:txBody>
      </p:sp>
      <p:cxnSp>
        <p:nvCxnSpPr>
          <p:cNvPr id="4" name="직선 연결선 3"/>
          <p:cNvCxnSpPr/>
          <p:nvPr userDrawn="1"/>
        </p:nvCxnSpPr>
        <p:spPr bwMode="auto">
          <a:xfrm>
            <a:off x="514417" y="838200"/>
            <a:ext cx="11161453" cy="0"/>
          </a:xfrm>
          <a:prstGeom prst="line">
            <a:avLst/>
          </a:prstGeom>
          <a:solidFill>
            <a:srgbClr val="DDDDDD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517830" y="6264326"/>
            <a:ext cx="2584041" cy="15234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none" lIns="0" tIns="0" rIns="0" bIns="0" spcCol="0" rtlCol="0" fromWordArt="0" anchor="b" anchorCtr="0" forceAA="0">
            <a:spAutoFit/>
          </a:bodyPr>
          <a:lstStyle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defRPr lang="ko-KR" altLang="en-US" sz="900" b="0" spc="0" baseline="0" dirty="0" smtClean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Samsung SS Body KR Regular" pitchFamily="2" charset="-127"/>
                <a:ea typeface="Samsung SS Body KR Regular" pitchFamily="2" charset="-127"/>
                <a:cs typeface="Samsung SS Body KR Regular" pitchFamily="2" charset="-127"/>
                <a:sym typeface="Arial" panose="020B0604020202020204" pitchFamily="34" charset="0"/>
              </a:defRPr>
            </a:lvl1pPr>
          </a:lstStyle>
          <a:p>
            <a:pPr marL="0" marR="0" lvl="0" indent="0" algn="l" defTabSz="1176719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Source or note: Samsung one Korean 400 / 10pt</a:t>
            </a:r>
            <a:endParaRPr lang="ko-KR" altLang="en-US" dirty="0"/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1429516"/>
            <a:endParaRPr lang="ja-JP" altLang="en-US" sz="2800" dirty="0">
              <a:solidFill>
                <a:srgbClr val="000000"/>
              </a:solidFill>
              <a:latin typeface="Samsung SS Body KR Regular" pitchFamily="2" charset="-127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52421"/>
            <a:ext cx="1986121" cy="200055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lvl1pPr>
              <a:defRPr sz="1300">
                <a:ln w="1270">
                  <a:solidFill>
                    <a:srgbClr val="000000">
                      <a:alpha val="784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Samsung one Korean 500</a:t>
            </a:r>
            <a:endParaRPr lang="ko-KR" alt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26E9C31-90C6-4AF0-AB51-A3891AA9DC42}"/>
              </a:ext>
            </a:extLst>
          </p:cNvPr>
          <p:cNvSpPr txBox="1">
            <a:spLocks/>
          </p:cNvSpPr>
          <p:nvPr userDrawn="1"/>
        </p:nvSpPr>
        <p:spPr>
          <a:xfrm>
            <a:off x="11551029" y="6573671"/>
            <a:ext cx="125034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pPr algn="r"/>
              <a:t>‹#›</a:t>
            </a:fld>
            <a:endParaRPr lang="en-US" sz="750" b="0" dirty="0">
              <a:solidFill>
                <a:srgbClr val="000000">
                  <a:lumMod val="50000"/>
                  <a:lumOff val="50000"/>
                </a:srgbClr>
              </a:solidFill>
              <a:latin typeface="Samsung SS Body KR Regular" pitchFamily="2" charset="-127"/>
              <a:ea typeface="Samsung SS Body KR Regular" pitchFamily="2" charset="-127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714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139">
          <p15:clr>
            <a:srgbClr val="F26B43"/>
          </p15:clr>
        </p15:guide>
        <p15:guide id="4" orient="horz" pos="4134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42">
          <p15:clr>
            <a:srgbClr val="FBAE40"/>
          </p15:clr>
        </p15:guide>
        <p15:guide id="7" orient="horz" pos="52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94721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그룹 20"/>
          <p:cNvGrpSpPr/>
          <p:nvPr userDrawn="1"/>
        </p:nvGrpSpPr>
        <p:grpSpPr>
          <a:xfrm>
            <a:off x="3065861" y="3106019"/>
            <a:ext cx="6060277" cy="607871"/>
            <a:chOff x="3152775" y="4341813"/>
            <a:chExt cx="6059488" cy="608012"/>
          </a:xfrm>
        </p:grpSpPr>
        <p:sp>
          <p:nvSpPr>
            <p:cNvPr id="22" name="Freeform 5"/>
            <p:cNvSpPr>
              <a:spLocks/>
            </p:cNvSpPr>
            <p:nvPr userDrawn="1"/>
          </p:nvSpPr>
          <p:spPr bwMode="auto">
            <a:xfrm>
              <a:off x="3152775" y="4406900"/>
              <a:ext cx="312738" cy="534987"/>
            </a:xfrm>
            <a:custGeom>
              <a:avLst/>
              <a:gdLst>
                <a:gd name="T0" fmla="*/ 0 w 197"/>
                <a:gd name="T1" fmla="*/ 0 h 337"/>
                <a:gd name="T2" fmla="*/ 197 w 197"/>
                <a:gd name="T3" fmla="*/ 0 h 337"/>
                <a:gd name="T4" fmla="*/ 197 w 197"/>
                <a:gd name="T5" fmla="*/ 60 h 337"/>
                <a:gd name="T6" fmla="*/ 62 w 197"/>
                <a:gd name="T7" fmla="*/ 60 h 337"/>
                <a:gd name="T8" fmla="*/ 62 w 197"/>
                <a:gd name="T9" fmla="*/ 137 h 337"/>
                <a:gd name="T10" fmla="*/ 197 w 197"/>
                <a:gd name="T11" fmla="*/ 137 h 337"/>
                <a:gd name="T12" fmla="*/ 197 w 197"/>
                <a:gd name="T13" fmla="*/ 197 h 337"/>
                <a:gd name="T14" fmla="*/ 62 w 197"/>
                <a:gd name="T15" fmla="*/ 197 h 337"/>
                <a:gd name="T16" fmla="*/ 62 w 197"/>
                <a:gd name="T17" fmla="*/ 277 h 337"/>
                <a:gd name="T18" fmla="*/ 197 w 197"/>
                <a:gd name="T19" fmla="*/ 277 h 337"/>
                <a:gd name="T20" fmla="*/ 197 w 197"/>
                <a:gd name="T21" fmla="*/ 337 h 337"/>
                <a:gd name="T22" fmla="*/ 0 w 197"/>
                <a:gd name="T23" fmla="*/ 337 h 337"/>
                <a:gd name="T24" fmla="*/ 0 w 197"/>
                <a:gd name="T25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7" h="337">
                  <a:moveTo>
                    <a:pt x="0" y="0"/>
                  </a:moveTo>
                  <a:lnTo>
                    <a:pt x="197" y="0"/>
                  </a:lnTo>
                  <a:lnTo>
                    <a:pt x="197" y="60"/>
                  </a:lnTo>
                  <a:lnTo>
                    <a:pt x="62" y="60"/>
                  </a:lnTo>
                  <a:lnTo>
                    <a:pt x="62" y="137"/>
                  </a:lnTo>
                  <a:lnTo>
                    <a:pt x="197" y="137"/>
                  </a:lnTo>
                  <a:lnTo>
                    <a:pt x="197" y="197"/>
                  </a:lnTo>
                  <a:lnTo>
                    <a:pt x="62" y="197"/>
                  </a:lnTo>
                  <a:lnTo>
                    <a:pt x="62" y="277"/>
                  </a:lnTo>
                  <a:lnTo>
                    <a:pt x="197" y="277"/>
                  </a:lnTo>
                  <a:lnTo>
                    <a:pt x="197" y="337"/>
                  </a:lnTo>
                  <a:lnTo>
                    <a:pt x="0" y="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3" name="Freeform 6"/>
            <p:cNvSpPr>
              <a:spLocks/>
            </p:cNvSpPr>
            <p:nvPr userDrawn="1"/>
          </p:nvSpPr>
          <p:spPr bwMode="auto">
            <a:xfrm>
              <a:off x="3517900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60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8 w 104"/>
                <a:gd name="T13" fmla="*/ 115 h 115"/>
                <a:gd name="T14" fmla="*/ 78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60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34"/>
                    <a:pt x="69" y="23"/>
                    <a:pt x="52" y="23"/>
                  </a:cubicBezTo>
                  <a:cubicBezTo>
                    <a:pt x="38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4" name="Freeform 7"/>
            <p:cNvSpPr>
              <a:spLocks noEditPoints="1"/>
            </p:cNvSpPr>
            <p:nvPr userDrawn="1"/>
          </p:nvSpPr>
          <p:spPr bwMode="auto">
            <a:xfrm>
              <a:off x="3949700" y="4398963"/>
              <a:ext cx="442913" cy="550862"/>
            </a:xfrm>
            <a:custGeom>
              <a:avLst/>
              <a:gdLst>
                <a:gd name="T0" fmla="*/ 0 w 118"/>
                <a:gd name="T1" fmla="*/ 86 h 144"/>
                <a:gd name="T2" fmla="*/ 56 w 118"/>
                <a:gd name="T3" fmla="*/ 27 h 144"/>
                <a:gd name="T4" fmla="*/ 92 w 118"/>
                <a:gd name="T5" fmla="*/ 43 h 144"/>
                <a:gd name="T6" fmla="*/ 92 w 118"/>
                <a:gd name="T7" fmla="*/ 0 h 144"/>
                <a:gd name="T8" fmla="*/ 118 w 118"/>
                <a:gd name="T9" fmla="*/ 0 h 144"/>
                <a:gd name="T10" fmla="*/ 118 w 118"/>
                <a:gd name="T11" fmla="*/ 142 h 144"/>
                <a:gd name="T12" fmla="*/ 92 w 118"/>
                <a:gd name="T13" fmla="*/ 142 h 144"/>
                <a:gd name="T14" fmla="*/ 92 w 118"/>
                <a:gd name="T15" fmla="*/ 127 h 144"/>
                <a:gd name="T16" fmla="*/ 56 w 118"/>
                <a:gd name="T17" fmla="*/ 144 h 144"/>
                <a:gd name="T18" fmla="*/ 0 w 118"/>
                <a:gd name="T19" fmla="*/ 86 h 144"/>
                <a:gd name="T20" fmla="*/ 94 w 118"/>
                <a:gd name="T21" fmla="*/ 86 h 144"/>
                <a:gd name="T22" fmla="*/ 60 w 118"/>
                <a:gd name="T23" fmla="*/ 51 h 144"/>
                <a:gd name="T24" fmla="*/ 26 w 118"/>
                <a:gd name="T25" fmla="*/ 86 h 144"/>
                <a:gd name="T26" fmla="*/ 60 w 118"/>
                <a:gd name="T27" fmla="*/ 120 h 144"/>
                <a:gd name="T28" fmla="*/ 94 w 118"/>
                <a:gd name="T29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8" h="144">
                  <a:moveTo>
                    <a:pt x="0" y="86"/>
                  </a:moveTo>
                  <a:cubicBezTo>
                    <a:pt x="0" y="49"/>
                    <a:pt x="28" y="27"/>
                    <a:pt x="56" y="27"/>
                  </a:cubicBezTo>
                  <a:cubicBezTo>
                    <a:pt x="71" y="27"/>
                    <a:pt x="84" y="33"/>
                    <a:pt x="92" y="43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27"/>
                    <a:pt x="92" y="127"/>
                    <a:pt x="92" y="127"/>
                  </a:cubicBezTo>
                  <a:cubicBezTo>
                    <a:pt x="84" y="138"/>
                    <a:pt x="70" y="144"/>
                    <a:pt x="56" y="144"/>
                  </a:cubicBezTo>
                  <a:cubicBezTo>
                    <a:pt x="29" y="144"/>
                    <a:pt x="0" y="123"/>
                    <a:pt x="0" y="86"/>
                  </a:cubicBezTo>
                  <a:close/>
                  <a:moveTo>
                    <a:pt x="94" y="86"/>
                  </a:moveTo>
                  <a:cubicBezTo>
                    <a:pt x="94" y="67"/>
                    <a:pt x="79" y="51"/>
                    <a:pt x="60" y="51"/>
                  </a:cubicBezTo>
                  <a:cubicBezTo>
                    <a:pt x="41" y="51"/>
                    <a:pt x="26" y="66"/>
                    <a:pt x="26" y="86"/>
                  </a:cubicBezTo>
                  <a:cubicBezTo>
                    <a:pt x="26" y="105"/>
                    <a:pt x="41" y="120"/>
                    <a:pt x="60" y="120"/>
                  </a:cubicBezTo>
                  <a:cubicBezTo>
                    <a:pt x="79" y="120"/>
                    <a:pt x="94" y="105"/>
                    <a:pt x="94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5" name="Freeform 8"/>
            <p:cNvSpPr>
              <a:spLocks noEditPoints="1"/>
            </p:cNvSpPr>
            <p:nvPr userDrawn="1"/>
          </p:nvSpPr>
          <p:spPr bwMode="auto">
            <a:xfrm>
              <a:off x="4611688" y="4502150"/>
              <a:ext cx="438150" cy="447675"/>
            </a:xfrm>
            <a:custGeom>
              <a:avLst/>
              <a:gdLst>
                <a:gd name="T0" fmla="*/ 0 w 117"/>
                <a:gd name="T1" fmla="*/ 59 h 117"/>
                <a:gd name="T2" fmla="*/ 58 w 117"/>
                <a:gd name="T3" fmla="*/ 0 h 117"/>
                <a:gd name="T4" fmla="*/ 117 w 117"/>
                <a:gd name="T5" fmla="*/ 59 h 117"/>
                <a:gd name="T6" fmla="*/ 58 w 117"/>
                <a:gd name="T7" fmla="*/ 117 h 117"/>
                <a:gd name="T8" fmla="*/ 0 w 117"/>
                <a:gd name="T9" fmla="*/ 59 h 117"/>
                <a:gd name="T10" fmla="*/ 91 w 117"/>
                <a:gd name="T11" fmla="*/ 59 h 117"/>
                <a:gd name="T12" fmla="*/ 58 w 117"/>
                <a:gd name="T13" fmla="*/ 25 h 117"/>
                <a:gd name="T14" fmla="*/ 26 w 117"/>
                <a:gd name="T15" fmla="*/ 59 h 117"/>
                <a:gd name="T16" fmla="*/ 58 w 117"/>
                <a:gd name="T17" fmla="*/ 93 h 117"/>
                <a:gd name="T18" fmla="*/ 91 w 117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1" y="0"/>
                    <a:pt x="117" y="26"/>
                    <a:pt x="117" y="59"/>
                  </a:cubicBezTo>
                  <a:cubicBezTo>
                    <a:pt x="117" y="91"/>
                    <a:pt x="91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7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7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5060950" y="4341813"/>
              <a:ext cx="255588" cy="600075"/>
            </a:xfrm>
            <a:custGeom>
              <a:avLst/>
              <a:gdLst>
                <a:gd name="T0" fmla="*/ 0 w 68"/>
                <a:gd name="T1" fmla="*/ 45 h 157"/>
                <a:gd name="T2" fmla="*/ 19 w 68"/>
                <a:gd name="T3" fmla="*/ 45 h 157"/>
                <a:gd name="T4" fmla="*/ 19 w 68"/>
                <a:gd name="T5" fmla="*/ 44 h 157"/>
                <a:gd name="T6" fmla="*/ 66 w 68"/>
                <a:gd name="T7" fmla="*/ 0 h 157"/>
                <a:gd name="T8" fmla="*/ 68 w 68"/>
                <a:gd name="T9" fmla="*/ 0 h 157"/>
                <a:gd name="T10" fmla="*/ 68 w 68"/>
                <a:gd name="T11" fmla="*/ 24 h 157"/>
                <a:gd name="T12" fmla="*/ 45 w 68"/>
                <a:gd name="T13" fmla="*/ 45 h 157"/>
                <a:gd name="T14" fmla="*/ 68 w 68"/>
                <a:gd name="T15" fmla="*/ 45 h 157"/>
                <a:gd name="T16" fmla="*/ 68 w 68"/>
                <a:gd name="T17" fmla="*/ 68 h 157"/>
                <a:gd name="T18" fmla="*/ 45 w 68"/>
                <a:gd name="T19" fmla="*/ 68 h 157"/>
                <a:gd name="T20" fmla="*/ 45 w 68"/>
                <a:gd name="T21" fmla="*/ 157 h 157"/>
                <a:gd name="T22" fmla="*/ 19 w 68"/>
                <a:gd name="T23" fmla="*/ 157 h 157"/>
                <a:gd name="T24" fmla="*/ 19 w 68"/>
                <a:gd name="T25" fmla="*/ 68 h 157"/>
                <a:gd name="T26" fmla="*/ 0 w 68"/>
                <a:gd name="T27" fmla="*/ 68 h 157"/>
                <a:gd name="T28" fmla="*/ 0 w 68"/>
                <a:gd name="T29" fmla="*/ 4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157">
                  <a:moveTo>
                    <a:pt x="0" y="45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12"/>
                    <a:pt x="32" y="0"/>
                    <a:pt x="6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48" y="24"/>
                    <a:pt x="45" y="28"/>
                    <a:pt x="45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19" y="157"/>
                    <a:pt x="19" y="157"/>
                    <a:pt x="19" y="157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0" y="68"/>
                    <a:pt x="0" y="68"/>
                    <a:pt x="0" y="68"/>
                  </a:cubicBezTo>
                  <a:lnTo>
                    <a:pt x="0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 userDrawn="1"/>
          </p:nvSpPr>
          <p:spPr bwMode="auto">
            <a:xfrm>
              <a:off x="5538788" y="4406900"/>
              <a:ext cx="420688" cy="534987"/>
            </a:xfrm>
            <a:custGeom>
              <a:avLst/>
              <a:gdLst>
                <a:gd name="T0" fmla="*/ 0 w 112"/>
                <a:gd name="T1" fmla="*/ 0 h 140"/>
                <a:gd name="T2" fmla="*/ 38 w 112"/>
                <a:gd name="T3" fmla="*/ 0 h 140"/>
                <a:gd name="T4" fmla="*/ 112 w 112"/>
                <a:gd name="T5" fmla="*/ 70 h 140"/>
                <a:gd name="T6" fmla="*/ 39 w 112"/>
                <a:gd name="T7" fmla="*/ 140 h 140"/>
                <a:gd name="T8" fmla="*/ 0 w 112"/>
                <a:gd name="T9" fmla="*/ 140 h 140"/>
                <a:gd name="T10" fmla="*/ 0 w 112"/>
                <a:gd name="T11" fmla="*/ 0 h 140"/>
                <a:gd name="T12" fmla="*/ 26 w 112"/>
                <a:gd name="T13" fmla="*/ 24 h 140"/>
                <a:gd name="T14" fmla="*/ 26 w 112"/>
                <a:gd name="T15" fmla="*/ 116 h 140"/>
                <a:gd name="T16" fmla="*/ 36 w 112"/>
                <a:gd name="T17" fmla="*/ 116 h 140"/>
                <a:gd name="T18" fmla="*/ 86 w 112"/>
                <a:gd name="T19" fmla="*/ 70 h 140"/>
                <a:gd name="T20" fmla="*/ 35 w 112"/>
                <a:gd name="T21" fmla="*/ 24 h 140"/>
                <a:gd name="T22" fmla="*/ 26 w 112"/>
                <a:gd name="T23" fmla="*/ 2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40">
                  <a:moveTo>
                    <a:pt x="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85" y="0"/>
                    <a:pt x="112" y="30"/>
                    <a:pt x="112" y="70"/>
                  </a:cubicBezTo>
                  <a:cubicBezTo>
                    <a:pt x="112" y="110"/>
                    <a:pt x="82" y="140"/>
                    <a:pt x="39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6" y="24"/>
                  </a:moveTo>
                  <a:cubicBezTo>
                    <a:pt x="26" y="116"/>
                    <a:pt x="26" y="116"/>
                    <a:pt x="26" y="116"/>
                  </a:cubicBezTo>
                  <a:cubicBezTo>
                    <a:pt x="36" y="116"/>
                    <a:pt x="36" y="116"/>
                    <a:pt x="36" y="116"/>
                  </a:cubicBezTo>
                  <a:cubicBezTo>
                    <a:pt x="67" y="116"/>
                    <a:pt x="86" y="96"/>
                    <a:pt x="86" y="70"/>
                  </a:cubicBezTo>
                  <a:cubicBezTo>
                    <a:pt x="86" y="43"/>
                    <a:pt x="70" y="24"/>
                    <a:pt x="35" y="24"/>
                  </a:cubicBezTo>
                  <a:lnTo>
                    <a:pt x="26" y="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8" name="Freeform 11"/>
            <p:cNvSpPr>
              <a:spLocks noEditPoints="1"/>
            </p:cNvSpPr>
            <p:nvPr userDrawn="1"/>
          </p:nvSpPr>
          <p:spPr bwMode="auto">
            <a:xfrm>
              <a:off x="5989638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8 w 116"/>
                <a:gd name="T3" fmla="*/ 0 h 117"/>
                <a:gd name="T4" fmla="*/ 116 w 116"/>
                <a:gd name="T5" fmla="*/ 59 h 117"/>
                <a:gd name="T6" fmla="*/ 58 w 116"/>
                <a:gd name="T7" fmla="*/ 117 h 117"/>
                <a:gd name="T8" fmla="*/ 0 w 116"/>
                <a:gd name="T9" fmla="*/ 59 h 117"/>
                <a:gd name="T10" fmla="*/ 91 w 116"/>
                <a:gd name="T11" fmla="*/ 59 h 117"/>
                <a:gd name="T12" fmla="*/ 58 w 116"/>
                <a:gd name="T13" fmla="*/ 25 h 117"/>
                <a:gd name="T14" fmla="*/ 26 w 116"/>
                <a:gd name="T15" fmla="*/ 59 h 117"/>
                <a:gd name="T16" fmla="*/ 58 w 116"/>
                <a:gd name="T17" fmla="*/ 93 h 117"/>
                <a:gd name="T18" fmla="*/ 91 w 116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0" y="0"/>
                    <a:pt x="116" y="26"/>
                    <a:pt x="116" y="59"/>
                  </a:cubicBezTo>
                  <a:cubicBezTo>
                    <a:pt x="116" y="91"/>
                    <a:pt x="90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6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6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9" name="Freeform 12"/>
            <p:cNvSpPr>
              <a:spLocks/>
            </p:cNvSpPr>
            <p:nvPr userDrawn="1"/>
          </p:nvSpPr>
          <p:spPr bwMode="auto">
            <a:xfrm>
              <a:off x="6459538" y="4502150"/>
              <a:ext cx="420688" cy="447675"/>
            </a:xfrm>
            <a:custGeom>
              <a:avLst/>
              <a:gdLst>
                <a:gd name="T0" fmla="*/ 0 w 112"/>
                <a:gd name="T1" fmla="*/ 59 h 117"/>
                <a:gd name="T2" fmla="*/ 58 w 112"/>
                <a:gd name="T3" fmla="*/ 0 h 117"/>
                <a:gd name="T4" fmla="*/ 112 w 112"/>
                <a:gd name="T5" fmla="*/ 35 h 117"/>
                <a:gd name="T6" fmla="*/ 89 w 112"/>
                <a:gd name="T7" fmla="*/ 45 h 117"/>
                <a:gd name="T8" fmla="*/ 59 w 112"/>
                <a:gd name="T9" fmla="*/ 25 h 117"/>
                <a:gd name="T10" fmla="*/ 25 w 112"/>
                <a:gd name="T11" fmla="*/ 59 h 117"/>
                <a:gd name="T12" fmla="*/ 59 w 112"/>
                <a:gd name="T13" fmla="*/ 93 h 117"/>
                <a:gd name="T14" fmla="*/ 89 w 112"/>
                <a:gd name="T15" fmla="*/ 72 h 117"/>
                <a:gd name="T16" fmla="*/ 112 w 112"/>
                <a:gd name="T17" fmla="*/ 82 h 117"/>
                <a:gd name="T18" fmla="*/ 58 w 112"/>
                <a:gd name="T19" fmla="*/ 117 h 117"/>
                <a:gd name="T20" fmla="*/ 0 w 112"/>
                <a:gd name="T21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84" y="0"/>
                    <a:pt x="103" y="15"/>
                    <a:pt x="112" y="35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84" y="33"/>
                    <a:pt x="72" y="25"/>
                    <a:pt x="59" y="25"/>
                  </a:cubicBezTo>
                  <a:cubicBezTo>
                    <a:pt x="40" y="25"/>
                    <a:pt x="25" y="40"/>
                    <a:pt x="25" y="59"/>
                  </a:cubicBezTo>
                  <a:cubicBezTo>
                    <a:pt x="25" y="78"/>
                    <a:pt x="40" y="93"/>
                    <a:pt x="59" y="93"/>
                  </a:cubicBezTo>
                  <a:cubicBezTo>
                    <a:pt x="73" y="93"/>
                    <a:pt x="84" y="84"/>
                    <a:pt x="89" y="72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03" y="103"/>
                    <a:pt x="84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30" name="Freeform 13"/>
            <p:cNvSpPr>
              <a:spLocks/>
            </p:cNvSpPr>
            <p:nvPr userDrawn="1"/>
          </p:nvSpPr>
          <p:spPr bwMode="auto">
            <a:xfrm>
              <a:off x="6916738" y="4513263"/>
              <a:ext cx="379413" cy="436562"/>
            </a:xfrm>
            <a:custGeom>
              <a:avLst/>
              <a:gdLst>
                <a:gd name="T0" fmla="*/ 101 w 101"/>
                <a:gd name="T1" fmla="*/ 112 h 114"/>
                <a:gd name="T2" fmla="*/ 76 w 101"/>
                <a:gd name="T3" fmla="*/ 112 h 114"/>
                <a:gd name="T4" fmla="*/ 76 w 101"/>
                <a:gd name="T5" fmla="*/ 99 h 114"/>
                <a:gd name="T6" fmla="*/ 43 w 101"/>
                <a:gd name="T7" fmla="*/ 114 h 114"/>
                <a:gd name="T8" fmla="*/ 0 w 101"/>
                <a:gd name="T9" fmla="*/ 66 h 114"/>
                <a:gd name="T10" fmla="*/ 0 w 101"/>
                <a:gd name="T11" fmla="*/ 0 h 114"/>
                <a:gd name="T12" fmla="*/ 26 w 101"/>
                <a:gd name="T13" fmla="*/ 0 h 114"/>
                <a:gd name="T14" fmla="*/ 26 w 101"/>
                <a:gd name="T15" fmla="*/ 64 h 114"/>
                <a:gd name="T16" fmla="*/ 50 w 101"/>
                <a:gd name="T17" fmla="*/ 92 h 114"/>
                <a:gd name="T18" fmla="*/ 75 w 101"/>
                <a:gd name="T19" fmla="*/ 61 h 114"/>
                <a:gd name="T20" fmla="*/ 75 w 101"/>
                <a:gd name="T21" fmla="*/ 0 h 114"/>
                <a:gd name="T22" fmla="*/ 101 w 101"/>
                <a:gd name="T23" fmla="*/ 0 h 114"/>
                <a:gd name="T24" fmla="*/ 101 w 101"/>
                <a:gd name="T25" fmla="*/ 1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1" h="114">
                  <a:moveTo>
                    <a:pt x="101" y="112"/>
                  </a:moveTo>
                  <a:cubicBezTo>
                    <a:pt x="76" y="112"/>
                    <a:pt x="76" y="112"/>
                    <a:pt x="76" y="112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68" y="109"/>
                    <a:pt x="58" y="114"/>
                    <a:pt x="43" y="114"/>
                  </a:cubicBezTo>
                  <a:cubicBezTo>
                    <a:pt x="17" y="114"/>
                    <a:pt x="0" y="96"/>
                    <a:pt x="0" y="6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81"/>
                    <a:pt x="34" y="92"/>
                    <a:pt x="50" y="92"/>
                  </a:cubicBezTo>
                  <a:cubicBezTo>
                    <a:pt x="65" y="92"/>
                    <a:pt x="75" y="81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101" y="0"/>
                    <a:pt x="101" y="0"/>
                    <a:pt x="101" y="0"/>
                  </a:cubicBezTo>
                  <a:lnTo>
                    <a:pt x="101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31" name="Freeform 14"/>
            <p:cNvSpPr>
              <a:spLocks/>
            </p:cNvSpPr>
            <p:nvPr userDrawn="1"/>
          </p:nvSpPr>
          <p:spPr bwMode="auto">
            <a:xfrm>
              <a:off x="7356475" y="4502150"/>
              <a:ext cx="665163" cy="439737"/>
            </a:xfrm>
            <a:custGeom>
              <a:avLst/>
              <a:gdLst>
                <a:gd name="T0" fmla="*/ 0 w 177"/>
                <a:gd name="T1" fmla="*/ 3 h 115"/>
                <a:gd name="T2" fmla="*/ 26 w 177"/>
                <a:gd name="T3" fmla="*/ 3 h 115"/>
                <a:gd name="T4" fmla="*/ 26 w 177"/>
                <a:gd name="T5" fmla="*/ 16 h 115"/>
                <a:gd name="T6" fmla="*/ 58 w 177"/>
                <a:gd name="T7" fmla="*/ 0 h 115"/>
                <a:gd name="T8" fmla="*/ 94 w 177"/>
                <a:gd name="T9" fmla="*/ 20 h 115"/>
                <a:gd name="T10" fmla="*/ 131 w 177"/>
                <a:gd name="T11" fmla="*/ 0 h 115"/>
                <a:gd name="T12" fmla="*/ 177 w 177"/>
                <a:gd name="T13" fmla="*/ 47 h 115"/>
                <a:gd name="T14" fmla="*/ 177 w 177"/>
                <a:gd name="T15" fmla="*/ 115 h 115"/>
                <a:gd name="T16" fmla="*/ 151 w 177"/>
                <a:gd name="T17" fmla="*/ 115 h 115"/>
                <a:gd name="T18" fmla="*/ 151 w 177"/>
                <a:gd name="T19" fmla="*/ 50 h 115"/>
                <a:gd name="T20" fmla="*/ 126 w 177"/>
                <a:gd name="T21" fmla="*/ 23 h 115"/>
                <a:gd name="T22" fmla="*/ 101 w 177"/>
                <a:gd name="T23" fmla="*/ 52 h 115"/>
                <a:gd name="T24" fmla="*/ 101 w 177"/>
                <a:gd name="T25" fmla="*/ 115 h 115"/>
                <a:gd name="T26" fmla="*/ 75 w 177"/>
                <a:gd name="T27" fmla="*/ 115 h 115"/>
                <a:gd name="T28" fmla="*/ 75 w 177"/>
                <a:gd name="T29" fmla="*/ 49 h 115"/>
                <a:gd name="T30" fmla="*/ 51 w 177"/>
                <a:gd name="T31" fmla="*/ 23 h 115"/>
                <a:gd name="T32" fmla="*/ 26 w 177"/>
                <a:gd name="T33" fmla="*/ 53 h 115"/>
                <a:gd name="T34" fmla="*/ 26 w 177"/>
                <a:gd name="T35" fmla="*/ 115 h 115"/>
                <a:gd name="T36" fmla="*/ 0 w 177"/>
                <a:gd name="T37" fmla="*/ 115 h 115"/>
                <a:gd name="T38" fmla="*/ 0 w 177"/>
                <a:gd name="T39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7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6"/>
                    <a:pt x="44" y="0"/>
                    <a:pt x="58" y="0"/>
                  </a:cubicBezTo>
                  <a:cubicBezTo>
                    <a:pt x="75" y="0"/>
                    <a:pt x="88" y="8"/>
                    <a:pt x="94" y="20"/>
                  </a:cubicBezTo>
                  <a:cubicBezTo>
                    <a:pt x="102" y="8"/>
                    <a:pt x="115" y="0"/>
                    <a:pt x="131" y="0"/>
                  </a:cubicBezTo>
                  <a:cubicBezTo>
                    <a:pt x="162" y="0"/>
                    <a:pt x="177" y="18"/>
                    <a:pt x="177" y="47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33"/>
                    <a:pt x="142" y="23"/>
                    <a:pt x="126" y="23"/>
                  </a:cubicBezTo>
                  <a:cubicBezTo>
                    <a:pt x="112" y="23"/>
                    <a:pt x="101" y="33"/>
                    <a:pt x="101" y="52"/>
                  </a:cubicBezTo>
                  <a:cubicBezTo>
                    <a:pt x="101" y="115"/>
                    <a:pt x="101" y="115"/>
                    <a:pt x="101" y="115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33"/>
                    <a:pt x="67" y="23"/>
                    <a:pt x="51" y="23"/>
                  </a:cubicBezTo>
                  <a:cubicBezTo>
                    <a:pt x="37" y="23"/>
                    <a:pt x="26" y="33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32" name="Freeform 15"/>
            <p:cNvSpPr>
              <a:spLocks noEditPoints="1"/>
            </p:cNvSpPr>
            <p:nvPr userDrawn="1"/>
          </p:nvSpPr>
          <p:spPr bwMode="auto">
            <a:xfrm>
              <a:off x="8062913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9 w 116"/>
                <a:gd name="T3" fmla="*/ 0 h 117"/>
                <a:gd name="T4" fmla="*/ 116 w 116"/>
                <a:gd name="T5" fmla="*/ 58 h 117"/>
                <a:gd name="T6" fmla="*/ 116 w 116"/>
                <a:gd name="T7" fmla="*/ 68 h 117"/>
                <a:gd name="T8" fmla="*/ 25 w 116"/>
                <a:gd name="T9" fmla="*/ 68 h 117"/>
                <a:gd name="T10" fmla="*/ 60 w 116"/>
                <a:gd name="T11" fmla="*/ 94 h 117"/>
                <a:gd name="T12" fmla="*/ 91 w 116"/>
                <a:gd name="T13" fmla="*/ 75 h 117"/>
                <a:gd name="T14" fmla="*/ 112 w 116"/>
                <a:gd name="T15" fmla="*/ 87 h 117"/>
                <a:gd name="T16" fmla="*/ 60 w 116"/>
                <a:gd name="T17" fmla="*/ 117 h 117"/>
                <a:gd name="T18" fmla="*/ 0 w 116"/>
                <a:gd name="T19" fmla="*/ 59 h 117"/>
                <a:gd name="T20" fmla="*/ 26 w 116"/>
                <a:gd name="T21" fmla="*/ 46 h 117"/>
                <a:gd name="T22" fmla="*/ 90 w 116"/>
                <a:gd name="T23" fmla="*/ 46 h 117"/>
                <a:gd name="T24" fmla="*/ 59 w 116"/>
                <a:gd name="T25" fmla="*/ 23 h 117"/>
                <a:gd name="T26" fmla="*/ 26 w 116"/>
                <a:gd name="T27" fmla="*/ 4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9" y="0"/>
                  </a:cubicBezTo>
                  <a:cubicBezTo>
                    <a:pt x="92" y="0"/>
                    <a:pt x="116" y="25"/>
                    <a:pt x="116" y="58"/>
                  </a:cubicBezTo>
                  <a:cubicBezTo>
                    <a:pt x="116" y="68"/>
                    <a:pt x="116" y="68"/>
                    <a:pt x="116" y="68"/>
                  </a:cubicBezTo>
                  <a:cubicBezTo>
                    <a:pt x="25" y="68"/>
                    <a:pt x="25" y="68"/>
                    <a:pt x="25" y="68"/>
                  </a:cubicBezTo>
                  <a:cubicBezTo>
                    <a:pt x="28" y="84"/>
                    <a:pt x="41" y="94"/>
                    <a:pt x="60" y="94"/>
                  </a:cubicBezTo>
                  <a:cubicBezTo>
                    <a:pt x="74" y="94"/>
                    <a:pt x="85" y="87"/>
                    <a:pt x="91" y="75"/>
                  </a:cubicBezTo>
                  <a:cubicBezTo>
                    <a:pt x="112" y="87"/>
                    <a:pt x="112" y="87"/>
                    <a:pt x="112" y="87"/>
                  </a:cubicBezTo>
                  <a:cubicBezTo>
                    <a:pt x="102" y="105"/>
                    <a:pt x="84" y="117"/>
                    <a:pt x="60" y="117"/>
                  </a:cubicBezTo>
                  <a:cubicBezTo>
                    <a:pt x="24" y="117"/>
                    <a:pt x="0" y="92"/>
                    <a:pt x="0" y="59"/>
                  </a:cubicBezTo>
                  <a:close/>
                  <a:moveTo>
                    <a:pt x="26" y="46"/>
                  </a:moveTo>
                  <a:cubicBezTo>
                    <a:pt x="90" y="46"/>
                    <a:pt x="90" y="46"/>
                    <a:pt x="90" y="46"/>
                  </a:cubicBezTo>
                  <a:cubicBezTo>
                    <a:pt x="86" y="31"/>
                    <a:pt x="75" y="23"/>
                    <a:pt x="59" y="23"/>
                  </a:cubicBezTo>
                  <a:cubicBezTo>
                    <a:pt x="43" y="23"/>
                    <a:pt x="31" y="33"/>
                    <a:pt x="26" y="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33" name="Freeform 16"/>
            <p:cNvSpPr>
              <a:spLocks/>
            </p:cNvSpPr>
            <p:nvPr userDrawn="1"/>
          </p:nvSpPr>
          <p:spPr bwMode="auto">
            <a:xfrm>
              <a:off x="8543925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59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7 w 104"/>
                <a:gd name="T13" fmla="*/ 115 h 115"/>
                <a:gd name="T14" fmla="*/ 77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59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34"/>
                    <a:pt x="69" y="23"/>
                    <a:pt x="52" y="23"/>
                  </a:cubicBezTo>
                  <a:cubicBezTo>
                    <a:pt x="37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34" name="Freeform 17"/>
            <p:cNvSpPr>
              <a:spLocks/>
            </p:cNvSpPr>
            <p:nvPr userDrawn="1"/>
          </p:nvSpPr>
          <p:spPr bwMode="auto">
            <a:xfrm>
              <a:off x="8956675" y="4379913"/>
              <a:ext cx="255588" cy="561975"/>
            </a:xfrm>
            <a:custGeom>
              <a:avLst/>
              <a:gdLst>
                <a:gd name="T0" fmla="*/ 0 w 68"/>
                <a:gd name="T1" fmla="*/ 35 h 147"/>
                <a:gd name="T2" fmla="*/ 19 w 68"/>
                <a:gd name="T3" fmla="*/ 35 h 147"/>
                <a:gd name="T4" fmla="*/ 19 w 68"/>
                <a:gd name="T5" fmla="*/ 18 h 147"/>
                <a:gd name="T6" fmla="*/ 45 w 68"/>
                <a:gd name="T7" fmla="*/ 0 h 147"/>
                <a:gd name="T8" fmla="*/ 45 w 68"/>
                <a:gd name="T9" fmla="*/ 35 h 147"/>
                <a:gd name="T10" fmla="*/ 68 w 68"/>
                <a:gd name="T11" fmla="*/ 35 h 147"/>
                <a:gd name="T12" fmla="*/ 68 w 68"/>
                <a:gd name="T13" fmla="*/ 58 h 147"/>
                <a:gd name="T14" fmla="*/ 45 w 68"/>
                <a:gd name="T15" fmla="*/ 58 h 147"/>
                <a:gd name="T16" fmla="*/ 45 w 68"/>
                <a:gd name="T17" fmla="*/ 100 h 147"/>
                <a:gd name="T18" fmla="*/ 68 w 68"/>
                <a:gd name="T19" fmla="*/ 123 h 147"/>
                <a:gd name="T20" fmla="*/ 68 w 68"/>
                <a:gd name="T21" fmla="*/ 147 h 147"/>
                <a:gd name="T22" fmla="*/ 64 w 68"/>
                <a:gd name="T23" fmla="*/ 147 h 147"/>
                <a:gd name="T24" fmla="*/ 19 w 68"/>
                <a:gd name="T25" fmla="*/ 100 h 147"/>
                <a:gd name="T26" fmla="*/ 19 w 68"/>
                <a:gd name="T27" fmla="*/ 58 h 147"/>
                <a:gd name="T28" fmla="*/ 0 w 68"/>
                <a:gd name="T29" fmla="*/ 58 h 147"/>
                <a:gd name="T30" fmla="*/ 0 w 68"/>
                <a:gd name="T31" fmla="*/ 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147">
                  <a:moveTo>
                    <a:pt x="0" y="35"/>
                  </a:moveTo>
                  <a:cubicBezTo>
                    <a:pt x="19" y="35"/>
                    <a:pt x="19" y="35"/>
                    <a:pt x="19" y="35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8" y="58"/>
                    <a:pt x="68" y="58"/>
                    <a:pt x="68" y="58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20"/>
                    <a:pt x="48" y="123"/>
                    <a:pt x="68" y="123"/>
                  </a:cubicBezTo>
                  <a:cubicBezTo>
                    <a:pt x="68" y="147"/>
                    <a:pt x="68" y="147"/>
                    <a:pt x="68" y="147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30" y="147"/>
                    <a:pt x="19" y="136"/>
                    <a:pt x="19" y="100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97459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DB50D-660B-C876-7848-AFF73E9C43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540" y="277200"/>
            <a:ext cx="11298548" cy="522000"/>
          </a:xfrm>
        </p:spPr>
        <p:txBody>
          <a:bodyPr tIns="90000" bIns="0" anchor="t"/>
          <a:lstStyle>
            <a:lvl1pPr>
              <a:defRPr kumimoji="0" lang="ko-KR" altLang="en-US" sz="2800" b="0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defRPr>
            </a:lvl1pPr>
          </a:lstStyle>
          <a:p>
            <a:pPr marL="0" marR="0" lvl="0" indent="0" defTabSz="685594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tabLst/>
            </a:pP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5BC83-1199-A34C-411B-003DD379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9677" y="6379968"/>
            <a:ext cx="452120" cy="365125"/>
          </a:xfrm>
        </p:spPr>
        <p:txBody>
          <a:bodyPr lIns="0" tIns="0" rIns="0" bIns="0"/>
          <a:lstStyle>
            <a:lvl1pPr algn="r">
              <a:defRPr sz="900">
                <a:latin typeface="Samsung SS Body Regular" pitchFamily="2" charset="0"/>
                <a:ea typeface="Samsung SS Body KR Regular" pitchFamily="2" charset="-127"/>
              </a:defRPr>
            </a:lvl1pPr>
          </a:lstStyle>
          <a:p>
            <a:fld id="{C58C79CB-A4EA-4CBF-AB18-D1F07E4295B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4750CF2-AC2E-D6B4-A0AF-AA337456D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159" y="155595"/>
            <a:ext cx="585097" cy="104755"/>
          </a:xfrm>
          <a:noFill/>
        </p:spPr>
        <p:txBody>
          <a:bodyPr wrap="none" lIns="90000" tIns="0" rIns="0" bIns="0" rtlCol="0">
            <a:noAutofit/>
          </a:bodyPr>
          <a:lstStyle>
            <a:lvl1pPr marL="0" indent="0">
              <a:buNone/>
              <a:defRPr lang="ko-KR" altLang="en-US" sz="900" smtClean="0">
                <a:solidFill>
                  <a:schemeClr val="bg1">
                    <a:lumMod val="65000"/>
                  </a:schemeClr>
                </a:solidFill>
                <a:latin typeface="Samsung SS Body KR Bold" pitchFamily="2" charset="-127"/>
                <a:ea typeface="Samsung SS Body KR Regular" pitchFamily="2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en-US" altLang="ko-KR" dirty="0"/>
              <a:t>breadcrumb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093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279">
          <p15:clr>
            <a:srgbClr val="FBAE40"/>
          </p15:clr>
        </p15:guide>
        <p15:guide id="5" orient="horz" pos="504">
          <p15:clr>
            <a:srgbClr val="FBAE40"/>
          </p15:clr>
        </p15:guide>
        <p15:guide id="6" orient="horz" pos="164">
          <p15:clr>
            <a:srgbClr val="FBAE40"/>
          </p15:clr>
        </p15:guide>
        <p15:guide id="7" orient="horz" pos="96">
          <p15:clr>
            <a:srgbClr val="FBAE40"/>
          </p15:clr>
        </p15:guide>
        <p15:guide id="8" orient="horz" pos="4088">
          <p15:clr>
            <a:srgbClr val="FBAE40"/>
          </p15:clr>
        </p15:guide>
        <p15:guide id="9" orient="horz" pos="1298">
          <p15:clr>
            <a:srgbClr val="FBAE40"/>
          </p15:clr>
        </p15:guide>
        <p15:guide id="10" orient="horz" pos="709">
          <p15:clr>
            <a:srgbClr val="547EBF"/>
          </p15:clr>
        </p15:guide>
        <p15:guide id="11" orient="horz" pos="1570">
          <p15:clr>
            <a:srgbClr val="547EB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Divider Page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2988000"/>
            <a:ext cx="11306175" cy="88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>
                <a:solidFill>
                  <a:schemeClr val="bg1"/>
                </a:solidFill>
                <a:latin typeface="Samsung SS Body KR Bold" pitchFamily="2" charset="-127"/>
                <a:ea typeface="Samsung SS Body KR Regular" pitchFamily="2" charset="-127"/>
                <a:cs typeface="Samsung Sharp Sans 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ko-KR" dirty="0"/>
              <a:t>Divider-Samsung Sharp Sans Bold/44pt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3700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Appendix (w/o 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Title (Max 1 line) – Korean 700 / 28pt / </a:t>
            </a:r>
            <a:r>
              <a:rPr lang="ko-KR" altLang="en-US" dirty="0"/>
              <a:t>검정</a:t>
            </a:r>
          </a:p>
        </p:txBody>
      </p:sp>
    </p:spTree>
    <p:extLst>
      <p:ext uri="{BB962C8B-B14F-4D97-AF65-F5344CB8AC3E}">
        <p14:creationId xmlns:p14="http://schemas.microsoft.com/office/powerpoint/2010/main" val="802304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95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Contents Page (w/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368300"/>
            <a:ext cx="11306175" cy="3604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Title (Max 1 line) - </a:t>
            </a:r>
            <a:r>
              <a:rPr lang="en-US" altLang="ko-KR" dirty="0" err="1"/>
              <a:t>SamsungOneKorean</a:t>
            </a:r>
            <a:r>
              <a:rPr lang="en-US" altLang="ko-KR" dirty="0"/>
              <a:t> 700 / 20pt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Governing Msg. (Max 1 line) – Korean 700 / 28pt / </a:t>
            </a:r>
            <a:r>
              <a:rPr lang="ko-KR" altLang="en-US" dirty="0"/>
              <a:t>검정</a:t>
            </a:r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299409"/>
            <a:ext cx="11306175" cy="673769"/>
          </a:xfrm>
          <a:prstGeom prst="rect">
            <a:avLst/>
          </a:prstGeom>
        </p:spPr>
        <p:txBody>
          <a:bodyPr anchor="t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Msg. (Max 2 line) - Korean 400 / 16pt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  <a:endParaRPr lang="en-US" altLang="ko-KR" dirty="0"/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Msg. (Max 2 line) - Korean 400 / 16pt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6337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136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5" name="텍스트 개체 틀 11">
            <a:extLst>
              <a:ext uri="{FF2B5EF4-FFF2-40B4-BE49-F238E27FC236}">
                <a16:creationId xmlns:a16="http://schemas.microsoft.com/office/drawing/2014/main" id="{FAC7619F-A173-DF91-68A0-75BCBB7982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3680823"/>
            <a:ext cx="9597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S Body KR Bold" pitchFamily="2" charset="-127"/>
                <a:ea typeface="Samsung SS Body KR Regular" pitchFamily="2" charset="-127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 dirty="0"/>
              <a:t>Description</a:t>
            </a:r>
          </a:p>
          <a:p>
            <a:pPr marL="0" lvl="0" algn="l" defTabSz="914400" rtl="0" eaLnBrk="1" latin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238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bg>
      <p:bgPr>
        <a:solidFill>
          <a:srgbClr val="1728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21F6DD44-CCCA-98BA-A895-BAAA21E400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80823"/>
            <a:ext cx="1051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S Body KR Bold" pitchFamily="2" charset="-127"/>
                <a:ea typeface="Samsung SS Body KR Regular" pitchFamily="2" charset="-127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 dirty="0"/>
              <a:t>Description</a:t>
            </a:r>
          </a:p>
          <a:p>
            <a:pPr marL="0" lvl="0" algn="l" defTabSz="914400" rtl="0" eaLnBrk="1" latin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4140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v1">
    <p:bg>
      <p:bgPr>
        <a:solidFill>
          <a:srgbClr val="0000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3278" y="2270272"/>
            <a:ext cx="11282119" cy="88024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 sz="4400" b="0" baseline="0">
                <a:solidFill>
                  <a:schemeClr val="bg1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  <a:lvl2pPr>
              <a:defRPr sz="4800">
                <a:solidFill>
                  <a:schemeClr val="bg1"/>
                </a:solidFill>
                <a:latin typeface="+mj-lt"/>
                <a:ea typeface="+mn-ea"/>
              </a:defRPr>
            </a:lvl2pPr>
            <a:lvl3pPr>
              <a:defRPr sz="4800">
                <a:solidFill>
                  <a:schemeClr val="bg1"/>
                </a:solidFill>
                <a:latin typeface="+mj-lt"/>
                <a:ea typeface="+mn-ea"/>
              </a:defRPr>
            </a:lvl3pPr>
            <a:lvl4pPr>
              <a:defRPr sz="4800">
                <a:solidFill>
                  <a:schemeClr val="bg1"/>
                </a:solidFill>
                <a:latin typeface="+mj-lt"/>
                <a:ea typeface="+mn-ea"/>
              </a:defRPr>
            </a:lvl4pPr>
            <a:lvl5pPr>
              <a:defRPr sz="4800">
                <a:solidFill>
                  <a:schemeClr val="bg1"/>
                </a:solidFill>
                <a:latin typeface="+mj-lt"/>
                <a:ea typeface="+mn-ea"/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/>
            </a:pPr>
            <a:r>
              <a:rPr lang="en-US" altLang="ko-KR" dirty="0"/>
              <a:t>Project name or document title</a:t>
            </a:r>
          </a:p>
        </p:txBody>
      </p:sp>
      <p:pic>
        <p:nvPicPr>
          <p:cNvPr id="8" name="Shape 230" descr="Samsung logo white.png"/>
          <p:cNvPicPr preferRelativeResize="0"/>
          <p:nvPr userDrawn="1"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6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78" y="5005162"/>
            <a:ext cx="1144544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6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Body KR Regular" pitchFamily="2" charset="-127"/>
                <a:ea typeface="Samsung SS Body KR Bold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Month, year</a:t>
            </a:r>
          </a:p>
        </p:txBody>
      </p:sp>
      <p:sp>
        <p:nvSpPr>
          <p:cNvPr id="288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278" y="5334424"/>
            <a:ext cx="2701060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lvl="0"/>
            <a:r>
              <a:rPr kumimoji="1" lang="en-US" altLang="ja-JP" dirty="0"/>
              <a:t>Digital Marketing Group</a:t>
            </a:r>
          </a:p>
        </p:txBody>
      </p:sp>
      <p:sp>
        <p:nvSpPr>
          <p:cNvPr id="291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278" y="3392996"/>
            <a:ext cx="1128571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Samsung SS Body KR Regular" pitchFamily="2" charset="-127"/>
                <a:ea typeface="Samsung SS Body KR Bold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Type of document (Max. two lines)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3A4CF73-1121-4EA1-9F75-1DBBB537070E}"/>
              </a:ext>
            </a:extLst>
          </p:cNvPr>
          <p:cNvSpPr txBox="1"/>
          <p:nvPr userDrawn="1"/>
        </p:nvSpPr>
        <p:spPr>
          <a:xfrm>
            <a:off x="444969" y="6375074"/>
            <a:ext cx="11304119" cy="103237"/>
          </a:xfrm>
          <a:custGeom>
            <a:avLst/>
            <a:gdLst/>
            <a:ahLst/>
            <a:cxnLst/>
            <a:rect l="l" t="t" r="r" b="b"/>
            <a:pathLst>
              <a:path w="11248345" h="102728">
                <a:moveTo>
                  <a:pt x="9431377" y="73298"/>
                </a:moveTo>
                <a:lnTo>
                  <a:pt x="9437330" y="73298"/>
                </a:lnTo>
                <a:cubicBezTo>
                  <a:pt x="9437528" y="74885"/>
                  <a:pt x="9437627" y="76324"/>
                  <a:pt x="9437627" y="77614"/>
                </a:cubicBezTo>
                <a:cubicBezTo>
                  <a:pt x="9437627" y="80739"/>
                  <a:pt x="9436920" y="83579"/>
                  <a:pt x="9435507" y="86134"/>
                </a:cubicBezTo>
                <a:cubicBezTo>
                  <a:pt x="9434093" y="88689"/>
                  <a:pt x="9431897" y="91132"/>
                  <a:pt x="9428921" y="93464"/>
                </a:cubicBezTo>
                <a:lnTo>
                  <a:pt x="9426242" y="90636"/>
                </a:lnTo>
                <a:cubicBezTo>
                  <a:pt x="9428177" y="88553"/>
                  <a:pt x="9429566" y="86506"/>
                  <a:pt x="9430409" y="84497"/>
                </a:cubicBezTo>
                <a:cubicBezTo>
                  <a:pt x="9431252" y="82488"/>
                  <a:pt x="9431674" y="80218"/>
                  <a:pt x="9431674" y="77688"/>
                </a:cubicBezTo>
                <a:cubicBezTo>
                  <a:pt x="9431674" y="76349"/>
                  <a:pt x="9431575" y="74885"/>
                  <a:pt x="9431377" y="73298"/>
                </a:cubicBezTo>
                <a:close/>
                <a:moveTo>
                  <a:pt x="8364577" y="73298"/>
                </a:moveTo>
                <a:lnTo>
                  <a:pt x="8370529" y="73298"/>
                </a:lnTo>
                <a:cubicBezTo>
                  <a:pt x="8370729" y="74885"/>
                  <a:pt x="8370827" y="76324"/>
                  <a:pt x="8370827" y="77614"/>
                </a:cubicBezTo>
                <a:cubicBezTo>
                  <a:pt x="8370827" y="80739"/>
                  <a:pt x="8370121" y="83579"/>
                  <a:pt x="8368707" y="86134"/>
                </a:cubicBezTo>
                <a:cubicBezTo>
                  <a:pt x="8367293" y="88689"/>
                  <a:pt x="8365097" y="91132"/>
                  <a:pt x="8362121" y="93464"/>
                </a:cubicBezTo>
                <a:lnTo>
                  <a:pt x="8359442" y="90636"/>
                </a:lnTo>
                <a:cubicBezTo>
                  <a:pt x="8361377" y="88553"/>
                  <a:pt x="8362766" y="86506"/>
                  <a:pt x="8363609" y="84497"/>
                </a:cubicBezTo>
                <a:cubicBezTo>
                  <a:pt x="8364452" y="82488"/>
                  <a:pt x="8364874" y="80218"/>
                  <a:pt x="8364874" y="77688"/>
                </a:cubicBezTo>
                <a:cubicBezTo>
                  <a:pt x="8364874" y="76349"/>
                  <a:pt x="8364775" y="74885"/>
                  <a:pt x="8364577" y="73298"/>
                </a:cubicBezTo>
                <a:close/>
                <a:moveTo>
                  <a:pt x="8012151" y="73298"/>
                </a:moveTo>
                <a:lnTo>
                  <a:pt x="8018105" y="73298"/>
                </a:lnTo>
                <a:cubicBezTo>
                  <a:pt x="8018303" y="74885"/>
                  <a:pt x="8018403" y="76324"/>
                  <a:pt x="8018403" y="77614"/>
                </a:cubicBezTo>
                <a:cubicBezTo>
                  <a:pt x="8018403" y="80739"/>
                  <a:pt x="8017695" y="83579"/>
                  <a:pt x="8016281" y="86134"/>
                </a:cubicBezTo>
                <a:cubicBezTo>
                  <a:pt x="8014867" y="88689"/>
                  <a:pt x="8012673" y="91132"/>
                  <a:pt x="8009696" y="93464"/>
                </a:cubicBezTo>
                <a:lnTo>
                  <a:pt x="8007017" y="90636"/>
                </a:lnTo>
                <a:cubicBezTo>
                  <a:pt x="8008951" y="88553"/>
                  <a:pt x="8010341" y="86506"/>
                  <a:pt x="8011184" y="84497"/>
                </a:cubicBezTo>
                <a:cubicBezTo>
                  <a:pt x="8012027" y="82488"/>
                  <a:pt x="8012449" y="80218"/>
                  <a:pt x="8012449" y="77688"/>
                </a:cubicBezTo>
                <a:cubicBezTo>
                  <a:pt x="8012449" y="76349"/>
                  <a:pt x="8012351" y="74885"/>
                  <a:pt x="8012151" y="73298"/>
                </a:cubicBezTo>
                <a:close/>
                <a:moveTo>
                  <a:pt x="7754977" y="73298"/>
                </a:moveTo>
                <a:lnTo>
                  <a:pt x="7760930" y="73298"/>
                </a:lnTo>
                <a:cubicBezTo>
                  <a:pt x="7761128" y="74885"/>
                  <a:pt x="7761228" y="76324"/>
                  <a:pt x="7761228" y="77614"/>
                </a:cubicBezTo>
                <a:cubicBezTo>
                  <a:pt x="7761228" y="80739"/>
                  <a:pt x="7760521" y="83579"/>
                  <a:pt x="7759107" y="86134"/>
                </a:cubicBezTo>
                <a:cubicBezTo>
                  <a:pt x="7757693" y="88689"/>
                  <a:pt x="7755498" y="91132"/>
                  <a:pt x="7752521" y="93464"/>
                </a:cubicBezTo>
                <a:lnTo>
                  <a:pt x="7749842" y="90636"/>
                </a:lnTo>
                <a:cubicBezTo>
                  <a:pt x="7751777" y="88553"/>
                  <a:pt x="7753166" y="86506"/>
                  <a:pt x="7754009" y="84497"/>
                </a:cubicBezTo>
                <a:cubicBezTo>
                  <a:pt x="7754853" y="82488"/>
                  <a:pt x="7755274" y="80218"/>
                  <a:pt x="7755274" y="77688"/>
                </a:cubicBezTo>
                <a:cubicBezTo>
                  <a:pt x="7755274" y="76349"/>
                  <a:pt x="7755175" y="74885"/>
                  <a:pt x="7754977" y="73298"/>
                </a:cubicBezTo>
                <a:close/>
                <a:moveTo>
                  <a:pt x="7354927" y="73298"/>
                </a:moveTo>
                <a:lnTo>
                  <a:pt x="7360880" y="73298"/>
                </a:lnTo>
                <a:cubicBezTo>
                  <a:pt x="7361078" y="74885"/>
                  <a:pt x="7361178" y="76324"/>
                  <a:pt x="7361178" y="77614"/>
                </a:cubicBezTo>
                <a:cubicBezTo>
                  <a:pt x="7361178" y="80739"/>
                  <a:pt x="7360471" y="83579"/>
                  <a:pt x="7359057" y="86134"/>
                </a:cubicBezTo>
                <a:cubicBezTo>
                  <a:pt x="7357643" y="88689"/>
                  <a:pt x="7355448" y="91132"/>
                  <a:pt x="7352471" y="93464"/>
                </a:cubicBezTo>
                <a:lnTo>
                  <a:pt x="7349792" y="90636"/>
                </a:lnTo>
                <a:cubicBezTo>
                  <a:pt x="7351727" y="88553"/>
                  <a:pt x="7353116" y="86506"/>
                  <a:pt x="7353959" y="84497"/>
                </a:cubicBezTo>
                <a:cubicBezTo>
                  <a:pt x="7354803" y="82488"/>
                  <a:pt x="7355224" y="80218"/>
                  <a:pt x="7355224" y="77688"/>
                </a:cubicBezTo>
                <a:cubicBezTo>
                  <a:pt x="7355224" y="76349"/>
                  <a:pt x="7355125" y="74885"/>
                  <a:pt x="7354927" y="73298"/>
                </a:cubicBezTo>
                <a:close/>
                <a:moveTo>
                  <a:pt x="11244252" y="72851"/>
                </a:moveTo>
                <a:cubicBezTo>
                  <a:pt x="11245541" y="72851"/>
                  <a:pt x="11246546" y="73211"/>
                  <a:pt x="11247266" y="73930"/>
                </a:cubicBezTo>
                <a:cubicBezTo>
                  <a:pt x="11247985" y="74650"/>
                  <a:pt x="11248345" y="75654"/>
                  <a:pt x="11248345" y="76944"/>
                </a:cubicBezTo>
                <a:cubicBezTo>
                  <a:pt x="11248345" y="78283"/>
                  <a:pt x="11247985" y="79325"/>
                  <a:pt x="11247266" y="80069"/>
                </a:cubicBezTo>
                <a:cubicBezTo>
                  <a:pt x="11246546" y="80814"/>
                  <a:pt x="11245541" y="81186"/>
                  <a:pt x="11244252" y="81186"/>
                </a:cubicBezTo>
                <a:cubicBezTo>
                  <a:pt x="11242962" y="81186"/>
                  <a:pt x="11241958" y="80814"/>
                  <a:pt x="11241238" y="80069"/>
                </a:cubicBezTo>
                <a:cubicBezTo>
                  <a:pt x="11240518" y="79325"/>
                  <a:pt x="11240159" y="78308"/>
                  <a:pt x="11240159" y="77018"/>
                </a:cubicBezTo>
                <a:cubicBezTo>
                  <a:pt x="11240159" y="75729"/>
                  <a:pt x="11240518" y="74712"/>
                  <a:pt x="11241238" y="73967"/>
                </a:cubicBezTo>
                <a:cubicBezTo>
                  <a:pt x="11241958" y="73223"/>
                  <a:pt x="11242962" y="72851"/>
                  <a:pt x="11244252" y="72851"/>
                </a:cubicBezTo>
                <a:close/>
                <a:moveTo>
                  <a:pt x="6310302" y="72851"/>
                </a:moveTo>
                <a:cubicBezTo>
                  <a:pt x="6311592" y="72851"/>
                  <a:pt x="6312597" y="73211"/>
                  <a:pt x="6313316" y="73930"/>
                </a:cubicBezTo>
                <a:cubicBezTo>
                  <a:pt x="6314036" y="74650"/>
                  <a:pt x="6314395" y="75654"/>
                  <a:pt x="6314395" y="76944"/>
                </a:cubicBezTo>
                <a:cubicBezTo>
                  <a:pt x="6314395" y="78283"/>
                  <a:pt x="6314036" y="79325"/>
                  <a:pt x="6313316" y="80069"/>
                </a:cubicBezTo>
                <a:cubicBezTo>
                  <a:pt x="6312597" y="80814"/>
                  <a:pt x="6311592" y="81186"/>
                  <a:pt x="6310302" y="81186"/>
                </a:cubicBezTo>
                <a:cubicBezTo>
                  <a:pt x="6309013" y="81186"/>
                  <a:pt x="6308008" y="80814"/>
                  <a:pt x="6307288" y="80069"/>
                </a:cubicBezTo>
                <a:cubicBezTo>
                  <a:pt x="6306569" y="79325"/>
                  <a:pt x="6306209" y="78308"/>
                  <a:pt x="6306209" y="77018"/>
                </a:cubicBezTo>
                <a:cubicBezTo>
                  <a:pt x="6306209" y="75729"/>
                  <a:pt x="6306569" y="74712"/>
                  <a:pt x="6307288" y="73967"/>
                </a:cubicBezTo>
                <a:cubicBezTo>
                  <a:pt x="6308008" y="73223"/>
                  <a:pt x="6309013" y="72851"/>
                  <a:pt x="6310302" y="72851"/>
                </a:cubicBezTo>
                <a:close/>
                <a:moveTo>
                  <a:pt x="2947978" y="72851"/>
                </a:moveTo>
                <a:cubicBezTo>
                  <a:pt x="2949268" y="72851"/>
                  <a:pt x="2950272" y="73211"/>
                  <a:pt x="2950992" y="73930"/>
                </a:cubicBezTo>
                <a:cubicBezTo>
                  <a:pt x="2951711" y="74650"/>
                  <a:pt x="2952071" y="75654"/>
                  <a:pt x="2952071" y="76944"/>
                </a:cubicBezTo>
                <a:cubicBezTo>
                  <a:pt x="2952071" y="78283"/>
                  <a:pt x="2951711" y="79325"/>
                  <a:pt x="2950992" y="80069"/>
                </a:cubicBezTo>
                <a:cubicBezTo>
                  <a:pt x="2950272" y="80814"/>
                  <a:pt x="2949268" y="81186"/>
                  <a:pt x="2947978" y="81186"/>
                </a:cubicBezTo>
                <a:cubicBezTo>
                  <a:pt x="2946688" y="81186"/>
                  <a:pt x="2945683" y="80814"/>
                  <a:pt x="2944964" y="80069"/>
                </a:cubicBezTo>
                <a:cubicBezTo>
                  <a:pt x="2944244" y="79325"/>
                  <a:pt x="2943885" y="78308"/>
                  <a:pt x="2943885" y="77018"/>
                </a:cubicBezTo>
                <a:cubicBezTo>
                  <a:pt x="2943885" y="75729"/>
                  <a:pt x="2944244" y="74712"/>
                  <a:pt x="2944964" y="73967"/>
                </a:cubicBezTo>
                <a:cubicBezTo>
                  <a:pt x="2945683" y="73223"/>
                  <a:pt x="2946688" y="72851"/>
                  <a:pt x="2947978" y="72851"/>
                </a:cubicBezTo>
                <a:close/>
                <a:moveTo>
                  <a:pt x="10595808" y="59754"/>
                </a:moveTo>
                <a:cubicBezTo>
                  <a:pt x="10589408" y="59804"/>
                  <a:pt x="10584696" y="60561"/>
                  <a:pt x="10581669" y="62024"/>
                </a:cubicBezTo>
                <a:cubicBezTo>
                  <a:pt x="10578643" y="63487"/>
                  <a:pt x="10577130" y="65757"/>
                  <a:pt x="10577130" y="68833"/>
                </a:cubicBezTo>
                <a:cubicBezTo>
                  <a:pt x="10577130" y="71214"/>
                  <a:pt x="10577824" y="73025"/>
                  <a:pt x="10579213" y="74265"/>
                </a:cubicBezTo>
                <a:cubicBezTo>
                  <a:pt x="10580603" y="75505"/>
                  <a:pt x="10582661" y="76125"/>
                  <a:pt x="10585390" y="76125"/>
                </a:cubicBezTo>
                <a:cubicBezTo>
                  <a:pt x="10587523" y="76125"/>
                  <a:pt x="10589433" y="75729"/>
                  <a:pt x="10591120" y="74935"/>
                </a:cubicBezTo>
                <a:cubicBezTo>
                  <a:pt x="10592807" y="74141"/>
                  <a:pt x="10594370" y="72926"/>
                  <a:pt x="10595808" y="71289"/>
                </a:cubicBezTo>
                <a:close/>
                <a:moveTo>
                  <a:pt x="9357558" y="59754"/>
                </a:moveTo>
                <a:cubicBezTo>
                  <a:pt x="9351158" y="59804"/>
                  <a:pt x="9346446" y="60561"/>
                  <a:pt x="9343419" y="62024"/>
                </a:cubicBezTo>
                <a:cubicBezTo>
                  <a:pt x="9340393" y="63487"/>
                  <a:pt x="9338880" y="65757"/>
                  <a:pt x="9338880" y="68833"/>
                </a:cubicBezTo>
                <a:cubicBezTo>
                  <a:pt x="9338880" y="71214"/>
                  <a:pt x="9339574" y="73025"/>
                  <a:pt x="9340963" y="74265"/>
                </a:cubicBezTo>
                <a:cubicBezTo>
                  <a:pt x="9342353" y="75505"/>
                  <a:pt x="9344411" y="76125"/>
                  <a:pt x="9347140" y="76125"/>
                </a:cubicBezTo>
                <a:cubicBezTo>
                  <a:pt x="9349273" y="76125"/>
                  <a:pt x="9351183" y="75729"/>
                  <a:pt x="9352870" y="74935"/>
                </a:cubicBezTo>
                <a:cubicBezTo>
                  <a:pt x="9354557" y="74141"/>
                  <a:pt x="9356120" y="72926"/>
                  <a:pt x="9357558" y="71289"/>
                </a:cubicBezTo>
                <a:close/>
                <a:moveTo>
                  <a:pt x="8481258" y="59754"/>
                </a:moveTo>
                <a:cubicBezTo>
                  <a:pt x="8474858" y="59804"/>
                  <a:pt x="8470146" y="60561"/>
                  <a:pt x="8467119" y="62024"/>
                </a:cubicBezTo>
                <a:cubicBezTo>
                  <a:pt x="8464093" y="63487"/>
                  <a:pt x="8462580" y="65757"/>
                  <a:pt x="8462580" y="68833"/>
                </a:cubicBezTo>
                <a:cubicBezTo>
                  <a:pt x="8462580" y="71214"/>
                  <a:pt x="8463274" y="73025"/>
                  <a:pt x="8464663" y="74265"/>
                </a:cubicBezTo>
                <a:cubicBezTo>
                  <a:pt x="8466053" y="75505"/>
                  <a:pt x="8468111" y="76125"/>
                  <a:pt x="8470840" y="76125"/>
                </a:cubicBezTo>
                <a:cubicBezTo>
                  <a:pt x="8472973" y="76125"/>
                  <a:pt x="8474883" y="75729"/>
                  <a:pt x="8476570" y="74935"/>
                </a:cubicBezTo>
                <a:cubicBezTo>
                  <a:pt x="8478257" y="74141"/>
                  <a:pt x="8479820" y="72926"/>
                  <a:pt x="8481258" y="71289"/>
                </a:cubicBezTo>
                <a:close/>
                <a:moveTo>
                  <a:pt x="6900108" y="59754"/>
                </a:moveTo>
                <a:cubicBezTo>
                  <a:pt x="6893708" y="59804"/>
                  <a:pt x="6888995" y="60561"/>
                  <a:pt x="6885969" y="62024"/>
                </a:cubicBezTo>
                <a:cubicBezTo>
                  <a:pt x="6882943" y="63487"/>
                  <a:pt x="6881430" y="65757"/>
                  <a:pt x="6881430" y="68833"/>
                </a:cubicBezTo>
                <a:cubicBezTo>
                  <a:pt x="6881430" y="71214"/>
                  <a:pt x="6882125" y="73025"/>
                  <a:pt x="6883514" y="74265"/>
                </a:cubicBezTo>
                <a:cubicBezTo>
                  <a:pt x="6884903" y="75505"/>
                  <a:pt x="6886962" y="76125"/>
                  <a:pt x="6889690" y="76125"/>
                </a:cubicBezTo>
                <a:cubicBezTo>
                  <a:pt x="6891823" y="76125"/>
                  <a:pt x="6893733" y="75729"/>
                  <a:pt x="6895420" y="74935"/>
                </a:cubicBezTo>
                <a:cubicBezTo>
                  <a:pt x="6897106" y="74141"/>
                  <a:pt x="6898669" y="72926"/>
                  <a:pt x="6900108" y="71289"/>
                </a:cubicBezTo>
                <a:close/>
                <a:moveTo>
                  <a:pt x="6738183" y="59754"/>
                </a:moveTo>
                <a:cubicBezTo>
                  <a:pt x="6731783" y="59804"/>
                  <a:pt x="6727070" y="60561"/>
                  <a:pt x="6724044" y="62024"/>
                </a:cubicBezTo>
                <a:cubicBezTo>
                  <a:pt x="6721018" y="63487"/>
                  <a:pt x="6719505" y="65757"/>
                  <a:pt x="6719505" y="68833"/>
                </a:cubicBezTo>
                <a:cubicBezTo>
                  <a:pt x="6719505" y="71214"/>
                  <a:pt x="6720200" y="73025"/>
                  <a:pt x="6721589" y="74265"/>
                </a:cubicBezTo>
                <a:cubicBezTo>
                  <a:pt x="6722978" y="75505"/>
                  <a:pt x="6725037" y="76125"/>
                  <a:pt x="6727765" y="76125"/>
                </a:cubicBezTo>
                <a:cubicBezTo>
                  <a:pt x="6729899" y="76125"/>
                  <a:pt x="6731808" y="75729"/>
                  <a:pt x="6733495" y="74935"/>
                </a:cubicBezTo>
                <a:cubicBezTo>
                  <a:pt x="6735182" y="74141"/>
                  <a:pt x="6736745" y="72926"/>
                  <a:pt x="6738183" y="71289"/>
                </a:cubicBezTo>
                <a:close/>
                <a:moveTo>
                  <a:pt x="6585783" y="59754"/>
                </a:moveTo>
                <a:cubicBezTo>
                  <a:pt x="6579383" y="59804"/>
                  <a:pt x="6574671" y="60561"/>
                  <a:pt x="6571644" y="62024"/>
                </a:cubicBezTo>
                <a:cubicBezTo>
                  <a:pt x="6568618" y="63487"/>
                  <a:pt x="6567105" y="65757"/>
                  <a:pt x="6567105" y="68833"/>
                </a:cubicBezTo>
                <a:cubicBezTo>
                  <a:pt x="6567105" y="71214"/>
                  <a:pt x="6567800" y="73025"/>
                  <a:pt x="6569189" y="74265"/>
                </a:cubicBezTo>
                <a:cubicBezTo>
                  <a:pt x="6570578" y="75505"/>
                  <a:pt x="6572637" y="76125"/>
                  <a:pt x="6575365" y="76125"/>
                </a:cubicBezTo>
                <a:cubicBezTo>
                  <a:pt x="6577499" y="76125"/>
                  <a:pt x="6579408" y="75729"/>
                  <a:pt x="6581095" y="74935"/>
                </a:cubicBezTo>
                <a:cubicBezTo>
                  <a:pt x="6582782" y="74141"/>
                  <a:pt x="6584345" y="72926"/>
                  <a:pt x="6585783" y="71289"/>
                </a:cubicBezTo>
                <a:close/>
                <a:moveTo>
                  <a:pt x="5661858" y="59754"/>
                </a:moveTo>
                <a:cubicBezTo>
                  <a:pt x="5655459" y="59804"/>
                  <a:pt x="5650745" y="60561"/>
                  <a:pt x="5647719" y="62024"/>
                </a:cubicBezTo>
                <a:cubicBezTo>
                  <a:pt x="5644693" y="63487"/>
                  <a:pt x="5643180" y="65757"/>
                  <a:pt x="5643180" y="68833"/>
                </a:cubicBezTo>
                <a:cubicBezTo>
                  <a:pt x="5643180" y="71214"/>
                  <a:pt x="5643875" y="73025"/>
                  <a:pt x="5645264" y="74265"/>
                </a:cubicBezTo>
                <a:cubicBezTo>
                  <a:pt x="5646653" y="75505"/>
                  <a:pt x="5648712" y="76125"/>
                  <a:pt x="5651440" y="76125"/>
                </a:cubicBezTo>
                <a:cubicBezTo>
                  <a:pt x="5653574" y="76125"/>
                  <a:pt x="5655483" y="75729"/>
                  <a:pt x="5657170" y="74935"/>
                </a:cubicBezTo>
                <a:cubicBezTo>
                  <a:pt x="5658857" y="74141"/>
                  <a:pt x="5660419" y="72926"/>
                  <a:pt x="5661858" y="71289"/>
                </a:cubicBezTo>
                <a:close/>
                <a:moveTo>
                  <a:pt x="4633159" y="59754"/>
                </a:moveTo>
                <a:cubicBezTo>
                  <a:pt x="4626758" y="59804"/>
                  <a:pt x="4622046" y="60561"/>
                  <a:pt x="4619019" y="62024"/>
                </a:cubicBezTo>
                <a:cubicBezTo>
                  <a:pt x="4615993" y="63487"/>
                  <a:pt x="4614480" y="65757"/>
                  <a:pt x="4614480" y="68833"/>
                </a:cubicBezTo>
                <a:cubicBezTo>
                  <a:pt x="4614480" y="71214"/>
                  <a:pt x="4615175" y="73025"/>
                  <a:pt x="4616564" y="74265"/>
                </a:cubicBezTo>
                <a:cubicBezTo>
                  <a:pt x="4617953" y="75505"/>
                  <a:pt x="4620011" y="76125"/>
                  <a:pt x="4622741" y="76125"/>
                </a:cubicBezTo>
                <a:cubicBezTo>
                  <a:pt x="4624873" y="76125"/>
                  <a:pt x="4626783" y="75729"/>
                  <a:pt x="4628470" y="74935"/>
                </a:cubicBezTo>
                <a:cubicBezTo>
                  <a:pt x="4630157" y="74141"/>
                  <a:pt x="4631719" y="72926"/>
                  <a:pt x="4633159" y="71289"/>
                </a:cubicBezTo>
                <a:close/>
                <a:moveTo>
                  <a:pt x="4328358" y="59754"/>
                </a:moveTo>
                <a:cubicBezTo>
                  <a:pt x="4321958" y="59804"/>
                  <a:pt x="4317246" y="60561"/>
                  <a:pt x="4314219" y="62024"/>
                </a:cubicBezTo>
                <a:cubicBezTo>
                  <a:pt x="4311194" y="63487"/>
                  <a:pt x="4309680" y="65757"/>
                  <a:pt x="4309680" y="68833"/>
                </a:cubicBezTo>
                <a:cubicBezTo>
                  <a:pt x="4309680" y="71214"/>
                  <a:pt x="4310375" y="73025"/>
                  <a:pt x="4311764" y="74265"/>
                </a:cubicBezTo>
                <a:cubicBezTo>
                  <a:pt x="4313153" y="75505"/>
                  <a:pt x="4315211" y="76125"/>
                  <a:pt x="4317940" y="76125"/>
                </a:cubicBezTo>
                <a:cubicBezTo>
                  <a:pt x="4320073" y="76125"/>
                  <a:pt x="4321983" y="75729"/>
                  <a:pt x="4323670" y="74935"/>
                </a:cubicBezTo>
                <a:cubicBezTo>
                  <a:pt x="4325357" y="74141"/>
                  <a:pt x="4326919" y="72926"/>
                  <a:pt x="4328358" y="71289"/>
                </a:cubicBezTo>
                <a:close/>
                <a:moveTo>
                  <a:pt x="3842583" y="59754"/>
                </a:moveTo>
                <a:cubicBezTo>
                  <a:pt x="3836183" y="59804"/>
                  <a:pt x="3831471" y="60561"/>
                  <a:pt x="3828444" y="62024"/>
                </a:cubicBezTo>
                <a:cubicBezTo>
                  <a:pt x="3825418" y="63487"/>
                  <a:pt x="3823905" y="65757"/>
                  <a:pt x="3823905" y="68833"/>
                </a:cubicBezTo>
                <a:cubicBezTo>
                  <a:pt x="3823905" y="71214"/>
                  <a:pt x="3824599" y="73025"/>
                  <a:pt x="3825989" y="74265"/>
                </a:cubicBezTo>
                <a:cubicBezTo>
                  <a:pt x="3827378" y="75505"/>
                  <a:pt x="3829437" y="76125"/>
                  <a:pt x="3832165" y="76125"/>
                </a:cubicBezTo>
                <a:cubicBezTo>
                  <a:pt x="3834299" y="76125"/>
                  <a:pt x="3836208" y="75729"/>
                  <a:pt x="3837895" y="74935"/>
                </a:cubicBezTo>
                <a:cubicBezTo>
                  <a:pt x="3839582" y="74141"/>
                  <a:pt x="3841144" y="72926"/>
                  <a:pt x="3842583" y="71289"/>
                </a:cubicBezTo>
                <a:close/>
                <a:moveTo>
                  <a:pt x="3442533" y="59754"/>
                </a:moveTo>
                <a:cubicBezTo>
                  <a:pt x="3436134" y="59804"/>
                  <a:pt x="3431421" y="60561"/>
                  <a:pt x="3428395" y="62024"/>
                </a:cubicBezTo>
                <a:cubicBezTo>
                  <a:pt x="3425369" y="63487"/>
                  <a:pt x="3423856" y="65757"/>
                  <a:pt x="3423856" y="68833"/>
                </a:cubicBezTo>
                <a:cubicBezTo>
                  <a:pt x="3423856" y="71214"/>
                  <a:pt x="3424550" y="73025"/>
                  <a:pt x="3425939" y="74265"/>
                </a:cubicBezTo>
                <a:cubicBezTo>
                  <a:pt x="3427328" y="75505"/>
                  <a:pt x="3429388" y="76125"/>
                  <a:pt x="3432115" y="76125"/>
                </a:cubicBezTo>
                <a:cubicBezTo>
                  <a:pt x="3434249" y="76125"/>
                  <a:pt x="3436159" y="75729"/>
                  <a:pt x="3437846" y="74935"/>
                </a:cubicBezTo>
                <a:cubicBezTo>
                  <a:pt x="3439532" y="74141"/>
                  <a:pt x="3441094" y="72926"/>
                  <a:pt x="3442533" y="71289"/>
                </a:cubicBezTo>
                <a:close/>
                <a:moveTo>
                  <a:pt x="3223459" y="59754"/>
                </a:moveTo>
                <a:cubicBezTo>
                  <a:pt x="3217059" y="59804"/>
                  <a:pt x="3212346" y="60561"/>
                  <a:pt x="3209320" y="62024"/>
                </a:cubicBezTo>
                <a:cubicBezTo>
                  <a:pt x="3206294" y="63487"/>
                  <a:pt x="3204781" y="65757"/>
                  <a:pt x="3204781" y="68833"/>
                </a:cubicBezTo>
                <a:cubicBezTo>
                  <a:pt x="3204781" y="71214"/>
                  <a:pt x="3205475" y="73025"/>
                  <a:pt x="3206864" y="74265"/>
                </a:cubicBezTo>
                <a:cubicBezTo>
                  <a:pt x="3208253" y="75505"/>
                  <a:pt x="3210312" y="76125"/>
                  <a:pt x="3213041" y="76125"/>
                </a:cubicBezTo>
                <a:cubicBezTo>
                  <a:pt x="3215174" y="76125"/>
                  <a:pt x="3217084" y="75729"/>
                  <a:pt x="3218770" y="74935"/>
                </a:cubicBezTo>
                <a:cubicBezTo>
                  <a:pt x="3220457" y="74141"/>
                  <a:pt x="3222020" y="72926"/>
                  <a:pt x="3223459" y="71289"/>
                </a:cubicBezTo>
                <a:close/>
                <a:moveTo>
                  <a:pt x="2299534" y="59754"/>
                </a:moveTo>
                <a:cubicBezTo>
                  <a:pt x="2293134" y="59804"/>
                  <a:pt x="2288421" y="60561"/>
                  <a:pt x="2285395" y="62024"/>
                </a:cubicBezTo>
                <a:cubicBezTo>
                  <a:pt x="2282369" y="63487"/>
                  <a:pt x="2280856" y="65757"/>
                  <a:pt x="2280856" y="68833"/>
                </a:cubicBezTo>
                <a:cubicBezTo>
                  <a:pt x="2280856" y="71214"/>
                  <a:pt x="2281550" y="73025"/>
                  <a:pt x="2282939" y="74265"/>
                </a:cubicBezTo>
                <a:cubicBezTo>
                  <a:pt x="2284328" y="75505"/>
                  <a:pt x="2286387" y="76125"/>
                  <a:pt x="2289116" y="76125"/>
                </a:cubicBezTo>
                <a:cubicBezTo>
                  <a:pt x="2291248" y="76125"/>
                  <a:pt x="2293159" y="75729"/>
                  <a:pt x="2294846" y="74935"/>
                </a:cubicBezTo>
                <a:cubicBezTo>
                  <a:pt x="2296532" y="74141"/>
                  <a:pt x="2298095" y="72926"/>
                  <a:pt x="2299534" y="71289"/>
                </a:cubicBezTo>
                <a:close/>
                <a:moveTo>
                  <a:pt x="2051884" y="59754"/>
                </a:moveTo>
                <a:cubicBezTo>
                  <a:pt x="2045484" y="59804"/>
                  <a:pt x="2040771" y="60561"/>
                  <a:pt x="2037745" y="62024"/>
                </a:cubicBezTo>
                <a:cubicBezTo>
                  <a:pt x="2034719" y="63487"/>
                  <a:pt x="2033206" y="65757"/>
                  <a:pt x="2033206" y="68833"/>
                </a:cubicBezTo>
                <a:cubicBezTo>
                  <a:pt x="2033206" y="71214"/>
                  <a:pt x="2033901" y="73025"/>
                  <a:pt x="2035289" y="74265"/>
                </a:cubicBezTo>
                <a:cubicBezTo>
                  <a:pt x="2036678" y="75505"/>
                  <a:pt x="2038738" y="76125"/>
                  <a:pt x="2041466" y="76125"/>
                </a:cubicBezTo>
                <a:cubicBezTo>
                  <a:pt x="2043599" y="76125"/>
                  <a:pt x="2045509" y="75729"/>
                  <a:pt x="2047196" y="74935"/>
                </a:cubicBezTo>
                <a:cubicBezTo>
                  <a:pt x="2048882" y="74141"/>
                  <a:pt x="2050445" y="72926"/>
                  <a:pt x="2051884" y="71289"/>
                </a:cubicBezTo>
                <a:close/>
                <a:moveTo>
                  <a:pt x="1642308" y="59754"/>
                </a:moveTo>
                <a:cubicBezTo>
                  <a:pt x="1635909" y="59804"/>
                  <a:pt x="1631196" y="60561"/>
                  <a:pt x="1628170" y="62024"/>
                </a:cubicBezTo>
                <a:cubicBezTo>
                  <a:pt x="1625144" y="63487"/>
                  <a:pt x="1623631" y="65757"/>
                  <a:pt x="1623631" y="68833"/>
                </a:cubicBezTo>
                <a:cubicBezTo>
                  <a:pt x="1623631" y="71214"/>
                  <a:pt x="1624326" y="73025"/>
                  <a:pt x="1625714" y="74265"/>
                </a:cubicBezTo>
                <a:cubicBezTo>
                  <a:pt x="1627104" y="75505"/>
                  <a:pt x="1629162" y="76125"/>
                  <a:pt x="1631891" y="76125"/>
                </a:cubicBezTo>
                <a:cubicBezTo>
                  <a:pt x="1634024" y="76125"/>
                  <a:pt x="1635934" y="75729"/>
                  <a:pt x="1637621" y="74935"/>
                </a:cubicBezTo>
                <a:cubicBezTo>
                  <a:pt x="1639307" y="74141"/>
                  <a:pt x="1640870" y="72926"/>
                  <a:pt x="1642308" y="71289"/>
                </a:cubicBezTo>
                <a:close/>
                <a:moveTo>
                  <a:pt x="1489909" y="59754"/>
                </a:moveTo>
                <a:cubicBezTo>
                  <a:pt x="1483509" y="59804"/>
                  <a:pt x="1478796" y="60561"/>
                  <a:pt x="1475770" y="62024"/>
                </a:cubicBezTo>
                <a:cubicBezTo>
                  <a:pt x="1472744" y="63487"/>
                  <a:pt x="1471231" y="65757"/>
                  <a:pt x="1471231" y="68833"/>
                </a:cubicBezTo>
                <a:cubicBezTo>
                  <a:pt x="1471231" y="71214"/>
                  <a:pt x="1471925" y="73025"/>
                  <a:pt x="1473315" y="74265"/>
                </a:cubicBezTo>
                <a:cubicBezTo>
                  <a:pt x="1474704" y="75505"/>
                  <a:pt x="1476763" y="76125"/>
                  <a:pt x="1479491" y="76125"/>
                </a:cubicBezTo>
                <a:cubicBezTo>
                  <a:pt x="1481624" y="76125"/>
                  <a:pt x="1483534" y="75729"/>
                  <a:pt x="1485221" y="74935"/>
                </a:cubicBezTo>
                <a:cubicBezTo>
                  <a:pt x="1486907" y="74141"/>
                  <a:pt x="1488470" y="72926"/>
                  <a:pt x="1489909" y="71289"/>
                </a:cubicBezTo>
                <a:close/>
                <a:moveTo>
                  <a:pt x="954927" y="53615"/>
                </a:moveTo>
                <a:cubicBezTo>
                  <a:pt x="947765" y="53752"/>
                  <a:pt x="942547" y="54621"/>
                  <a:pt x="939272" y="56224"/>
                </a:cubicBezTo>
                <a:cubicBezTo>
                  <a:pt x="935998" y="57827"/>
                  <a:pt x="934361" y="60334"/>
                  <a:pt x="934361" y="63745"/>
                </a:cubicBezTo>
                <a:cubicBezTo>
                  <a:pt x="934361" y="68588"/>
                  <a:pt x="937089" y="71010"/>
                  <a:pt x="942547" y="71010"/>
                </a:cubicBezTo>
                <a:cubicBezTo>
                  <a:pt x="947390" y="71010"/>
                  <a:pt x="951516" y="69100"/>
                  <a:pt x="954927" y="65280"/>
                </a:cubicBezTo>
                <a:close/>
                <a:moveTo>
                  <a:pt x="507252" y="53615"/>
                </a:moveTo>
                <a:cubicBezTo>
                  <a:pt x="500090" y="53752"/>
                  <a:pt x="494872" y="54621"/>
                  <a:pt x="491598" y="56224"/>
                </a:cubicBezTo>
                <a:cubicBezTo>
                  <a:pt x="488323" y="57827"/>
                  <a:pt x="486686" y="60334"/>
                  <a:pt x="486686" y="63745"/>
                </a:cubicBezTo>
                <a:cubicBezTo>
                  <a:pt x="486686" y="68588"/>
                  <a:pt x="489415" y="71010"/>
                  <a:pt x="494872" y="71010"/>
                </a:cubicBezTo>
                <a:cubicBezTo>
                  <a:pt x="499715" y="71010"/>
                  <a:pt x="503842" y="69100"/>
                  <a:pt x="507252" y="65280"/>
                </a:cubicBezTo>
                <a:close/>
                <a:moveTo>
                  <a:pt x="9971399" y="44723"/>
                </a:moveTo>
                <a:cubicBezTo>
                  <a:pt x="9969465" y="44723"/>
                  <a:pt x="9967703" y="45107"/>
                  <a:pt x="9966116" y="45876"/>
                </a:cubicBezTo>
                <a:cubicBezTo>
                  <a:pt x="9964529" y="46645"/>
                  <a:pt x="9963015" y="47873"/>
                  <a:pt x="9961577" y="49560"/>
                </a:cubicBezTo>
                <a:lnTo>
                  <a:pt x="9961577" y="71661"/>
                </a:lnTo>
                <a:cubicBezTo>
                  <a:pt x="9962866" y="73099"/>
                  <a:pt x="9964404" y="74228"/>
                  <a:pt x="9966190" y="75046"/>
                </a:cubicBezTo>
                <a:cubicBezTo>
                  <a:pt x="9967976" y="75865"/>
                  <a:pt x="9969861" y="76274"/>
                  <a:pt x="9971846" y="76274"/>
                </a:cubicBezTo>
                <a:cubicBezTo>
                  <a:pt x="9975219" y="76274"/>
                  <a:pt x="9977775" y="74960"/>
                  <a:pt x="9979511" y="72330"/>
                </a:cubicBezTo>
                <a:cubicBezTo>
                  <a:pt x="9981246" y="69701"/>
                  <a:pt x="9982115" y="65807"/>
                  <a:pt x="9982115" y="60647"/>
                </a:cubicBezTo>
                <a:cubicBezTo>
                  <a:pt x="9982115" y="55389"/>
                  <a:pt x="9981209" y="51420"/>
                  <a:pt x="9979399" y="48741"/>
                </a:cubicBezTo>
                <a:cubicBezTo>
                  <a:pt x="9977589" y="46062"/>
                  <a:pt x="9974921" y="44723"/>
                  <a:pt x="9971399" y="44723"/>
                </a:cubicBezTo>
                <a:close/>
                <a:moveTo>
                  <a:pt x="9314174" y="44723"/>
                </a:moveTo>
                <a:cubicBezTo>
                  <a:pt x="9312240" y="44723"/>
                  <a:pt x="9310478" y="45107"/>
                  <a:pt x="9308891" y="45876"/>
                </a:cubicBezTo>
                <a:cubicBezTo>
                  <a:pt x="9307304" y="46645"/>
                  <a:pt x="9305790" y="47873"/>
                  <a:pt x="9304352" y="49560"/>
                </a:cubicBezTo>
                <a:lnTo>
                  <a:pt x="9304352" y="71661"/>
                </a:lnTo>
                <a:cubicBezTo>
                  <a:pt x="9305641" y="73099"/>
                  <a:pt x="9307179" y="74228"/>
                  <a:pt x="9308965" y="75046"/>
                </a:cubicBezTo>
                <a:cubicBezTo>
                  <a:pt x="9310751" y="75865"/>
                  <a:pt x="9312636" y="76274"/>
                  <a:pt x="9314621" y="76274"/>
                </a:cubicBezTo>
                <a:cubicBezTo>
                  <a:pt x="9317994" y="76274"/>
                  <a:pt x="9320550" y="74960"/>
                  <a:pt x="9322286" y="72330"/>
                </a:cubicBezTo>
                <a:cubicBezTo>
                  <a:pt x="9324021" y="69701"/>
                  <a:pt x="9324890" y="65807"/>
                  <a:pt x="9324890" y="60647"/>
                </a:cubicBezTo>
                <a:cubicBezTo>
                  <a:pt x="9324890" y="55389"/>
                  <a:pt x="9323984" y="51420"/>
                  <a:pt x="9322174" y="48741"/>
                </a:cubicBezTo>
                <a:cubicBezTo>
                  <a:pt x="9320364" y="46062"/>
                  <a:pt x="9317696" y="44723"/>
                  <a:pt x="9314174" y="44723"/>
                </a:cubicBezTo>
                <a:close/>
                <a:moveTo>
                  <a:pt x="7894950" y="44723"/>
                </a:moveTo>
                <a:cubicBezTo>
                  <a:pt x="7893015" y="44723"/>
                  <a:pt x="7891254" y="45107"/>
                  <a:pt x="7889666" y="45876"/>
                </a:cubicBezTo>
                <a:cubicBezTo>
                  <a:pt x="7888079" y="46645"/>
                  <a:pt x="7886566" y="47873"/>
                  <a:pt x="7885127" y="49560"/>
                </a:cubicBezTo>
                <a:lnTo>
                  <a:pt x="7885127" y="71661"/>
                </a:lnTo>
                <a:cubicBezTo>
                  <a:pt x="7886417" y="73099"/>
                  <a:pt x="7887955" y="74228"/>
                  <a:pt x="7889741" y="75046"/>
                </a:cubicBezTo>
                <a:cubicBezTo>
                  <a:pt x="7891527" y="75865"/>
                  <a:pt x="7893411" y="76274"/>
                  <a:pt x="7895396" y="76274"/>
                </a:cubicBezTo>
                <a:cubicBezTo>
                  <a:pt x="7898769" y="76274"/>
                  <a:pt x="7901325" y="74960"/>
                  <a:pt x="7903061" y="72330"/>
                </a:cubicBezTo>
                <a:cubicBezTo>
                  <a:pt x="7904797" y="69701"/>
                  <a:pt x="7905665" y="65807"/>
                  <a:pt x="7905665" y="60647"/>
                </a:cubicBezTo>
                <a:cubicBezTo>
                  <a:pt x="7905665" y="55389"/>
                  <a:pt x="7904760" y="51420"/>
                  <a:pt x="7902949" y="48741"/>
                </a:cubicBezTo>
                <a:cubicBezTo>
                  <a:pt x="7901139" y="46062"/>
                  <a:pt x="7898472" y="44723"/>
                  <a:pt x="7894950" y="44723"/>
                </a:cubicBezTo>
                <a:close/>
                <a:moveTo>
                  <a:pt x="7475850" y="44723"/>
                </a:moveTo>
                <a:cubicBezTo>
                  <a:pt x="7473915" y="44723"/>
                  <a:pt x="7472154" y="45107"/>
                  <a:pt x="7470566" y="45876"/>
                </a:cubicBezTo>
                <a:cubicBezTo>
                  <a:pt x="7468979" y="46645"/>
                  <a:pt x="7467466" y="47873"/>
                  <a:pt x="7466027" y="49560"/>
                </a:cubicBezTo>
                <a:lnTo>
                  <a:pt x="7466027" y="71661"/>
                </a:lnTo>
                <a:cubicBezTo>
                  <a:pt x="7467317" y="73099"/>
                  <a:pt x="7468855" y="74228"/>
                  <a:pt x="7470641" y="75046"/>
                </a:cubicBezTo>
                <a:cubicBezTo>
                  <a:pt x="7472427" y="75865"/>
                  <a:pt x="7474312" y="76274"/>
                  <a:pt x="7476296" y="76274"/>
                </a:cubicBezTo>
                <a:cubicBezTo>
                  <a:pt x="7479670" y="76274"/>
                  <a:pt x="7482224" y="74960"/>
                  <a:pt x="7483961" y="72330"/>
                </a:cubicBezTo>
                <a:cubicBezTo>
                  <a:pt x="7485697" y="69701"/>
                  <a:pt x="7486565" y="65807"/>
                  <a:pt x="7486565" y="60647"/>
                </a:cubicBezTo>
                <a:cubicBezTo>
                  <a:pt x="7486565" y="55389"/>
                  <a:pt x="7485660" y="51420"/>
                  <a:pt x="7483849" y="48741"/>
                </a:cubicBezTo>
                <a:cubicBezTo>
                  <a:pt x="7482038" y="46062"/>
                  <a:pt x="7479372" y="44723"/>
                  <a:pt x="7475850" y="44723"/>
                </a:cubicBezTo>
                <a:close/>
                <a:moveTo>
                  <a:pt x="7123425" y="44723"/>
                </a:moveTo>
                <a:cubicBezTo>
                  <a:pt x="7121490" y="44723"/>
                  <a:pt x="7119729" y="45107"/>
                  <a:pt x="7118141" y="45876"/>
                </a:cubicBezTo>
                <a:cubicBezTo>
                  <a:pt x="7116554" y="46645"/>
                  <a:pt x="7115041" y="47873"/>
                  <a:pt x="7113602" y="49560"/>
                </a:cubicBezTo>
                <a:lnTo>
                  <a:pt x="7113602" y="71661"/>
                </a:lnTo>
                <a:cubicBezTo>
                  <a:pt x="7114892" y="73099"/>
                  <a:pt x="7116430" y="74228"/>
                  <a:pt x="7118216" y="75046"/>
                </a:cubicBezTo>
                <a:cubicBezTo>
                  <a:pt x="7120002" y="75865"/>
                  <a:pt x="7121887" y="76274"/>
                  <a:pt x="7123871" y="76274"/>
                </a:cubicBezTo>
                <a:cubicBezTo>
                  <a:pt x="7127245" y="76274"/>
                  <a:pt x="7129799" y="74960"/>
                  <a:pt x="7131536" y="72330"/>
                </a:cubicBezTo>
                <a:cubicBezTo>
                  <a:pt x="7133272" y="69701"/>
                  <a:pt x="7134140" y="65807"/>
                  <a:pt x="7134140" y="60647"/>
                </a:cubicBezTo>
                <a:cubicBezTo>
                  <a:pt x="7134140" y="55389"/>
                  <a:pt x="7133235" y="51420"/>
                  <a:pt x="7131424" y="48741"/>
                </a:cubicBezTo>
                <a:cubicBezTo>
                  <a:pt x="7129613" y="46062"/>
                  <a:pt x="7126947" y="44723"/>
                  <a:pt x="7123425" y="44723"/>
                </a:cubicBezTo>
                <a:close/>
                <a:moveTo>
                  <a:pt x="5342250" y="44723"/>
                </a:moveTo>
                <a:cubicBezTo>
                  <a:pt x="5340315" y="44723"/>
                  <a:pt x="5338553" y="45107"/>
                  <a:pt x="5336966" y="45876"/>
                </a:cubicBezTo>
                <a:cubicBezTo>
                  <a:pt x="5335380" y="46645"/>
                  <a:pt x="5333865" y="47873"/>
                  <a:pt x="5332427" y="49560"/>
                </a:cubicBezTo>
                <a:lnTo>
                  <a:pt x="5332427" y="71661"/>
                </a:lnTo>
                <a:cubicBezTo>
                  <a:pt x="5333716" y="73099"/>
                  <a:pt x="5335255" y="74228"/>
                  <a:pt x="5337041" y="75046"/>
                </a:cubicBezTo>
                <a:cubicBezTo>
                  <a:pt x="5338827" y="75865"/>
                  <a:pt x="5340711" y="76274"/>
                  <a:pt x="5342696" y="76274"/>
                </a:cubicBezTo>
                <a:cubicBezTo>
                  <a:pt x="5346069" y="76274"/>
                  <a:pt x="5348625" y="74960"/>
                  <a:pt x="5350361" y="72330"/>
                </a:cubicBezTo>
                <a:cubicBezTo>
                  <a:pt x="5352097" y="69701"/>
                  <a:pt x="5352966" y="65807"/>
                  <a:pt x="5352966" y="60647"/>
                </a:cubicBezTo>
                <a:cubicBezTo>
                  <a:pt x="5352966" y="55389"/>
                  <a:pt x="5352060" y="51420"/>
                  <a:pt x="5350249" y="48741"/>
                </a:cubicBezTo>
                <a:cubicBezTo>
                  <a:pt x="5348439" y="46062"/>
                  <a:pt x="5345772" y="44723"/>
                  <a:pt x="5342250" y="44723"/>
                </a:cubicBezTo>
                <a:close/>
                <a:moveTo>
                  <a:pt x="5237475" y="44723"/>
                </a:moveTo>
                <a:cubicBezTo>
                  <a:pt x="5235540" y="44723"/>
                  <a:pt x="5233778" y="45107"/>
                  <a:pt x="5232192" y="45876"/>
                </a:cubicBezTo>
                <a:cubicBezTo>
                  <a:pt x="5230604" y="46645"/>
                  <a:pt x="5229091" y="47873"/>
                  <a:pt x="5227652" y="49560"/>
                </a:cubicBezTo>
                <a:lnTo>
                  <a:pt x="5227652" y="71661"/>
                </a:lnTo>
                <a:cubicBezTo>
                  <a:pt x="5228941" y="73099"/>
                  <a:pt x="5230480" y="74228"/>
                  <a:pt x="5232266" y="75046"/>
                </a:cubicBezTo>
                <a:cubicBezTo>
                  <a:pt x="5234052" y="75865"/>
                  <a:pt x="5235936" y="76274"/>
                  <a:pt x="5237921" y="76274"/>
                </a:cubicBezTo>
                <a:cubicBezTo>
                  <a:pt x="5241294" y="76274"/>
                  <a:pt x="5243850" y="74960"/>
                  <a:pt x="5245586" y="72330"/>
                </a:cubicBezTo>
                <a:cubicBezTo>
                  <a:pt x="5247322" y="69701"/>
                  <a:pt x="5248190" y="65807"/>
                  <a:pt x="5248190" y="60647"/>
                </a:cubicBezTo>
                <a:cubicBezTo>
                  <a:pt x="5248190" y="55389"/>
                  <a:pt x="5247285" y="51420"/>
                  <a:pt x="5245474" y="48741"/>
                </a:cubicBezTo>
                <a:cubicBezTo>
                  <a:pt x="5243664" y="46062"/>
                  <a:pt x="5240997" y="44723"/>
                  <a:pt x="5237475" y="44723"/>
                </a:cubicBezTo>
                <a:close/>
                <a:moveTo>
                  <a:pt x="1894200" y="44723"/>
                </a:moveTo>
                <a:cubicBezTo>
                  <a:pt x="1892265" y="44723"/>
                  <a:pt x="1890505" y="45107"/>
                  <a:pt x="1888917" y="45876"/>
                </a:cubicBezTo>
                <a:cubicBezTo>
                  <a:pt x="1887329" y="46645"/>
                  <a:pt x="1885816" y="47873"/>
                  <a:pt x="1884377" y="49560"/>
                </a:cubicBezTo>
                <a:lnTo>
                  <a:pt x="1884377" y="71661"/>
                </a:lnTo>
                <a:cubicBezTo>
                  <a:pt x="1885668" y="73099"/>
                  <a:pt x="1887205" y="74228"/>
                  <a:pt x="1888992" y="75046"/>
                </a:cubicBezTo>
                <a:cubicBezTo>
                  <a:pt x="1890777" y="75865"/>
                  <a:pt x="1892662" y="76274"/>
                  <a:pt x="1894647" y="76274"/>
                </a:cubicBezTo>
                <a:cubicBezTo>
                  <a:pt x="1898020" y="76274"/>
                  <a:pt x="1900575" y="74960"/>
                  <a:pt x="1902311" y="72330"/>
                </a:cubicBezTo>
                <a:cubicBezTo>
                  <a:pt x="1904048" y="69701"/>
                  <a:pt x="1904916" y="65807"/>
                  <a:pt x="1904916" y="60647"/>
                </a:cubicBezTo>
                <a:cubicBezTo>
                  <a:pt x="1904916" y="55389"/>
                  <a:pt x="1904011" y="51420"/>
                  <a:pt x="1902200" y="48741"/>
                </a:cubicBezTo>
                <a:cubicBezTo>
                  <a:pt x="1900389" y="46062"/>
                  <a:pt x="1897722" y="44723"/>
                  <a:pt x="1894200" y="44723"/>
                </a:cubicBezTo>
                <a:close/>
                <a:moveTo>
                  <a:pt x="1789426" y="44723"/>
                </a:moveTo>
                <a:cubicBezTo>
                  <a:pt x="1787491" y="44723"/>
                  <a:pt x="1785730" y="45107"/>
                  <a:pt x="1784142" y="45876"/>
                </a:cubicBezTo>
                <a:cubicBezTo>
                  <a:pt x="1782554" y="46645"/>
                  <a:pt x="1781041" y="47873"/>
                  <a:pt x="1779602" y="49560"/>
                </a:cubicBezTo>
                <a:lnTo>
                  <a:pt x="1779602" y="71661"/>
                </a:lnTo>
                <a:cubicBezTo>
                  <a:pt x="1780892" y="73099"/>
                  <a:pt x="1782430" y="74228"/>
                  <a:pt x="1784217" y="75046"/>
                </a:cubicBezTo>
                <a:cubicBezTo>
                  <a:pt x="1786002" y="75865"/>
                  <a:pt x="1787888" y="76274"/>
                  <a:pt x="1789871" y="76274"/>
                </a:cubicBezTo>
                <a:cubicBezTo>
                  <a:pt x="1793245" y="76274"/>
                  <a:pt x="1795800" y="74960"/>
                  <a:pt x="1797536" y="72330"/>
                </a:cubicBezTo>
                <a:cubicBezTo>
                  <a:pt x="1799273" y="69701"/>
                  <a:pt x="1800141" y="65807"/>
                  <a:pt x="1800141" y="60647"/>
                </a:cubicBezTo>
                <a:cubicBezTo>
                  <a:pt x="1800141" y="55389"/>
                  <a:pt x="1799236" y="51420"/>
                  <a:pt x="1797425" y="48741"/>
                </a:cubicBezTo>
                <a:cubicBezTo>
                  <a:pt x="1795614" y="46062"/>
                  <a:pt x="1792948" y="44723"/>
                  <a:pt x="1789426" y="44723"/>
                </a:cubicBezTo>
                <a:close/>
                <a:moveTo>
                  <a:pt x="10817190" y="44425"/>
                </a:moveTo>
                <a:cubicBezTo>
                  <a:pt x="10813767" y="44425"/>
                  <a:pt x="10811175" y="45641"/>
                  <a:pt x="10809413" y="48071"/>
                </a:cubicBezTo>
                <a:cubicBezTo>
                  <a:pt x="10807652" y="50502"/>
                  <a:pt x="10806772" y="54124"/>
                  <a:pt x="10806772" y="58936"/>
                </a:cubicBezTo>
                <a:cubicBezTo>
                  <a:pt x="10806772" y="63798"/>
                  <a:pt x="10807689" y="67481"/>
                  <a:pt x="10809525" y="69986"/>
                </a:cubicBezTo>
                <a:cubicBezTo>
                  <a:pt x="10811361" y="72492"/>
                  <a:pt x="10814089" y="73744"/>
                  <a:pt x="10817711" y="73744"/>
                </a:cubicBezTo>
                <a:cubicBezTo>
                  <a:pt x="10819645" y="73744"/>
                  <a:pt x="10821407" y="73360"/>
                  <a:pt x="10822994" y="72591"/>
                </a:cubicBezTo>
                <a:cubicBezTo>
                  <a:pt x="10824581" y="71822"/>
                  <a:pt x="10826095" y="70594"/>
                  <a:pt x="10827533" y="68907"/>
                </a:cubicBezTo>
                <a:lnTo>
                  <a:pt x="10827533" y="49039"/>
                </a:lnTo>
                <a:cubicBezTo>
                  <a:pt x="10826194" y="47550"/>
                  <a:pt x="10824631" y="46409"/>
                  <a:pt x="10822845" y="45616"/>
                </a:cubicBezTo>
                <a:cubicBezTo>
                  <a:pt x="10821059" y="44822"/>
                  <a:pt x="10819174" y="44425"/>
                  <a:pt x="10817190" y="44425"/>
                </a:cubicBezTo>
                <a:close/>
                <a:moveTo>
                  <a:pt x="8778691" y="44425"/>
                </a:moveTo>
                <a:cubicBezTo>
                  <a:pt x="8775318" y="44425"/>
                  <a:pt x="8772762" y="45740"/>
                  <a:pt x="8771026" y="48369"/>
                </a:cubicBezTo>
                <a:cubicBezTo>
                  <a:pt x="8769290" y="50998"/>
                  <a:pt x="8768422" y="54893"/>
                  <a:pt x="8768422" y="60052"/>
                </a:cubicBezTo>
                <a:cubicBezTo>
                  <a:pt x="8768422" y="65311"/>
                  <a:pt x="8769327" y="69279"/>
                  <a:pt x="8771138" y="71958"/>
                </a:cubicBezTo>
                <a:cubicBezTo>
                  <a:pt x="8772948" y="74637"/>
                  <a:pt x="8775615" y="75977"/>
                  <a:pt x="8779137" y="75977"/>
                </a:cubicBezTo>
                <a:cubicBezTo>
                  <a:pt x="8781072" y="75977"/>
                  <a:pt x="8782834" y="75592"/>
                  <a:pt x="8784421" y="74823"/>
                </a:cubicBezTo>
                <a:cubicBezTo>
                  <a:pt x="8786008" y="74054"/>
                  <a:pt x="8787522" y="72826"/>
                  <a:pt x="8788960" y="71140"/>
                </a:cubicBezTo>
                <a:lnTo>
                  <a:pt x="8788960" y="49039"/>
                </a:lnTo>
                <a:cubicBezTo>
                  <a:pt x="8787670" y="47600"/>
                  <a:pt x="8786132" y="46471"/>
                  <a:pt x="8784346" y="45653"/>
                </a:cubicBezTo>
                <a:cubicBezTo>
                  <a:pt x="8782560" y="44834"/>
                  <a:pt x="8780676" y="44425"/>
                  <a:pt x="8778691" y="44425"/>
                </a:cubicBezTo>
                <a:close/>
                <a:moveTo>
                  <a:pt x="8340541" y="44425"/>
                </a:moveTo>
                <a:cubicBezTo>
                  <a:pt x="8337167" y="44425"/>
                  <a:pt x="8334612" y="45740"/>
                  <a:pt x="8332876" y="48369"/>
                </a:cubicBezTo>
                <a:cubicBezTo>
                  <a:pt x="8331140" y="50998"/>
                  <a:pt x="8330271" y="54893"/>
                  <a:pt x="8330271" y="60052"/>
                </a:cubicBezTo>
                <a:cubicBezTo>
                  <a:pt x="8330271" y="65311"/>
                  <a:pt x="8331177" y="69279"/>
                  <a:pt x="8332988" y="71958"/>
                </a:cubicBezTo>
                <a:cubicBezTo>
                  <a:pt x="8334798" y="74637"/>
                  <a:pt x="8337465" y="75977"/>
                  <a:pt x="8340987" y="75977"/>
                </a:cubicBezTo>
                <a:cubicBezTo>
                  <a:pt x="8342922" y="75977"/>
                  <a:pt x="8344683" y="75592"/>
                  <a:pt x="8346271" y="74823"/>
                </a:cubicBezTo>
                <a:cubicBezTo>
                  <a:pt x="8347858" y="74054"/>
                  <a:pt x="8349371" y="72826"/>
                  <a:pt x="8350810" y="71140"/>
                </a:cubicBezTo>
                <a:lnTo>
                  <a:pt x="8350810" y="49039"/>
                </a:lnTo>
                <a:cubicBezTo>
                  <a:pt x="8349521" y="47600"/>
                  <a:pt x="8347982" y="46471"/>
                  <a:pt x="8346197" y="45653"/>
                </a:cubicBezTo>
                <a:cubicBezTo>
                  <a:pt x="8344411" y="44834"/>
                  <a:pt x="8342525" y="44425"/>
                  <a:pt x="8340541" y="44425"/>
                </a:cubicBezTo>
                <a:close/>
                <a:moveTo>
                  <a:pt x="8073841" y="44425"/>
                </a:moveTo>
                <a:cubicBezTo>
                  <a:pt x="8070467" y="44425"/>
                  <a:pt x="8067912" y="45740"/>
                  <a:pt x="8066176" y="48369"/>
                </a:cubicBezTo>
                <a:cubicBezTo>
                  <a:pt x="8064440" y="50998"/>
                  <a:pt x="8063571" y="54893"/>
                  <a:pt x="8063571" y="60052"/>
                </a:cubicBezTo>
                <a:cubicBezTo>
                  <a:pt x="8063571" y="65311"/>
                  <a:pt x="8064477" y="69279"/>
                  <a:pt x="8066288" y="71958"/>
                </a:cubicBezTo>
                <a:cubicBezTo>
                  <a:pt x="8068098" y="74637"/>
                  <a:pt x="8070765" y="75977"/>
                  <a:pt x="8074287" y="75977"/>
                </a:cubicBezTo>
                <a:cubicBezTo>
                  <a:pt x="8076222" y="75977"/>
                  <a:pt x="8077983" y="75592"/>
                  <a:pt x="8079571" y="74823"/>
                </a:cubicBezTo>
                <a:cubicBezTo>
                  <a:pt x="8081158" y="74054"/>
                  <a:pt x="8082671" y="72826"/>
                  <a:pt x="8084110" y="71140"/>
                </a:cubicBezTo>
                <a:lnTo>
                  <a:pt x="8084110" y="49039"/>
                </a:lnTo>
                <a:cubicBezTo>
                  <a:pt x="8082821" y="47600"/>
                  <a:pt x="8081282" y="46471"/>
                  <a:pt x="8079497" y="45653"/>
                </a:cubicBezTo>
                <a:cubicBezTo>
                  <a:pt x="8077711" y="44834"/>
                  <a:pt x="8075825" y="44425"/>
                  <a:pt x="8073841" y="44425"/>
                </a:cubicBezTo>
                <a:close/>
                <a:moveTo>
                  <a:pt x="7988116" y="44425"/>
                </a:moveTo>
                <a:cubicBezTo>
                  <a:pt x="7984743" y="44425"/>
                  <a:pt x="7982187" y="45740"/>
                  <a:pt x="7980451" y="48369"/>
                </a:cubicBezTo>
                <a:cubicBezTo>
                  <a:pt x="7978715" y="50998"/>
                  <a:pt x="7977847" y="54893"/>
                  <a:pt x="7977847" y="60052"/>
                </a:cubicBezTo>
                <a:cubicBezTo>
                  <a:pt x="7977847" y="65311"/>
                  <a:pt x="7978753" y="69279"/>
                  <a:pt x="7980563" y="71958"/>
                </a:cubicBezTo>
                <a:cubicBezTo>
                  <a:pt x="7982373" y="74637"/>
                  <a:pt x="7985041" y="75977"/>
                  <a:pt x="7988563" y="75977"/>
                </a:cubicBezTo>
                <a:cubicBezTo>
                  <a:pt x="7990497" y="75977"/>
                  <a:pt x="7992259" y="75592"/>
                  <a:pt x="7993845" y="74823"/>
                </a:cubicBezTo>
                <a:cubicBezTo>
                  <a:pt x="7995433" y="74054"/>
                  <a:pt x="7996947" y="72826"/>
                  <a:pt x="7998385" y="71140"/>
                </a:cubicBezTo>
                <a:lnTo>
                  <a:pt x="7998385" y="49039"/>
                </a:lnTo>
                <a:cubicBezTo>
                  <a:pt x="7997095" y="47600"/>
                  <a:pt x="7995557" y="46471"/>
                  <a:pt x="7993771" y="45653"/>
                </a:cubicBezTo>
                <a:cubicBezTo>
                  <a:pt x="7991985" y="44834"/>
                  <a:pt x="7990101" y="44425"/>
                  <a:pt x="7988116" y="44425"/>
                </a:cubicBezTo>
                <a:close/>
                <a:moveTo>
                  <a:pt x="7730941" y="44425"/>
                </a:moveTo>
                <a:cubicBezTo>
                  <a:pt x="7727567" y="44425"/>
                  <a:pt x="7725013" y="45740"/>
                  <a:pt x="7723276" y="48369"/>
                </a:cubicBezTo>
                <a:cubicBezTo>
                  <a:pt x="7721540" y="50998"/>
                  <a:pt x="7720672" y="54893"/>
                  <a:pt x="7720672" y="60052"/>
                </a:cubicBezTo>
                <a:cubicBezTo>
                  <a:pt x="7720672" y="65311"/>
                  <a:pt x="7721577" y="69279"/>
                  <a:pt x="7723388" y="71958"/>
                </a:cubicBezTo>
                <a:cubicBezTo>
                  <a:pt x="7725199" y="74637"/>
                  <a:pt x="7727865" y="75977"/>
                  <a:pt x="7731388" y="75977"/>
                </a:cubicBezTo>
                <a:cubicBezTo>
                  <a:pt x="7733322" y="75977"/>
                  <a:pt x="7735083" y="75592"/>
                  <a:pt x="7736671" y="74823"/>
                </a:cubicBezTo>
                <a:cubicBezTo>
                  <a:pt x="7738259" y="74054"/>
                  <a:pt x="7739771" y="72826"/>
                  <a:pt x="7741210" y="71140"/>
                </a:cubicBezTo>
                <a:lnTo>
                  <a:pt x="7741210" y="49039"/>
                </a:lnTo>
                <a:cubicBezTo>
                  <a:pt x="7739920" y="47600"/>
                  <a:pt x="7738382" y="46471"/>
                  <a:pt x="7736597" y="45653"/>
                </a:cubicBezTo>
                <a:cubicBezTo>
                  <a:pt x="7734811" y="44834"/>
                  <a:pt x="7732925" y="44425"/>
                  <a:pt x="7730941" y="44425"/>
                </a:cubicBezTo>
                <a:close/>
                <a:moveTo>
                  <a:pt x="7578541" y="44425"/>
                </a:moveTo>
                <a:cubicBezTo>
                  <a:pt x="7575167" y="44425"/>
                  <a:pt x="7572613" y="45740"/>
                  <a:pt x="7570876" y="48369"/>
                </a:cubicBezTo>
                <a:cubicBezTo>
                  <a:pt x="7569140" y="50998"/>
                  <a:pt x="7568272" y="54893"/>
                  <a:pt x="7568272" y="60052"/>
                </a:cubicBezTo>
                <a:cubicBezTo>
                  <a:pt x="7568272" y="65311"/>
                  <a:pt x="7569177" y="69279"/>
                  <a:pt x="7570988" y="71958"/>
                </a:cubicBezTo>
                <a:cubicBezTo>
                  <a:pt x="7572799" y="74637"/>
                  <a:pt x="7575465" y="75977"/>
                  <a:pt x="7578988" y="75977"/>
                </a:cubicBezTo>
                <a:cubicBezTo>
                  <a:pt x="7580922" y="75977"/>
                  <a:pt x="7582683" y="75592"/>
                  <a:pt x="7584271" y="74823"/>
                </a:cubicBezTo>
                <a:cubicBezTo>
                  <a:pt x="7585859" y="74054"/>
                  <a:pt x="7587371" y="72826"/>
                  <a:pt x="7588810" y="71140"/>
                </a:cubicBezTo>
                <a:lnTo>
                  <a:pt x="7588810" y="49039"/>
                </a:lnTo>
                <a:cubicBezTo>
                  <a:pt x="7587520" y="47600"/>
                  <a:pt x="7585982" y="46471"/>
                  <a:pt x="7584197" y="45653"/>
                </a:cubicBezTo>
                <a:cubicBezTo>
                  <a:pt x="7582411" y="44834"/>
                  <a:pt x="7580525" y="44425"/>
                  <a:pt x="7578541" y="44425"/>
                </a:cubicBezTo>
                <a:close/>
                <a:moveTo>
                  <a:pt x="7330891" y="44425"/>
                </a:moveTo>
                <a:cubicBezTo>
                  <a:pt x="7327518" y="44425"/>
                  <a:pt x="7324963" y="45740"/>
                  <a:pt x="7323226" y="48369"/>
                </a:cubicBezTo>
                <a:cubicBezTo>
                  <a:pt x="7321490" y="50998"/>
                  <a:pt x="7320622" y="54893"/>
                  <a:pt x="7320622" y="60052"/>
                </a:cubicBezTo>
                <a:cubicBezTo>
                  <a:pt x="7320622" y="65311"/>
                  <a:pt x="7321527" y="69279"/>
                  <a:pt x="7323338" y="71958"/>
                </a:cubicBezTo>
                <a:cubicBezTo>
                  <a:pt x="7325149" y="74637"/>
                  <a:pt x="7327815" y="75977"/>
                  <a:pt x="7331338" y="75977"/>
                </a:cubicBezTo>
                <a:cubicBezTo>
                  <a:pt x="7333272" y="75977"/>
                  <a:pt x="7335034" y="75592"/>
                  <a:pt x="7336621" y="74823"/>
                </a:cubicBezTo>
                <a:cubicBezTo>
                  <a:pt x="7338209" y="74054"/>
                  <a:pt x="7339721" y="72826"/>
                  <a:pt x="7341160" y="71140"/>
                </a:cubicBezTo>
                <a:lnTo>
                  <a:pt x="7341160" y="49039"/>
                </a:lnTo>
                <a:cubicBezTo>
                  <a:pt x="7339870" y="47600"/>
                  <a:pt x="7338332" y="46471"/>
                  <a:pt x="7336547" y="45653"/>
                </a:cubicBezTo>
                <a:cubicBezTo>
                  <a:pt x="7334761" y="44834"/>
                  <a:pt x="7332875" y="44425"/>
                  <a:pt x="7330891" y="44425"/>
                </a:cubicBezTo>
                <a:close/>
                <a:moveTo>
                  <a:pt x="5883240" y="44425"/>
                </a:moveTo>
                <a:cubicBezTo>
                  <a:pt x="5879817" y="44425"/>
                  <a:pt x="5877225" y="45641"/>
                  <a:pt x="5875464" y="48071"/>
                </a:cubicBezTo>
                <a:cubicBezTo>
                  <a:pt x="5873703" y="50502"/>
                  <a:pt x="5872822" y="54124"/>
                  <a:pt x="5872822" y="58936"/>
                </a:cubicBezTo>
                <a:cubicBezTo>
                  <a:pt x="5872822" y="63798"/>
                  <a:pt x="5873740" y="67481"/>
                  <a:pt x="5875575" y="69986"/>
                </a:cubicBezTo>
                <a:cubicBezTo>
                  <a:pt x="5877411" y="72492"/>
                  <a:pt x="5880139" y="73744"/>
                  <a:pt x="5883761" y="73744"/>
                </a:cubicBezTo>
                <a:cubicBezTo>
                  <a:pt x="5885696" y="73744"/>
                  <a:pt x="5887456" y="73360"/>
                  <a:pt x="5889044" y="72591"/>
                </a:cubicBezTo>
                <a:cubicBezTo>
                  <a:pt x="5890632" y="71822"/>
                  <a:pt x="5892145" y="70594"/>
                  <a:pt x="5893583" y="68907"/>
                </a:cubicBezTo>
                <a:lnTo>
                  <a:pt x="5893583" y="49039"/>
                </a:lnTo>
                <a:cubicBezTo>
                  <a:pt x="5892244" y="47550"/>
                  <a:pt x="5890681" y="46409"/>
                  <a:pt x="5888895" y="45616"/>
                </a:cubicBezTo>
                <a:cubicBezTo>
                  <a:pt x="5887109" y="44822"/>
                  <a:pt x="5885224" y="44425"/>
                  <a:pt x="5883240" y="44425"/>
                </a:cubicBezTo>
                <a:close/>
                <a:moveTo>
                  <a:pt x="4149541" y="44425"/>
                </a:moveTo>
                <a:cubicBezTo>
                  <a:pt x="4146168" y="44425"/>
                  <a:pt x="4143613" y="45740"/>
                  <a:pt x="4141876" y="48369"/>
                </a:cubicBezTo>
                <a:cubicBezTo>
                  <a:pt x="4140140" y="50998"/>
                  <a:pt x="4139272" y="54893"/>
                  <a:pt x="4139272" y="60052"/>
                </a:cubicBezTo>
                <a:cubicBezTo>
                  <a:pt x="4139272" y="65311"/>
                  <a:pt x="4140177" y="69279"/>
                  <a:pt x="4141989" y="71958"/>
                </a:cubicBezTo>
                <a:cubicBezTo>
                  <a:pt x="4143799" y="74637"/>
                  <a:pt x="4146465" y="75977"/>
                  <a:pt x="4149987" y="75977"/>
                </a:cubicBezTo>
                <a:cubicBezTo>
                  <a:pt x="4151922" y="75977"/>
                  <a:pt x="4153683" y="75592"/>
                  <a:pt x="4155271" y="74823"/>
                </a:cubicBezTo>
                <a:cubicBezTo>
                  <a:pt x="4156858" y="74054"/>
                  <a:pt x="4158372" y="72826"/>
                  <a:pt x="4159810" y="71140"/>
                </a:cubicBezTo>
                <a:lnTo>
                  <a:pt x="4159810" y="49039"/>
                </a:lnTo>
                <a:cubicBezTo>
                  <a:pt x="4158520" y="47600"/>
                  <a:pt x="4156982" y="46471"/>
                  <a:pt x="4155196" y="45653"/>
                </a:cubicBezTo>
                <a:cubicBezTo>
                  <a:pt x="4153410" y="44834"/>
                  <a:pt x="4151525" y="44425"/>
                  <a:pt x="4149541" y="44425"/>
                </a:cubicBezTo>
                <a:close/>
                <a:moveTo>
                  <a:pt x="3920941" y="44425"/>
                </a:moveTo>
                <a:cubicBezTo>
                  <a:pt x="3917568" y="44425"/>
                  <a:pt x="3915013" y="45740"/>
                  <a:pt x="3913276" y="48369"/>
                </a:cubicBezTo>
                <a:cubicBezTo>
                  <a:pt x="3911540" y="50998"/>
                  <a:pt x="3910672" y="54893"/>
                  <a:pt x="3910672" y="60052"/>
                </a:cubicBezTo>
                <a:cubicBezTo>
                  <a:pt x="3910672" y="65311"/>
                  <a:pt x="3911577" y="69279"/>
                  <a:pt x="3913388" y="71958"/>
                </a:cubicBezTo>
                <a:cubicBezTo>
                  <a:pt x="3915199" y="74637"/>
                  <a:pt x="3917865" y="75977"/>
                  <a:pt x="3921387" y="75977"/>
                </a:cubicBezTo>
                <a:cubicBezTo>
                  <a:pt x="3923322" y="75977"/>
                  <a:pt x="3925083" y="75592"/>
                  <a:pt x="3926672" y="74823"/>
                </a:cubicBezTo>
                <a:cubicBezTo>
                  <a:pt x="3928258" y="74054"/>
                  <a:pt x="3929771" y="72826"/>
                  <a:pt x="3931210" y="71140"/>
                </a:cubicBezTo>
                <a:lnTo>
                  <a:pt x="3931210" y="49039"/>
                </a:lnTo>
                <a:cubicBezTo>
                  <a:pt x="3929921" y="47600"/>
                  <a:pt x="3928382" y="46471"/>
                  <a:pt x="3926596" y="45653"/>
                </a:cubicBezTo>
                <a:cubicBezTo>
                  <a:pt x="3924810" y="44834"/>
                  <a:pt x="3922925" y="44425"/>
                  <a:pt x="3920941" y="44425"/>
                </a:cubicBezTo>
                <a:close/>
                <a:moveTo>
                  <a:pt x="3473267" y="44425"/>
                </a:moveTo>
                <a:cubicBezTo>
                  <a:pt x="3469893" y="44425"/>
                  <a:pt x="3467339" y="45740"/>
                  <a:pt x="3465602" y="48369"/>
                </a:cubicBezTo>
                <a:cubicBezTo>
                  <a:pt x="3463865" y="50998"/>
                  <a:pt x="3462998" y="54893"/>
                  <a:pt x="3462998" y="60052"/>
                </a:cubicBezTo>
                <a:cubicBezTo>
                  <a:pt x="3462998" y="65311"/>
                  <a:pt x="3463903" y="69279"/>
                  <a:pt x="3465714" y="71958"/>
                </a:cubicBezTo>
                <a:cubicBezTo>
                  <a:pt x="3467524" y="74637"/>
                  <a:pt x="3470191" y="75977"/>
                  <a:pt x="3473713" y="75977"/>
                </a:cubicBezTo>
                <a:cubicBezTo>
                  <a:pt x="3475648" y="75977"/>
                  <a:pt x="3477409" y="75592"/>
                  <a:pt x="3478997" y="74823"/>
                </a:cubicBezTo>
                <a:cubicBezTo>
                  <a:pt x="3480584" y="74054"/>
                  <a:pt x="3482097" y="72826"/>
                  <a:pt x="3483536" y="71140"/>
                </a:cubicBezTo>
                <a:lnTo>
                  <a:pt x="3483536" y="49039"/>
                </a:lnTo>
                <a:cubicBezTo>
                  <a:pt x="3482246" y="47600"/>
                  <a:pt x="3480708" y="46471"/>
                  <a:pt x="3478922" y="45653"/>
                </a:cubicBezTo>
                <a:cubicBezTo>
                  <a:pt x="3477136" y="44834"/>
                  <a:pt x="3475251" y="44425"/>
                  <a:pt x="3473267" y="44425"/>
                </a:cubicBezTo>
                <a:close/>
                <a:moveTo>
                  <a:pt x="2520916" y="44425"/>
                </a:moveTo>
                <a:cubicBezTo>
                  <a:pt x="2517492" y="44425"/>
                  <a:pt x="2514900" y="45641"/>
                  <a:pt x="2513139" y="48071"/>
                </a:cubicBezTo>
                <a:cubicBezTo>
                  <a:pt x="2511378" y="50502"/>
                  <a:pt x="2510498" y="54124"/>
                  <a:pt x="2510498" y="58936"/>
                </a:cubicBezTo>
                <a:cubicBezTo>
                  <a:pt x="2510498" y="63798"/>
                  <a:pt x="2511416" y="67481"/>
                  <a:pt x="2513251" y="69986"/>
                </a:cubicBezTo>
                <a:cubicBezTo>
                  <a:pt x="2515086" y="72492"/>
                  <a:pt x="2517815" y="73744"/>
                  <a:pt x="2521436" y="73744"/>
                </a:cubicBezTo>
                <a:cubicBezTo>
                  <a:pt x="2523371" y="73744"/>
                  <a:pt x="2525132" y="73360"/>
                  <a:pt x="2526720" y="72591"/>
                </a:cubicBezTo>
                <a:cubicBezTo>
                  <a:pt x="2528308" y="71822"/>
                  <a:pt x="2529820" y="70594"/>
                  <a:pt x="2531259" y="68907"/>
                </a:cubicBezTo>
                <a:lnTo>
                  <a:pt x="2531259" y="49039"/>
                </a:lnTo>
                <a:cubicBezTo>
                  <a:pt x="2529920" y="47550"/>
                  <a:pt x="2528357" y="46409"/>
                  <a:pt x="2526571" y="45616"/>
                </a:cubicBezTo>
                <a:cubicBezTo>
                  <a:pt x="2524785" y="44822"/>
                  <a:pt x="2522900" y="44425"/>
                  <a:pt x="2520916" y="44425"/>
                </a:cubicBezTo>
                <a:close/>
                <a:moveTo>
                  <a:pt x="11074811" y="44351"/>
                </a:moveTo>
                <a:cubicBezTo>
                  <a:pt x="11071239" y="44351"/>
                  <a:pt x="11068536" y="45703"/>
                  <a:pt x="11066700" y="48406"/>
                </a:cubicBezTo>
                <a:cubicBezTo>
                  <a:pt x="11064864" y="51110"/>
                  <a:pt x="11063947" y="55091"/>
                  <a:pt x="11063947" y="60350"/>
                </a:cubicBezTo>
                <a:cubicBezTo>
                  <a:pt x="11063947" y="65608"/>
                  <a:pt x="11064864" y="69589"/>
                  <a:pt x="11066700" y="72293"/>
                </a:cubicBezTo>
                <a:cubicBezTo>
                  <a:pt x="11068536" y="74997"/>
                  <a:pt x="11071215" y="76349"/>
                  <a:pt x="11074737" y="76349"/>
                </a:cubicBezTo>
                <a:cubicBezTo>
                  <a:pt x="11078309" y="76349"/>
                  <a:pt x="11081012" y="74997"/>
                  <a:pt x="11082848" y="72293"/>
                </a:cubicBezTo>
                <a:cubicBezTo>
                  <a:pt x="11084684" y="69589"/>
                  <a:pt x="11085601" y="65608"/>
                  <a:pt x="11085601" y="60350"/>
                </a:cubicBezTo>
                <a:cubicBezTo>
                  <a:pt x="11085601" y="55091"/>
                  <a:pt x="11084684" y="51110"/>
                  <a:pt x="11082848" y="48406"/>
                </a:cubicBezTo>
                <a:cubicBezTo>
                  <a:pt x="11081012" y="45703"/>
                  <a:pt x="11078333" y="44351"/>
                  <a:pt x="11074811" y="44351"/>
                </a:cubicBezTo>
                <a:close/>
                <a:moveTo>
                  <a:pt x="10941015" y="44351"/>
                </a:moveTo>
                <a:cubicBezTo>
                  <a:pt x="10937839" y="44351"/>
                  <a:pt x="10935372" y="45430"/>
                  <a:pt x="10933610" y="47588"/>
                </a:cubicBezTo>
                <a:cubicBezTo>
                  <a:pt x="10931849" y="49746"/>
                  <a:pt x="10930795" y="52958"/>
                  <a:pt x="10930448" y="57224"/>
                </a:cubicBezTo>
                <a:lnTo>
                  <a:pt x="10951581" y="57224"/>
                </a:lnTo>
                <a:cubicBezTo>
                  <a:pt x="10951531" y="53156"/>
                  <a:pt x="10950577" y="49994"/>
                  <a:pt x="10948716" y="47737"/>
                </a:cubicBezTo>
                <a:cubicBezTo>
                  <a:pt x="10946856" y="45479"/>
                  <a:pt x="10944289" y="44351"/>
                  <a:pt x="10941015" y="44351"/>
                </a:cubicBezTo>
                <a:close/>
                <a:moveTo>
                  <a:pt x="10465211" y="44351"/>
                </a:moveTo>
                <a:cubicBezTo>
                  <a:pt x="10461639" y="44351"/>
                  <a:pt x="10458936" y="45703"/>
                  <a:pt x="10457100" y="48406"/>
                </a:cubicBezTo>
                <a:cubicBezTo>
                  <a:pt x="10455264" y="51110"/>
                  <a:pt x="10454347" y="55091"/>
                  <a:pt x="10454347" y="60350"/>
                </a:cubicBezTo>
                <a:cubicBezTo>
                  <a:pt x="10454347" y="65608"/>
                  <a:pt x="10455264" y="69589"/>
                  <a:pt x="10457100" y="72293"/>
                </a:cubicBezTo>
                <a:cubicBezTo>
                  <a:pt x="10458936" y="74997"/>
                  <a:pt x="10461615" y="76349"/>
                  <a:pt x="10465137" y="76349"/>
                </a:cubicBezTo>
                <a:cubicBezTo>
                  <a:pt x="10468709" y="76349"/>
                  <a:pt x="10471412" y="74997"/>
                  <a:pt x="10473248" y="72293"/>
                </a:cubicBezTo>
                <a:cubicBezTo>
                  <a:pt x="10475084" y="69589"/>
                  <a:pt x="10476001" y="65608"/>
                  <a:pt x="10476001" y="60350"/>
                </a:cubicBezTo>
                <a:cubicBezTo>
                  <a:pt x="10476001" y="55091"/>
                  <a:pt x="10475084" y="51110"/>
                  <a:pt x="10473248" y="48406"/>
                </a:cubicBezTo>
                <a:cubicBezTo>
                  <a:pt x="10471412" y="45703"/>
                  <a:pt x="10468733" y="44351"/>
                  <a:pt x="10465211" y="44351"/>
                </a:cubicBezTo>
                <a:close/>
                <a:moveTo>
                  <a:pt x="10331415" y="44351"/>
                </a:moveTo>
                <a:cubicBezTo>
                  <a:pt x="10328239" y="44351"/>
                  <a:pt x="10325772" y="45430"/>
                  <a:pt x="10324010" y="47588"/>
                </a:cubicBezTo>
                <a:cubicBezTo>
                  <a:pt x="10322249" y="49746"/>
                  <a:pt x="10321195" y="52958"/>
                  <a:pt x="10320848" y="57224"/>
                </a:cubicBezTo>
                <a:lnTo>
                  <a:pt x="10341981" y="57224"/>
                </a:lnTo>
                <a:cubicBezTo>
                  <a:pt x="10341931" y="53156"/>
                  <a:pt x="10340977" y="49994"/>
                  <a:pt x="10339116" y="47737"/>
                </a:cubicBezTo>
                <a:cubicBezTo>
                  <a:pt x="10337256" y="45479"/>
                  <a:pt x="10334689" y="44351"/>
                  <a:pt x="10331415" y="44351"/>
                </a:cubicBezTo>
                <a:close/>
                <a:moveTo>
                  <a:pt x="10208036" y="44351"/>
                </a:moveTo>
                <a:cubicBezTo>
                  <a:pt x="10204464" y="44351"/>
                  <a:pt x="10201761" y="45703"/>
                  <a:pt x="10199925" y="48406"/>
                </a:cubicBezTo>
                <a:cubicBezTo>
                  <a:pt x="10198089" y="51110"/>
                  <a:pt x="10197172" y="55091"/>
                  <a:pt x="10197172" y="60350"/>
                </a:cubicBezTo>
                <a:cubicBezTo>
                  <a:pt x="10197172" y="65608"/>
                  <a:pt x="10198089" y="69589"/>
                  <a:pt x="10199925" y="72293"/>
                </a:cubicBezTo>
                <a:cubicBezTo>
                  <a:pt x="10201761" y="74997"/>
                  <a:pt x="10204440" y="76349"/>
                  <a:pt x="10207962" y="76349"/>
                </a:cubicBezTo>
                <a:cubicBezTo>
                  <a:pt x="10211534" y="76349"/>
                  <a:pt x="10214237" y="74997"/>
                  <a:pt x="10216073" y="72293"/>
                </a:cubicBezTo>
                <a:cubicBezTo>
                  <a:pt x="10217909" y="69589"/>
                  <a:pt x="10218826" y="65608"/>
                  <a:pt x="10218826" y="60350"/>
                </a:cubicBezTo>
                <a:cubicBezTo>
                  <a:pt x="10218826" y="55091"/>
                  <a:pt x="10217909" y="51110"/>
                  <a:pt x="10216073" y="48406"/>
                </a:cubicBezTo>
                <a:cubicBezTo>
                  <a:pt x="10214237" y="45703"/>
                  <a:pt x="10211558" y="44351"/>
                  <a:pt x="10208036" y="44351"/>
                </a:cubicBezTo>
                <a:close/>
                <a:moveTo>
                  <a:pt x="10036140" y="44351"/>
                </a:moveTo>
                <a:cubicBezTo>
                  <a:pt x="10032964" y="44351"/>
                  <a:pt x="10030497" y="45430"/>
                  <a:pt x="10028735" y="47588"/>
                </a:cubicBezTo>
                <a:cubicBezTo>
                  <a:pt x="10026974" y="49746"/>
                  <a:pt x="10025920" y="52958"/>
                  <a:pt x="10025573" y="57224"/>
                </a:cubicBezTo>
                <a:lnTo>
                  <a:pt x="10046706" y="57224"/>
                </a:lnTo>
                <a:cubicBezTo>
                  <a:pt x="10046656" y="53156"/>
                  <a:pt x="10045702" y="49994"/>
                  <a:pt x="10043841" y="47737"/>
                </a:cubicBezTo>
                <a:cubicBezTo>
                  <a:pt x="10041981" y="45479"/>
                  <a:pt x="10039414" y="44351"/>
                  <a:pt x="10036140" y="44351"/>
                </a:cubicBezTo>
                <a:close/>
                <a:moveTo>
                  <a:pt x="9893265" y="44351"/>
                </a:moveTo>
                <a:cubicBezTo>
                  <a:pt x="9890089" y="44351"/>
                  <a:pt x="9887622" y="45430"/>
                  <a:pt x="9885860" y="47588"/>
                </a:cubicBezTo>
                <a:cubicBezTo>
                  <a:pt x="9884099" y="49746"/>
                  <a:pt x="9883045" y="52958"/>
                  <a:pt x="9882698" y="57224"/>
                </a:cubicBezTo>
                <a:lnTo>
                  <a:pt x="9903831" y="57224"/>
                </a:lnTo>
                <a:cubicBezTo>
                  <a:pt x="9903781" y="53156"/>
                  <a:pt x="9902827" y="49994"/>
                  <a:pt x="9900966" y="47737"/>
                </a:cubicBezTo>
                <a:cubicBezTo>
                  <a:pt x="9899106" y="45479"/>
                  <a:pt x="9896539" y="44351"/>
                  <a:pt x="9893265" y="44351"/>
                </a:cubicBezTo>
                <a:close/>
                <a:moveTo>
                  <a:pt x="9836115" y="44351"/>
                </a:moveTo>
                <a:cubicBezTo>
                  <a:pt x="9832939" y="44351"/>
                  <a:pt x="9830472" y="45430"/>
                  <a:pt x="9828710" y="47588"/>
                </a:cubicBezTo>
                <a:cubicBezTo>
                  <a:pt x="9826949" y="49746"/>
                  <a:pt x="9825895" y="52958"/>
                  <a:pt x="9825548" y="57224"/>
                </a:cubicBezTo>
                <a:lnTo>
                  <a:pt x="9846681" y="57224"/>
                </a:lnTo>
                <a:cubicBezTo>
                  <a:pt x="9846631" y="53156"/>
                  <a:pt x="9845677" y="49994"/>
                  <a:pt x="9843816" y="47737"/>
                </a:cubicBezTo>
                <a:cubicBezTo>
                  <a:pt x="9841956" y="45479"/>
                  <a:pt x="9839389" y="44351"/>
                  <a:pt x="9836115" y="44351"/>
                </a:cubicBezTo>
                <a:close/>
                <a:moveTo>
                  <a:pt x="9636536" y="44351"/>
                </a:moveTo>
                <a:cubicBezTo>
                  <a:pt x="9632964" y="44351"/>
                  <a:pt x="9630260" y="45703"/>
                  <a:pt x="9628425" y="48406"/>
                </a:cubicBezTo>
                <a:cubicBezTo>
                  <a:pt x="9626590" y="51110"/>
                  <a:pt x="9625672" y="55091"/>
                  <a:pt x="9625672" y="60350"/>
                </a:cubicBezTo>
                <a:cubicBezTo>
                  <a:pt x="9625672" y="65608"/>
                  <a:pt x="9626590" y="69589"/>
                  <a:pt x="9628425" y="72293"/>
                </a:cubicBezTo>
                <a:cubicBezTo>
                  <a:pt x="9630260" y="74997"/>
                  <a:pt x="9632939" y="76349"/>
                  <a:pt x="9636462" y="76349"/>
                </a:cubicBezTo>
                <a:cubicBezTo>
                  <a:pt x="9640034" y="76349"/>
                  <a:pt x="9642737" y="74997"/>
                  <a:pt x="9644573" y="72293"/>
                </a:cubicBezTo>
                <a:cubicBezTo>
                  <a:pt x="9646408" y="69589"/>
                  <a:pt x="9647326" y="65608"/>
                  <a:pt x="9647326" y="60350"/>
                </a:cubicBezTo>
                <a:cubicBezTo>
                  <a:pt x="9647326" y="55091"/>
                  <a:pt x="9646408" y="51110"/>
                  <a:pt x="9644573" y="48406"/>
                </a:cubicBezTo>
                <a:cubicBezTo>
                  <a:pt x="9642737" y="45703"/>
                  <a:pt x="9640059" y="44351"/>
                  <a:pt x="9636536" y="44351"/>
                </a:cubicBezTo>
                <a:close/>
                <a:moveTo>
                  <a:pt x="9141236" y="44351"/>
                </a:moveTo>
                <a:cubicBezTo>
                  <a:pt x="9137664" y="44351"/>
                  <a:pt x="9134961" y="45703"/>
                  <a:pt x="9133125" y="48406"/>
                </a:cubicBezTo>
                <a:cubicBezTo>
                  <a:pt x="9131289" y="51110"/>
                  <a:pt x="9130372" y="55091"/>
                  <a:pt x="9130372" y="60350"/>
                </a:cubicBezTo>
                <a:cubicBezTo>
                  <a:pt x="9130372" y="65608"/>
                  <a:pt x="9131289" y="69589"/>
                  <a:pt x="9133125" y="72293"/>
                </a:cubicBezTo>
                <a:cubicBezTo>
                  <a:pt x="9134961" y="74997"/>
                  <a:pt x="9137640" y="76349"/>
                  <a:pt x="9141162" y="76349"/>
                </a:cubicBezTo>
                <a:cubicBezTo>
                  <a:pt x="9144734" y="76349"/>
                  <a:pt x="9147437" y="74997"/>
                  <a:pt x="9149273" y="72293"/>
                </a:cubicBezTo>
                <a:cubicBezTo>
                  <a:pt x="9151109" y="69589"/>
                  <a:pt x="9152026" y="65608"/>
                  <a:pt x="9152026" y="60350"/>
                </a:cubicBezTo>
                <a:cubicBezTo>
                  <a:pt x="9152026" y="55091"/>
                  <a:pt x="9151109" y="51110"/>
                  <a:pt x="9149273" y="48406"/>
                </a:cubicBezTo>
                <a:cubicBezTo>
                  <a:pt x="9147437" y="45703"/>
                  <a:pt x="9144758" y="44351"/>
                  <a:pt x="9141236" y="44351"/>
                </a:cubicBezTo>
                <a:close/>
                <a:moveTo>
                  <a:pt x="9083640" y="44351"/>
                </a:moveTo>
                <a:cubicBezTo>
                  <a:pt x="9080464" y="44351"/>
                  <a:pt x="9077997" y="45430"/>
                  <a:pt x="9076235" y="47588"/>
                </a:cubicBezTo>
                <a:cubicBezTo>
                  <a:pt x="9074474" y="49746"/>
                  <a:pt x="9073420" y="52958"/>
                  <a:pt x="9073073" y="57224"/>
                </a:cubicBezTo>
                <a:lnTo>
                  <a:pt x="9094206" y="57224"/>
                </a:lnTo>
                <a:cubicBezTo>
                  <a:pt x="9094156" y="53156"/>
                  <a:pt x="9093202" y="49994"/>
                  <a:pt x="9091341" y="47737"/>
                </a:cubicBezTo>
                <a:cubicBezTo>
                  <a:pt x="9089481" y="45479"/>
                  <a:pt x="9086914" y="44351"/>
                  <a:pt x="9083640" y="44351"/>
                </a:cubicBezTo>
                <a:close/>
                <a:moveTo>
                  <a:pt x="9026936" y="44351"/>
                </a:moveTo>
                <a:cubicBezTo>
                  <a:pt x="9023364" y="44351"/>
                  <a:pt x="9020661" y="45703"/>
                  <a:pt x="9018825" y="48406"/>
                </a:cubicBezTo>
                <a:cubicBezTo>
                  <a:pt x="9016989" y="51110"/>
                  <a:pt x="9016072" y="55091"/>
                  <a:pt x="9016072" y="60350"/>
                </a:cubicBezTo>
                <a:cubicBezTo>
                  <a:pt x="9016072" y="65608"/>
                  <a:pt x="9016989" y="69589"/>
                  <a:pt x="9018825" y="72293"/>
                </a:cubicBezTo>
                <a:cubicBezTo>
                  <a:pt x="9020661" y="74997"/>
                  <a:pt x="9023340" y="76349"/>
                  <a:pt x="9026862" y="76349"/>
                </a:cubicBezTo>
                <a:cubicBezTo>
                  <a:pt x="9030434" y="76349"/>
                  <a:pt x="9033137" y="74997"/>
                  <a:pt x="9034973" y="72293"/>
                </a:cubicBezTo>
                <a:cubicBezTo>
                  <a:pt x="9036809" y="69589"/>
                  <a:pt x="9037726" y="65608"/>
                  <a:pt x="9037726" y="60350"/>
                </a:cubicBezTo>
                <a:cubicBezTo>
                  <a:pt x="9037726" y="55091"/>
                  <a:pt x="9036809" y="51110"/>
                  <a:pt x="9034973" y="48406"/>
                </a:cubicBezTo>
                <a:cubicBezTo>
                  <a:pt x="9033137" y="45703"/>
                  <a:pt x="9030458" y="44351"/>
                  <a:pt x="9026936" y="44351"/>
                </a:cubicBezTo>
                <a:close/>
                <a:moveTo>
                  <a:pt x="8740740" y="44351"/>
                </a:moveTo>
                <a:cubicBezTo>
                  <a:pt x="8737564" y="44351"/>
                  <a:pt x="8735097" y="45430"/>
                  <a:pt x="8733335" y="47588"/>
                </a:cubicBezTo>
                <a:cubicBezTo>
                  <a:pt x="8731574" y="49746"/>
                  <a:pt x="8730520" y="52958"/>
                  <a:pt x="8730173" y="57224"/>
                </a:cubicBezTo>
                <a:lnTo>
                  <a:pt x="8751306" y="57224"/>
                </a:lnTo>
                <a:cubicBezTo>
                  <a:pt x="8751256" y="53156"/>
                  <a:pt x="8750302" y="49994"/>
                  <a:pt x="8748441" y="47737"/>
                </a:cubicBezTo>
                <a:cubicBezTo>
                  <a:pt x="8746581" y="45479"/>
                  <a:pt x="8744014" y="44351"/>
                  <a:pt x="8740740" y="44351"/>
                </a:cubicBezTo>
                <a:close/>
                <a:moveTo>
                  <a:pt x="8302589" y="44351"/>
                </a:moveTo>
                <a:cubicBezTo>
                  <a:pt x="8299414" y="44351"/>
                  <a:pt x="8296947" y="45430"/>
                  <a:pt x="8295185" y="47588"/>
                </a:cubicBezTo>
                <a:cubicBezTo>
                  <a:pt x="8293424" y="49746"/>
                  <a:pt x="8292371" y="52958"/>
                  <a:pt x="8292023" y="57224"/>
                </a:cubicBezTo>
                <a:lnTo>
                  <a:pt x="8313157" y="57224"/>
                </a:lnTo>
                <a:cubicBezTo>
                  <a:pt x="8313107" y="53156"/>
                  <a:pt x="8312152" y="49994"/>
                  <a:pt x="8310291" y="47737"/>
                </a:cubicBezTo>
                <a:cubicBezTo>
                  <a:pt x="8308431" y="45479"/>
                  <a:pt x="8305864" y="44351"/>
                  <a:pt x="8302589" y="44351"/>
                </a:cubicBezTo>
                <a:close/>
                <a:moveTo>
                  <a:pt x="8226836" y="44351"/>
                </a:moveTo>
                <a:cubicBezTo>
                  <a:pt x="8223264" y="44351"/>
                  <a:pt x="8220561" y="45703"/>
                  <a:pt x="8218725" y="48406"/>
                </a:cubicBezTo>
                <a:cubicBezTo>
                  <a:pt x="8216889" y="51110"/>
                  <a:pt x="8215971" y="55091"/>
                  <a:pt x="8215971" y="60350"/>
                </a:cubicBezTo>
                <a:cubicBezTo>
                  <a:pt x="8215971" y="65608"/>
                  <a:pt x="8216889" y="69589"/>
                  <a:pt x="8218725" y="72293"/>
                </a:cubicBezTo>
                <a:cubicBezTo>
                  <a:pt x="8220561" y="74997"/>
                  <a:pt x="8223240" y="76349"/>
                  <a:pt x="8226761" y="76349"/>
                </a:cubicBezTo>
                <a:cubicBezTo>
                  <a:pt x="8230333" y="76349"/>
                  <a:pt x="8233037" y="74997"/>
                  <a:pt x="8234873" y="72293"/>
                </a:cubicBezTo>
                <a:cubicBezTo>
                  <a:pt x="8236709" y="69589"/>
                  <a:pt x="8237626" y="65608"/>
                  <a:pt x="8237626" y="60350"/>
                </a:cubicBezTo>
                <a:cubicBezTo>
                  <a:pt x="8237626" y="55091"/>
                  <a:pt x="8236709" y="51110"/>
                  <a:pt x="8234873" y="48406"/>
                </a:cubicBezTo>
                <a:cubicBezTo>
                  <a:pt x="8233037" y="45703"/>
                  <a:pt x="8230358" y="44351"/>
                  <a:pt x="8226836" y="44351"/>
                </a:cubicBezTo>
                <a:close/>
                <a:moveTo>
                  <a:pt x="7950165" y="44351"/>
                </a:moveTo>
                <a:cubicBezTo>
                  <a:pt x="7946989" y="44351"/>
                  <a:pt x="7944522" y="45430"/>
                  <a:pt x="7942761" y="47588"/>
                </a:cubicBezTo>
                <a:cubicBezTo>
                  <a:pt x="7940999" y="49746"/>
                  <a:pt x="7939946" y="52958"/>
                  <a:pt x="7939598" y="57224"/>
                </a:cubicBezTo>
                <a:lnTo>
                  <a:pt x="7960731" y="57224"/>
                </a:lnTo>
                <a:cubicBezTo>
                  <a:pt x="7960681" y="53156"/>
                  <a:pt x="7959727" y="49994"/>
                  <a:pt x="7957867" y="47737"/>
                </a:cubicBezTo>
                <a:cubicBezTo>
                  <a:pt x="7956006" y="45479"/>
                  <a:pt x="7953439" y="44351"/>
                  <a:pt x="7950165" y="44351"/>
                </a:cubicBezTo>
                <a:close/>
                <a:moveTo>
                  <a:pt x="7855361" y="44351"/>
                </a:moveTo>
                <a:cubicBezTo>
                  <a:pt x="7851789" y="44351"/>
                  <a:pt x="7849086" y="45703"/>
                  <a:pt x="7847250" y="48406"/>
                </a:cubicBezTo>
                <a:cubicBezTo>
                  <a:pt x="7845415" y="51110"/>
                  <a:pt x="7844497" y="55091"/>
                  <a:pt x="7844497" y="60350"/>
                </a:cubicBezTo>
                <a:cubicBezTo>
                  <a:pt x="7844497" y="65608"/>
                  <a:pt x="7845415" y="69589"/>
                  <a:pt x="7847250" y="72293"/>
                </a:cubicBezTo>
                <a:cubicBezTo>
                  <a:pt x="7849086" y="74997"/>
                  <a:pt x="7851764" y="76349"/>
                  <a:pt x="7855287" y="76349"/>
                </a:cubicBezTo>
                <a:cubicBezTo>
                  <a:pt x="7858859" y="76349"/>
                  <a:pt x="7861563" y="74997"/>
                  <a:pt x="7863398" y="72293"/>
                </a:cubicBezTo>
                <a:cubicBezTo>
                  <a:pt x="7865233" y="69589"/>
                  <a:pt x="7866151" y="65608"/>
                  <a:pt x="7866151" y="60350"/>
                </a:cubicBezTo>
                <a:cubicBezTo>
                  <a:pt x="7866151" y="55091"/>
                  <a:pt x="7865233" y="51110"/>
                  <a:pt x="7863398" y="48406"/>
                </a:cubicBezTo>
                <a:cubicBezTo>
                  <a:pt x="7861563" y="45703"/>
                  <a:pt x="7858884" y="44351"/>
                  <a:pt x="7855361" y="44351"/>
                </a:cubicBezTo>
                <a:close/>
                <a:moveTo>
                  <a:pt x="7692990" y="44351"/>
                </a:moveTo>
                <a:cubicBezTo>
                  <a:pt x="7689815" y="44351"/>
                  <a:pt x="7687347" y="45430"/>
                  <a:pt x="7685586" y="47588"/>
                </a:cubicBezTo>
                <a:cubicBezTo>
                  <a:pt x="7683825" y="49746"/>
                  <a:pt x="7682770" y="52958"/>
                  <a:pt x="7682423" y="57224"/>
                </a:cubicBezTo>
                <a:lnTo>
                  <a:pt x="7703557" y="57224"/>
                </a:lnTo>
                <a:cubicBezTo>
                  <a:pt x="7703507" y="53156"/>
                  <a:pt x="7702552" y="49994"/>
                  <a:pt x="7700692" y="47737"/>
                </a:cubicBezTo>
                <a:cubicBezTo>
                  <a:pt x="7698831" y="45479"/>
                  <a:pt x="7696264" y="44351"/>
                  <a:pt x="7692990" y="44351"/>
                </a:cubicBezTo>
                <a:close/>
                <a:moveTo>
                  <a:pt x="7541036" y="44351"/>
                </a:moveTo>
                <a:cubicBezTo>
                  <a:pt x="7537464" y="44351"/>
                  <a:pt x="7534761" y="45703"/>
                  <a:pt x="7532925" y="48406"/>
                </a:cubicBezTo>
                <a:cubicBezTo>
                  <a:pt x="7531090" y="51110"/>
                  <a:pt x="7530172" y="55091"/>
                  <a:pt x="7530172" y="60350"/>
                </a:cubicBezTo>
                <a:cubicBezTo>
                  <a:pt x="7530172" y="65608"/>
                  <a:pt x="7531090" y="69589"/>
                  <a:pt x="7532925" y="72293"/>
                </a:cubicBezTo>
                <a:cubicBezTo>
                  <a:pt x="7534761" y="74997"/>
                  <a:pt x="7537439" y="76349"/>
                  <a:pt x="7540962" y="76349"/>
                </a:cubicBezTo>
                <a:cubicBezTo>
                  <a:pt x="7544534" y="76349"/>
                  <a:pt x="7547238" y="74997"/>
                  <a:pt x="7549073" y="72293"/>
                </a:cubicBezTo>
                <a:cubicBezTo>
                  <a:pt x="7550908" y="69589"/>
                  <a:pt x="7551826" y="65608"/>
                  <a:pt x="7551826" y="60350"/>
                </a:cubicBezTo>
                <a:cubicBezTo>
                  <a:pt x="7551826" y="55091"/>
                  <a:pt x="7550908" y="51110"/>
                  <a:pt x="7549073" y="48406"/>
                </a:cubicBezTo>
                <a:cubicBezTo>
                  <a:pt x="7547238" y="45703"/>
                  <a:pt x="7544559" y="44351"/>
                  <a:pt x="7541036" y="44351"/>
                </a:cubicBezTo>
                <a:close/>
                <a:moveTo>
                  <a:pt x="7435815" y="44351"/>
                </a:moveTo>
                <a:cubicBezTo>
                  <a:pt x="7432640" y="44351"/>
                  <a:pt x="7430172" y="45430"/>
                  <a:pt x="7428411" y="47588"/>
                </a:cubicBezTo>
                <a:cubicBezTo>
                  <a:pt x="7426650" y="49746"/>
                  <a:pt x="7425596" y="52958"/>
                  <a:pt x="7425248" y="57224"/>
                </a:cubicBezTo>
                <a:lnTo>
                  <a:pt x="7446382" y="57224"/>
                </a:lnTo>
                <a:cubicBezTo>
                  <a:pt x="7446332" y="53156"/>
                  <a:pt x="7445377" y="49994"/>
                  <a:pt x="7443517" y="47737"/>
                </a:cubicBezTo>
                <a:cubicBezTo>
                  <a:pt x="7441656" y="45479"/>
                  <a:pt x="7439089" y="44351"/>
                  <a:pt x="7435815" y="44351"/>
                </a:cubicBezTo>
                <a:close/>
                <a:moveTo>
                  <a:pt x="7292940" y="44351"/>
                </a:moveTo>
                <a:cubicBezTo>
                  <a:pt x="7289765" y="44351"/>
                  <a:pt x="7287297" y="45430"/>
                  <a:pt x="7285536" y="47588"/>
                </a:cubicBezTo>
                <a:cubicBezTo>
                  <a:pt x="7283775" y="49746"/>
                  <a:pt x="7282720" y="52958"/>
                  <a:pt x="7282373" y="57224"/>
                </a:cubicBezTo>
                <a:lnTo>
                  <a:pt x="7303507" y="57224"/>
                </a:lnTo>
                <a:cubicBezTo>
                  <a:pt x="7303457" y="53156"/>
                  <a:pt x="7302502" y="49994"/>
                  <a:pt x="7300642" y="47737"/>
                </a:cubicBezTo>
                <a:cubicBezTo>
                  <a:pt x="7298781" y="45479"/>
                  <a:pt x="7296214" y="44351"/>
                  <a:pt x="7292940" y="44351"/>
                </a:cubicBezTo>
                <a:close/>
                <a:moveTo>
                  <a:pt x="7159590" y="44351"/>
                </a:moveTo>
                <a:cubicBezTo>
                  <a:pt x="7156415" y="44351"/>
                  <a:pt x="7153947" y="45430"/>
                  <a:pt x="7152186" y="47588"/>
                </a:cubicBezTo>
                <a:cubicBezTo>
                  <a:pt x="7150425" y="49746"/>
                  <a:pt x="7149370" y="52958"/>
                  <a:pt x="7149023" y="57224"/>
                </a:cubicBezTo>
                <a:lnTo>
                  <a:pt x="7170157" y="57224"/>
                </a:lnTo>
                <a:cubicBezTo>
                  <a:pt x="7170107" y="53156"/>
                  <a:pt x="7169152" y="49994"/>
                  <a:pt x="7167292" y="47737"/>
                </a:cubicBezTo>
                <a:cubicBezTo>
                  <a:pt x="7165431" y="45479"/>
                  <a:pt x="7162864" y="44351"/>
                  <a:pt x="7159590" y="44351"/>
                </a:cubicBezTo>
                <a:close/>
                <a:moveTo>
                  <a:pt x="7036211" y="44351"/>
                </a:moveTo>
                <a:cubicBezTo>
                  <a:pt x="7032639" y="44351"/>
                  <a:pt x="7029936" y="45703"/>
                  <a:pt x="7028100" y="48406"/>
                </a:cubicBezTo>
                <a:cubicBezTo>
                  <a:pt x="7026265" y="51110"/>
                  <a:pt x="7025347" y="55091"/>
                  <a:pt x="7025347" y="60350"/>
                </a:cubicBezTo>
                <a:cubicBezTo>
                  <a:pt x="7025347" y="65608"/>
                  <a:pt x="7026265" y="69589"/>
                  <a:pt x="7028100" y="72293"/>
                </a:cubicBezTo>
                <a:cubicBezTo>
                  <a:pt x="7029936" y="74997"/>
                  <a:pt x="7032614" y="76349"/>
                  <a:pt x="7036137" y="76349"/>
                </a:cubicBezTo>
                <a:cubicBezTo>
                  <a:pt x="7039709" y="76349"/>
                  <a:pt x="7042413" y="74997"/>
                  <a:pt x="7044248" y="72293"/>
                </a:cubicBezTo>
                <a:cubicBezTo>
                  <a:pt x="7046083" y="69589"/>
                  <a:pt x="7047001" y="65608"/>
                  <a:pt x="7047001" y="60350"/>
                </a:cubicBezTo>
                <a:cubicBezTo>
                  <a:pt x="7047001" y="55091"/>
                  <a:pt x="7046083" y="51110"/>
                  <a:pt x="7044248" y="48406"/>
                </a:cubicBezTo>
                <a:cubicBezTo>
                  <a:pt x="7042413" y="45703"/>
                  <a:pt x="7039734" y="44351"/>
                  <a:pt x="7036211" y="44351"/>
                </a:cubicBezTo>
                <a:close/>
                <a:moveTo>
                  <a:pt x="6645240" y="44351"/>
                </a:moveTo>
                <a:cubicBezTo>
                  <a:pt x="6642065" y="44351"/>
                  <a:pt x="6639597" y="45430"/>
                  <a:pt x="6637836" y="47588"/>
                </a:cubicBezTo>
                <a:cubicBezTo>
                  <a:pt x="6636075" y="49746"/>
                  <a:pt x="6635020" y="52958"/>
                  <a:pt x="6634673" y="57224"/>
                </a:cubicBezTo>
                <a:lnTo>
                  <a:pt x="6655807" y="57224"/>
                </a:lnTo>
                <a:cubicBezTo>
                  <a:pt x="6655757" y="53156"/>
                  <a:pt x="6654802" y="49994"/>
                  <a:pt x="6652942" y="47737"/>
                </a:cubicBezTo>
                <a:cubicBezTo>
                  <a:pt x="6651081" y="45479"/>
                  <a:pt x="6648514" y="44351"/>
                  <a:pt x="6645240" y="44351"/>
                </a:cubicBezTo>
                <a:close/>
                <a:moveTo>
                  <a:pt x="6140861" y="44351"/>
                </a:moveTo>
                <a:cubicBezTo>
                  <a:pt x="6137289" y="44351"/>
                  <a:pt x="6134586" y="45703"/>
                  <a:pt x="6132750" y="48406"/>
                </a:cubicBezTo>
                <a:cubicBezTo>
                  <a:pt x="6130915" y="51110"/>
                  <a:pt x="6129997" y="55091"/>
                  <a:pt x="6129997" y="60350"/>
                </a:cubicBezTo>
                <a:cubicBezTo>
                  <a:pt x="6129997" y="65608"/>
                  <a:pt x="6130915" y="69589"/>
                  <a:pt x="6132750" y="72293"/>
                </a:cubicBezTo>
                <a:cubicBezTo>
                  <a:pt x="6134586" y="74997"/>
                  <a:pt x="6137265" y="76349"/>
                  <a:pt x="6140787" y="76349"/>
                </a:cubicBezTo>
                <a:cubicBezTo>
                  <a:pt x="6144359" y="76349"/>
                  <a:pt x="6147063" y="74997"/>
                  <a:pt x="6148898" y="72293"/>
                </a:cubicBezTo>
                <a:cubicBezTo>
                  <a:pt x="6150734" y="69589"/>
                  <a:pt x="6151651" y="65608"/>
                  <a:pt x="6151651" y="60350"/>
                </a:cubicBezTo>
                <a:cubicBezTo>
                  <a:pt x="6151651" y="55091"/>
                  <a:pt x="6150734" y="51110"/>
                  <a:pt x="6148898" y="48406"/>
                </a:cubicBezTo>
                <a:cubicBezTo>
                  <a:pt x="6147063" y="45703"/>
                  <a:pt x="6144384" y="44351"/>
                  <a:pt x="6140861" y="44351"/>
                </a:cubicBezTo>
                <a:close/>
                <a:moveTo>
                  <a:pt x="6007065" y="44351"/>
                </a:moveTo>
                <a:cubicBezTo>
                  <a:pt x="6003890" y="44351"/>
                  <a:pt x="6001422" y="45430"/>
                  <a:pt x="5999661" y="47588"/>
                </a:cubicBezTo>
                <a:cubicBezTo>
                  <a:pt x="5997900" y="49746"/>
                  <a:pt x="5996845" y="52958"/>
                  <a:pt x="5996498" y="57224"/>
                </a:cubicBezTo>
                <a:lnTo>
                  <a:pt x="6017632" y="57224"/>
                </a:lnTo>
                <a:cubicBezTo>
                  <a:pt x="6017582" y="53156"/>
                  <a:pt x="6016627" y="49994"/>
                  <a:pt x="6014767" y="47737"/>
                </a:cubicBezTo>
                <a:cubicBezTo>
                  <a:pt x="6012906" y="45479"/>
                  <a:pt x="6010339" y="44351"/>
                  <a:pt x="6007065" y="44351"/>
                </a:cubicBezTo>
                <a:close/>
                <a:moveTo>
                  <a:pt x="5531261" y="44351"/>
                </a:moveTo>
                <a:cubicBezTo>
                  <a:pt x="5527689" y="44351"/>
                  <a:pt x="5524986" y="45703"/>
                  <a:pt x="5523150" y="48406"/>
                </a:cubicBezTo>
                <a:cubicBezTo>
                  <a:pt x="5521315" y="51110"/>
                  <a:pt x="5520397" y="55091"/>
                  <a:pt x="5520397" y="60350"/>
                </a:cubicBezTo>
                <a:cubicBezTo>
                  <a:pt x="5520397" y="65608"/>
                  <a:pt x="5521315" y="69589"/>
                  <a:pt x="5523150" y="72293"/>
                </a:cubicBezTo>
                <a:cubicBezTo>
                  <a:pt x="5524986" y="74997"/>
                  <a:pt x="5527664" y="76349"/>
                  <a:pt x="5531187" y="76349"/>
                </a:cubicBezTo>
                <a:cubicBezTo>
                  <a:pt x="5534759" y="76349"/>
                  <a:pt x="5537463" y="74997"/>
                  <a:pt x="5539298" y="72293"/>
                </a:cubicBezTo>
                <a:cubicBezTo>
                  <a:pt x="5541133" y="69589"/>
                  <a:pt x="5542052" y="65608"/>
                  <a:pt x="5542052" y="60350"/>
                </a:cubicBezTo>
                <a:cubicBezTo>
                  <a:pt x="5542052" y="55091"/>
                  <a:pt x="5541133" y="51110"/>
                  <a:pt x="5539298" y="48406"/>
                </a:cubicBezTo>
                <a:cubicBezTo>
                  <a:pt x="5537463" y="45703"/>
                  <a:pt x="5534784" y="44351"/>
                  <a:pt x="5531261" y="44351"/>
                </a:cubicBezTo>
                <a:close/>
                <a:moveTo>
                  <a:pt x="5378415" y="44351"/>
                </a:moveTo>
                <a:cubicBezTo>
                  <a:pt x="5375240" y="44351"/>
                  <a:pt x="5372772" y="45430"/>
                  <a:pt x="5371011" y="47588"/>
                </a:cubicBezTo>
                <a:cubicBezTo>
                  <a:pt x="5369250" y="49746"/>
                  <a:pt x="5368195" y="52958"/>
                  <a:pt x="5367848" y="57224"/>
                </a:cubicBezTo>
                <a:lnTo>
                  <a:pt x="5388982" y="57224"/>
                </a:lnTo>
                <a:cubicBezTo>
                  <a:pt x="5388932" y="53156"/>
                  <a:pt x="5387977" y="49994"/>
                  <a:pt x="5386117" y="47737"/>
                </a:cubicBezTo>
                <a:cubicBezTo>
                  <a:pt x="5384256" y="45479"/>
                  <a:pt x="5381689" y="44351"/>
                  <a:pt x="5378415" y="44351"/>
                </a:cubicBezTo>
                <a:close/>
                <a:moveTo>
                  <a:pt x="5302662" y="44351"/>
                </a:moveTo>
                <a:cubicBezTo>
                  <a:pt x="5299089" y="44351"/>
                  <a:pt x="5296386" y="45703"/>
                  <a:pt x="5294550" y="48406"/>
                </a:cubicBezTo>
                <a:cubicBezTo>
                  <a:pt x="5292714" y="51110"/>
                  <a:pt x="5291797" y="55091"/>
                  <a:pt x="5291797" y="60350"/>
                </a:cubicBezTo>
                <a:cubicBezTo>
                  <a:pt x="5291797" y="65608"/>
                  <a:pt x="5292714" y="69589"/>
                  <a:pt x="5294550" y="72293"/>
                </a:cubicBezTo>
                <a:cubicBezTo>
                  <a:pt x="5296386" y="74997"/>
                  <a:pt x="5299065" y="76349"/>
                  <a:pt x="5302587" y="76349"/>
                </a:cubicBezTo>
                <a:cubicBezTo>
                  <a:pt x="5306159" y="76349"/>
                  <a:pt x="5308862" y="74997"/>
                  <a:pt x="5310699" y="72293"/>
                </a:cubicBezTo>
                <a:cubicBezTo>
                  <a:pt x="5312534" y="69589"/>
                  <a:pt x="5313451" y="65608"/>
                  <a:pt x="5313451" y="60350"/>
                </a:cubicBezTo>
                <a:cubicBezTo>
                  <a:pt x="5313451" y="55091"/>
                  <a:pt x="5312534" y="51110"/>
                  <a:pt x="5310699" y="48406"/>
                </a:cubicBezTo>
                <a:cubicBezTo>
                  <a:pt x="5308862" y="45703"/>
                  <a:pt x="5306184" y="44351"/>
                  <a:pt x="5302662" y="44351"/>
                </a:cubicBezTo>
                <a:close/>
                <a:moveTo>
                  <a:pt x="5178390" y="44351"/>
                </a:moveTo>
                <a:cubicBezTo>
                  <a:pt x="5175214" y="44351"/>
                  <a:pt x="5172747" y="45430"/>
                  <a:pt x="5170986" y="47588"/>
                </a:cubicBezTo>
                <a:cubicBezTo>
                  <a:pt x="5169224" y="49746"/>
                  <a:pt x="5168171" y="52958"/>
                  <a:pt x="5167823" y="57224"/>
                </a:cubicBezTo>
                <a:lnTo>
                  <a:pt x="5188957" y="57224"/>
                </a:lnTo>
                <a:cubicBezTo>
                  <a:pt x="5188907" y="53156"/>
                  <a:pt x="5187953" y="49994"/>
                  <a:pt x="5186092" y="47737"/>
                </a:cubicBezTo>
                <a:cubicBezTo>
                  <a:pt x="5184231" y="45479"/>
                  <a:pt x="5181665" y="44351"/>
                  <a:pt x="5178390" y="44351"/>
                </a:cubicBezTo>
                <a:close/>
                <a:moveTo>
                  <a:pt x="4712111" y="44351"/>
                </a:moveTo>
                <a:cubicBezTo>
                  <a:pt x="4708539" y="44351"/>
                  <a:pt x="4705836" y="45703"/>
                  <a:pt x="4704000" y="48406"/>
                </a:cubicBezTo>
                <a:cubicBezTo>
                  <a:pt x="4702165" y="51110"/>
                  <a:pt x="4701247" y="55091"/>
                  <a:pt x="4701247" y="60350"/>
                </a:cubicBezTo>
                <a:cubicBezTo>
                  <a:pt x="4701247" y="65608"/>
                  <a:pt x="4702165" y="69589"/>
                  <a:pt x="4704000" y="72293"/>
                </a:cubicBezTo>
                <a:cubicBezTo>
                  <a:pt x="4705836" y="74997"/>
                  <a:pt x="4708515" y="76349"/>
                  <a:pt x="4712037" y="76349"/>
                </a:cubicBezTo>
                <a:cubicBezTo>
                  <a:pt x="4715609" y="76349"/>
                  <a:pt x="4718313" y="74997"/>
                  <a:pt x="4720148" y="72293"/>
                </a:cubicBezTo>
                <a:cubicBezTo>
                  <a:pt x="4721984" y="69589"/>
                  <a:pt x="4722902" y="65608"/>
                  <a:pt x="4722902" y="60350"/>
                </a:cubicBezTo>
                <a:cubicBezTo>
                  <a:pt x="4722902" y="55091"/>
                  <a:pt x="4721984" y="51110"/>
                  <a:pt x="4720148" y="48406"/>
                </a:cubicBezTo>
                <a:cubicBezTo>
                  <a:pt x="4718313" y="45703"/>
                  <a:pt x="4715634" y="44351"/>
                  <a:pt x="4712111" y="44351"/>
                </a:cubicBezTo>
                <a:close/>
                <a:moveTo>
                  <a:pt x="4493036" y="44351"/>
                </a:moveTo>
                <a:cubicBezTo>
                  <a:pt x="4489465" y="44351"/>
                  <a:pt x="4486761" y="45703"/>
                  <a:pt x="4484926" y="48406"/>
                </a:cubicBezTo>
                <a:cubicBezTo>
                  <a:pt x="4483090" y="51110"/>
                  <a:pt x="4482172" y="55091"/>
                  <a:pt x="4482172" y="60350"/>
                </a:cubicBezTo>
                <a:cubicBezTo>
                  <a:pt x="4482172" y="65608"/>
                  <a:pt x="4483090" y="69589"/>
                  <a:pt x="4484926" y="72293"/>
                </a:cubicBezTo>
                <a:cubicBezTo>
                  <a:pt x="4486761" y="74997"/>
                  <a:pt x="4489440" y="76349"/>
                  <a:pt x="4492962" y="76349"/>
                </a:cubicBezTo>
                <a:cubicBezTo>
                  <a:pt x="4496534" y="76349"/>
                  <a:pt x="4499237" y="74997"/>
                  <a:pt x="4501073" y="72293"/>
                </a:cubicBezTo>
                <a:cubicBezTo>
                  <a:pt x="4502909" y="69589"/>
                  <a:pt x="4503826" y="65608"/>
                  <a:pt x="4503826" y="60350"/>
                </a:cubicBezTo>
                <a:cubicBezTo>
                  <a:pt x="4503826" y="55091"/>
                  <a:pt x="4502909" y="51110"/>
                  <a:pt x="4501073" y="48406"/>
                </a:cubicBezTo>
                <a:cubicBezTo>
                  <a:pt x="4499237" y="45703"/>
                  <a:pt x="4496559" y="44351"/>
                  <a:pt x="4493036" y="44351"/>
                </a:cubicBezTo>
                <a:close/>
                <a:moveTo>
                  <a:pt x="4187790" y="44351"/>
                </a:moveTo>
                <a:cubicBezTo>
                  <a:pt x="4184615" y="44351"/>
                  <a:pt x="4182147" y="45430"/>
                  <a:pt x="4180386" y="47588"/>
                </a:cubicBezTo>
                <a:cubicBezTo>
                  <a:pt x="4178624" y="49746"/>
                  <a:pt x="4177571" y="52958"/>
                  <a:pt x="4177224" y="57224"/>
                </a:cubicBezTo>
                <a:lnTo>
                  <a:pt x="4198357" y="57224"/>
                </a:lnTo>
                <a:cubicBezTo>
                  <a:pt x="4198307" y="53156"/>
                  <a:pt x="4197352" y="49994"/>
                  <a:pt x="4195492" y="47737"/>
                </a:cubicBezTo>
                <a:cubicBezTo>
                  <a:pt x="4193631" y="45479"/>
                  <a:pt x="4191064" y="44351"/>
                  <a:pt x="4187790" y="44351"/>
                </a:cubicBezTo>
                <a:close/>
                <a:moveTo>
                  <a:pt x="4016786" y="44351"/>
                </a:moveTo>
                <a:cubicBezTo>
                  <a:pt x="4013214" y="44351"/>
                  <a:pt x="4010511" y="45703"/>
                  <a:pt x="4008675" y="48406"/>
                </a:cubicBezTo>
                <a:cubicBezTo>
                  <a:pt x="4006839" y="51110"/>
                  <a:pt x="4005923" y="55091"/>
                  <a:pt x="4005923" y="60350"/>
                </a:cubicBezTo>
                <a:cubicBezTo>
                  <a:pt x="4005923" y="65608"/>
                  <a:pt x="4006839" y="69589"/>
                  <a:pt x="4008675" y="72293"/>
                </a:cubicBezTo>
                <a:cubicBezTo>
                  <a:pt x="4010511" y="74997"/>
                  <a:pt x="4013190" y="76349"/>
                  <a:pt x="4016712" y="76349"/>
                </a:cubicBezTo>
                <a:cubicBezTo>
                  <a:pt x="4020284" y="76349"/>
                  <a:pt x="4022987" y="74997"/>
                  <a:pt x="4024823" y="72293"/>
                </a:cubicBezTo>
                <a:cubicBezTo>
                  <a:pt x="4026659" y="69589"/>
                  <a:pt x="4027577" y="65608"/>
                  <a:pt x="4027577" y="60350"/>
                </a:cubicBezTo>
                <a:cubicBezTo>
                  <a:pt x="4027577" y="55091"/>
                  <a:pt x="4026659" y="51110"/>
                  <a:pt x="4024823" y="48406"/>
                </a:cubicBezTo>
                <a:cubicBezTo>
                  <a:pt x="4022987" y="45703"/>
                  <a:pt x="4020308" y="44351"/>
                  <a:pt x="4016786" y="44351"/>
                </a:cubicBezTo>
                <a:close/>
                <a:moveTo>
                  <a:pt x="3711540" y="44351"/>
                </a:moveTo>
                <a:cubicBezTo>
                  <a:pt x="3708365" y="44351"/>
                  <a:pt x="3705898" y="45430"/>
                  <a:pt x="3704136" y="47588"/>
                </a:cubicBezTo>
                <a:cubicBezTo>
                  <a:pt x="3702375" y="49746"/>
                  <a:pt x="3701321" y="52958"/>
                  <a:pt x="3700973" y="57224"/>
                </a:cubicBezTo>
                <a:lnTo>
                  <a:pt x="3722107" y="57224"/>
                </a:lnTo>
                <a:cubicBezTo>
                  <a:pt x="3722058" y="53156"/>
                  <a:pt x="3721102" y="49994"/>
                  <a:pt x="3719242" y="47737"/>
                </a:cubicBezTo>
                <a:cubicBezTo>
                  <a:pt x="3717382" y="45479"/>
                  <a:pt x="3714815" y="44351"/>
                  <a:pt x="3711540" y="44351"/>
                </a:cubicBezTo>
                <a:close/>
                <a:moveTo>
                  <a:pt x="3606765" y="44351"/>
                </a:moveTo>
                <a:cubicBezTo>
                  <a:pt x="3603590" y="44351"/>
                  <a:pt x="3601122" y="45430"/>
                  <a:pt x="3599361" y="47588"/>
                </a:cubicBezTo>
                <a:cubicBezTo>
                  <a:pt x="3597601" y="49746"/>
                  <a:pt x="3596546" y="52958"/>
                  <a:pt x="3596198" y="57224"/>
                </a:cubicBezTo>
                <a:lnTo>
                  <a:pt x="3617332" y="57224"/>
                </a:lnTo>
                <a:cubicBezTo>
                  <a:pt x="3617283" y="53156"/>
                  <a:pt x="3616327" y="49994"/>
                  <a:pt x="3614467" y="47737"/>
                </a:cubicBezTo>
                <a:cubicBezTo>
                  <a:pt x="3612607" y="45479"/>
                  <a:pt x="3610040" y="44351"/>
                  <a:pt x="3606765" y="44351"/>
                </a:cubicBezTo>
                <a:close/>
                <a:moveTo>
                  <a:pt x="3511515" y="44351"/>
                </a:moveTo>
                <a:cubicBezTo>
                  <a:pt x="3508341" y="44351"/>
                  <a:pt x="3505872" y="45430"/>
                  <a:pt x="3504111" y="47588"/>
                </a:cubicBezTo>
                <a:cubicBezTo>
                  <a:pt x="3502350" y="49746"/>
                  <a:pt x="3501296" y="52958"/>
                  <a:pt x="3500948" y="57224"/>
                </a:cubicBezTo>
                <a:lnTo>
                  <a:pt x="3522083" y="57224"/>
                </a:lnTo>
                <a:cubicBezTo>
                  <a:pt x="3522032" y="53156"/>
                  <a:pt x="3521078" y="49994"/>
                  <a:pt x="3519218" y="47737"/>
                </a:cubicBezTo>
                <a:cubicBezTo>
                  <a:pt x="3517357" y="45479"/>
                  <a:pt x="3514790" y="44351"/>
                  <a:pt x="3511515" y="44351"/>
                </a:cubicBezTo>
                <a:close/>
                <a:moveTo>
                  <a:pt x="3102387" y="44351"/>
                </a:moveTo>
                <a:cubicBezTo>
                  <a:pt x="3098815" y="44351"/>
                  <a:pt x="3096111" y="45703"/>
                  <a:pt x="3094276" y="48406"/>
                </a:cubicBezTo>
                <a:cubicBezTo>
                  <a:pt x="3092441" y="51110"/>
                  <a:pt x="3091522" y="55091"/>
                  <a:pt x="3091522" y="60350"/>
                </a:cubicBezTo>
                <a:cubicBezTo>
                  <a:pt x="3091522" y="65608"/>
                  <a:pt x="3092441" y="69589"/>
                  <a:pt x="3094276" y="72293"/>
                </a:cubicBezTo>
                <a:cubicBezTo>
                  <a:pt x="3096111" y="74997"/>
                  <a:pt x="3098790" y="76349"/>
                  <a:pt x="3102313" y="76349"/>
                </a:cubicBezTo>
                <a:cubicBezTo>
                  <a:pt x="3105885" y="76349"/>
                  <a:pt x="3108588" y="74997"/>
                  <a:pt x="3110424" y="72293"/>
                </a:cubicBezTo>
                <a:cubicBezTo>
                  <a:pt x="3112259" y="69589"/>
                  <a:pt x="3113177" y="65608"/>
                  <a:pt x="3113177" y="60350"/>
                </a:cubicBezTo>
                <a:cubicBezTo>
                  <a:pt x="3113177" y="55091"/>
                  <a:pt x="3112259" y="51110"/>
                  <a:pt x="3110424" y="48406"/>
                </a:cubicBezTo>
                <a:cubicBezTo>
                  <a:pt x="3108588" y="45703"/>
                  <a:pt x="3105909" y="44351"/>
                  <a:pt x="3102387" y="44351"/>
                </a:cubicBezTo>
                <a:close/>
                <a:moveTo>
                  <a:pt x="2778537" y="44351"/>
                </a:moveTo>
                <a:cubicBezTo>
                  <a:pt x="2774965" y="44351"/>
                  <a:pt x="2772261" y="45703"/>
                  <a:pt x="2770426" y="48406"/>
                </a:cubicBezTo>
                <a:cubicBezTo>
                  <a:pt x="2768591" y="51110"/>
                  <a:pt x="2767672" y="55091"/>
                  <a:pt x="2767672" y="60350"/>
                </a:cubicBezTo>
                <a:cubicBezTo>
                  <a:pt x="2767672" y="65608"/>
                  <a:pt x="2768591" y="69589"/>
                  <a:pt x="2770426" y="72293"/>
                </a:cubicBezTo>
                <a:cubicBezTo>
                  <a:pt x="2772261" y="74997"/>
                  <a:pt x="2774940" y="76349"/>
                  <a:pt x="2778463" y="76349"/>
                </a:cubicBezTo>
                <a:cubicBezTo>
                  <a:pt x="2782035" y="76349"/>
                  <a:pt x="2784738" y="74997"/>
                  <a:pt x="2786574" y="72293"/>
                </a:cubicBezTo>
                <a:cubicBezTo>
                  <a:pt x="2788410" y="69589"/>
                  <a:pt x="2789327" y="65608"/>
                  <a:pt x="2789327" y="60350"/>
                </a:cubicBezTo>
                <a:cubicBezTo>
                  <a:pt x="2789327" y="55091"/>
                  <a:pt x="2788410" y="51110"/>
                  <a:pt x="2786574" y="48406"/>
                </a:cubicBezTo>
                <a:cubicBezTo>
                  <a:pt x="2784738" y="45703"/>
                  <a:pt x="2782059" y="44351"/>
                  <a:pt x="2778537" y="44351"/>
                </a:cubicBezTo>
                <a:close/>
                <a:moveTo>
                  <a:pt x="2644741" y="44351"/>
                </a:moveTo>
                <a:cubicBezTo>
                  <a:pt x="2641566" y="44351"/>
                  <a:pt x="2639098" y="45430"/>
                  <a:pt x="2637336" y="47588"/>
                </a:cubicBezTo>
                <a:cubicBezTo>
                  <a:pt x="2635576" y="49746"/>
                  <a:pt x="2634520" y="52958"/>
                  <a:pt x="2634174" y="57224"/>
                </a:cubicBezTo>
                <a:lnTo>
                  <a:pt x="2655307" y="57224"/>
                </a:lnTo>
                <a:cubicBezTo>
                  <a:pt x="2655258" y="53156"/>
                  <a:pt x="2654302" y="49994"/>
                  <a:pt x="2652442" y="47737"/>
                </a:cubicBezTo>
                <a:cubicBezTo>
                  <a:pt x="2650582" y="45479"/>
                  <a:pt x="2648015" y="44351"/>
                  <a:pt x="2644741" y="44351"/>
                </a:cubicBezTo>
                <a:close/>
                <a:moveTo>
                  <a:pt x="2197512" y="44351"/>
                </a:moveTo>
                <a:cubicBezTo>
                  <a:pt x="2193940" y="44351"/>
                  <a:pt x="2191237" y="45703"/>
                  <a:pt x="2189401" y="48406"/>
                </a:cubicBezTo>
                <a:cubicBezTo>
                  <a:pt x="2187565" y="51110"/>
                  <a:pt x="2186647" y="55091"/>
                  <a:pt x="2186647" y="60350"/>
                </a:cubicBezTo>
                <a:cubicBezTo>
                  <a:pt x="2186647" y="65608"/>
                  <a:pt x="2187565" y="69589"/>
                  <a:pt x="2189401" y="72293"/>
                </a:cubicBezTo>
                <a:cubicBezTo>
                  <a:pt x="2191237" y="74997"/>
                  <a:pt x="2193916" y="76349"/>
                  <a:pt x="2197438" y="76349"/>
                </a:cubicBezTo>
                <a:cubicBezTo>
                  <a:pt x="2201010" y="76349"/>
                  <a:pt x="2203713" y="74997"/>
                  <a:pt x="2205549" y="72293"/>
                </a:cubicBezTo>
                <a:cubicBezTo>
                  <a:pt x="2207384" y="69589"/>
                  <a:pt x="2208302" y="65608"/>
                  <a:pt x="2208302" y="60350"/>
                </a:cubicBezTo>
                <a:cubicBezTo>
                  <a:pt x="2208302" y="55091"/>
                  <a:pt x="2207384" y="51110"/>
                  <a:pt x="2205549" y="48406"/>
                </a:cubicBezTo>
                <a:cubicBezTo>
                  <a:pt x="2203713" y="45703"/>
                  <a:pt x="2201035" y="44351"/>
                  <a:pt x="2197512" y="44351"/>
                </a:cubicBezTo>
                <a:close/>
                <a:moveTo>
                  <a:pt x="1977991" y="44351"/>
                </a:moveTo>
                <a:cubicBezTo>
                  <a:pt x="1974815" y="44351"/>
                  <a:pt x="1972348" y="45430"/>
                  <a:pt x="1970586" y="47588"/>
                </a:cubicBezTo>
                <a:cubicBezTo>
                  <a:pt x="1968825" y="49746"/>
                  <a:pt x="1967771" y="52958"/>
                  <a:pt x="1967424" y="57224"/>
                </a:cubicBezTo>
                <a:lnTo>
                  <a:pt x="1988558" y="57224"/>
                </a:lnTo>
                <a:cubicBezTo>
                  <a:pt x="1988508" y="53156"/>
                  <a:pt x="1987553" y="49994"/>
                  <a:pt x="1985693" y="47737"/>
                </a:cubicBezTo>
                <a:cubicBezTo>
                  <a:pt x="1983831" y="45479"/>
                  <a:pt x="1981265" y="44351"/>
                  <a:pt x="1977991" y="44351"/>
                </a:cubicBezTo>
                <a:close/>
                <a:moveTo>
                  <a:pt x="1854612" y="44351"/>
                </a:moveTo>
                <a:cubicBezTo>
                  <a:pt x="1851040" y="44351"/>
                  <a:pt x="1848336" y="45703"/>
                  <a:pt x="1846501" y="48406"/>
                </a:cubicBezTo>
                <a:cubicBezTo>
                  <a:pt x="1844665" y="51110"/>
                  <a:pt x="1843748" y="55091"/>
                  <a:pt x="1843748" y="60350"/>
                </a:cubicBezTo>
                <a:cubicBezTo>
                  <a:pt x="1843748" y="65608"/>
                  <a:pt x="1844665" y="69589"/>
                  <a:pt x="1846501" y="72293"/>
                </a:cubicBezTo>
                <a:cubicBezTo>
                  <a:pt x="1848336" y="74997"/>
                  <a:pt x="1851015" y="76349"/>
                  <a:pt x="1854538" y="76349"/>
                </a:cubicBezTo>
                <a:cubicBezTo>
                  <a:pt x="1858109" y="76349"/>
                  <a:pt x="1860814" y="74997"/>
                  <a:pt x="1862649" y="72293"/>
                </a:cubicBezTo>
                <a:cubicBezTo>
                  <a:pt x="1864485" y="69589"/>
                  <a:pt x="1865402" y="65608"/>
                  <a:pt x="1865402" y="60350"/>
                </a:cubicBezTo>
                <a:cubicBezTo>
                  <a:pt x="1865402" y="55091"/>
                  <a:pt x="1864485" y="51110"/>
                  <a:pt x="1862649" y="48406"/>
                </a:cubicBezTo>
                <a:cubicBezTo>
                  <a:pt x="1860814" y="45703"/>
                  <a:pt x="1858134" y="44351"/>
                  <a:pt x="1854612" y="44351"/>
                </a:cubicBezTo>
                <a:close/>
                <a:moveTo>
                  <a:pt x="1549366" y="44351"/>
                </a:moveTo>
                <a:cubicBezTo>
                  <a:pt x="1546191" y="44351"/>
                  <a:pt x="1543723" y="45430"/>
                  <a:pt x="1541961" y="47588"/>
                </a:cubicBezTo>
                <a:cubicBezTo>
                  <a:pt x="1540200" y="49746"/>
                  <a:pt x="1539146" y="52958"/>
                  <a:pt x="1538799" y="57224"/>
                </a:cubicBezTo>
                <a:lnTo>
                  <a:pt x="1559932" y="57224"/>
                </a:lnTo>
                <a:cubicBezTo>
                  <a:pt x="1559883" y="53156"/>
                  <a:pt x="1558928" y="49994"/>
                  <a:pt x="1557067" y="47737"/>
                </a:cubicBezTo>
                <a:cubicBezTo>
                  <a:pt x="1555207" y="45479"/>
                  <a:pt x="1552640" y="44351"/>
                  <a:pt x="1549366" y="44351"/>
                </a:cubicBezTo>
                <a:close/>
                <a:moveTo>
                  <a:pt x="11146993" y="40481"/>
                </a:moveTo>
                <a:lnTo>
                  <a:pt x="11152351" y="40481"/>
                </a:lnTo>
                <a:lnTo>
                  <a:pt x="11152351" y="80218"/>
                </a:lnTo>
                <a:lnTo>
                  <a:pt x="11146993" y="80218"/>
                </a:lnTo>
                <a:close/>
                <a:moveTo>
                  <a:pt x="10717698" y="40481"/>
                </a:moveTo>
                <a:lnTo>
                  <a:pt x="10723056" y="40481"/>
                </a:lnTo>
                <a:lnTo>
                  <a:pt x="10723056" y="68238"/>
                </a:lnTo>
                <a:cubicBezTo>
                  <a:pt x="10723056" y="70768"/>
                  <a:pt x="10723750" y="72690"/>
                  <a:pt x="10725139" y="74005"/>
                </a:cubicBezTo>
                <a:cubicBezTo>
                  <a:pt x="10726529" y="75319"/>
                  <a:pt x="10728562" y="75977"/>
                  <a:pt x="10731241" y="75977"/>
                </a:cubicBezTo>
                <a:cubicBezTo>
                  <a:pt x="10733325" y="75977"/>
                  <a:pt x="10735185" y="75605"/>
                  <a:pt x="10736822" y="74860"/>
                </a:cubicBezTo>
                <a:cubicBezTo>
                  <a:pt x="10738460" y="74116"/>
                  <a:pt x="10739998" y="72926"/>
                  <a:pt x="10741436" y="71289"/>
                </a:cubicBezTo>
                <a:lnTo>
                  <a:pt x="10741436" y="40481"/>
                </a:lnTo>
                <a:lnTo>
                  <a:pt x="10746794" y="40481"/>
                </a:lnTo>
                <a:lnTo>
                  <a:pt x="10746794" y="80218"/>
                </a:lnTo>
                <a:lnTo>
                  <a:pt x="10741808" y="80218"/>
                </a:lnTo>
                <a:lnTo>
                  <a:pt x="10741808" y="75456"/>
                </a:lnTo>
                <a:cubicBezTo>
                  <a:pt x="10738882" y="79276"/>
                  <a:pt x="10734888" y="81186"/>
                  <a:pt x="10729828" y="81186"/>
                </a:cubicBezTo>
                <a:cubicBezTo>
                  <a:pt x="10726008" y="81186"/>
                  <a:pt x="10723031" y="80069"/>
                  <a:pt x="10720898" y="77837"/>
                </a:cubicBezTo>
                <a:cubicBezTo>
                  <a:pt x="10718764" y="75605"/>
                  <a:pt x="10717698" y="72529"/>
                  <a:pt x="10717698" y="68610"/>
                </a:cubicBezTo>
                <a:close/>
                <a:moveTo>
                  <a:pt x="9914324" y="40481"/>
                </a:moveTo>
                <a:lnTo>
                  <a:pt x="9920798" y="40481"/>
                </a:lnTo>
                <a:lnTo>
                  <a:pt x="9930025" y="55587"/>
                </a:lnTo>
                <a:lnTo>
                  <a:pt x="9939625" y="40481"/>
                </a:lnTo>
                <a:lnTo>
                  <a:pt x="9945950" y="40481"/>
                </a:lnTo>
                <a:lnTo>
                  <a:pt x="9933002" y="59829"/>
                </a:lnTo>
                <a:lnTo>
                  <a:pt x="9946099" y="80218"/>
                </a:lnTo>
                <a:lnTo>
                  <a:pt x="9939625" y="80218"/>
                </a:lnTo>
                <a:lnTo>
                  <a:pt x="9929802" y="64368"/>
                </a:lnTo>
                <a:lnTo>
                  <a:pt x="9920128" y="80218"/>
                </a:lnTo>
                <a:lnTo>
                  <a:pt x="9913803" y="80218"/>
                </a:lnTo>
                <a:lnTo>
                  <a:pt x="9926900" y="60126"/>
                </a:lnTo>
                <a:close/>
                <a:moveTo>
                  <a:pt x="9660423" y="40481"/>
                </a:moveTo>
                <a:lnTo>
                  <a:pt x="9665781" y="40481"/>
                </a:lnTo>
                <a:lnTo>
                  <a:pt x="9665781" y="68238"/>
                </a:lnTo>
                <a:cubicBezTo>
                  <a:pt x="9665781" y="70768"/>
                  <a:pt x="9666476" y="72690"/>
                  <a:pt x="9667864" y="74005"/>
                </a:cubicBezTo>
                <a:cubicBezTo>
                  <a:pt x="9669253" y="75319"/>
                  <a:pt x="9671287" y="75977"/>
                  <a:pt x="9673966" y="75977"/>
                </a:cubicBezTo>
                <a:cubicBezTo>
                  <a:pt x="9676050" y="75977"/>
                  <a:pt x="9677910" y="75605"/>
                  <a:pt x="9679547" y="74860"/>
                </a:cubicBezTo>
                <a:cubicBezTo>
                  <a:pt x="9681185" y="74116"/>
                  <a:pt x="9682722" y="72926"/>
                  <a:pt x="9684161" y="71289"/>
                </a:cubicBezTo>
                <a:lnTo>
                  <a:pt x="9684161" y="40481"/>
                </a:lnTo>
                <a:lnTo>
                  <a:pt x="9689519" y="40481"/>
                </a:lnTo>
                <a:lnTo>
                  <a:pt x="9689519" y="80218"/>
                </a:lnTo>
                <a:lnTo>
                  <a:pt x="9684533" y="80218"/>
                </a:lnTo>
                <a:lnTo>
                  <a:pt x="9684533" y="75456"/>
                </a:lnTo>
                <a:cubicBezTo>
                  <a:pt x="9681606" y="79276"/>
                  <a:pt x="9677613" y="81186"/>
                  <a:pt x="9672553" y="81186"/>
                </a:cubicBezTo>
                <a:cubicBezTo>
                  <a:pt x="9668732" y="81186"/>
                  <a:pt x="9665756" y="80069"/>
                  <a:pt x="9663623" y="77837"/>
                </a:cubicBezTo>
                <a:cubicBezTo>
                  <a:pt x="9661490" y="75605"/>
                  <a:pt x="9660423" y="72529"/>
                  <a:pt x="9660423" y="68610"/>
                </a:cubicBezTo>
                <a:close/>
                <a:moveTo>
                  <a:pt x="9527743" y="40481"/>
                </a:moveTo>
                <a:lnTo>
                  <a:pt x="9533101" y="40481"/>
                </a:lnTo>
                <a:lnTo>
                  <a:pt x="9533101" y="80218"/>
                </a:lnTo>
                <a:lnTo>
                  <a:pt x="9527743" y="80218"/>
                </a:lnTo>
                <a:close/>
                <a:moveTo>
                  <a:pt x="9465979" y="40481"/>
                </a:moveTo>
                <a:lnTo>
                  <a:pt x="9471783" y="40481"/>
                </a:lnTo>
                <a:lnTo>
                  <a:pt x="9480787" y="74265"/>
                </a:lnTo>
                <a:lnTo>
                  <a:pt x="9489643" y="40481"/>
                </a:lnTo>
                <a:lnTo>
                  <a:pt x="9495298" y="40481"/>
                </a:lnTo>
                <a:lnTo>
                  <a:pt x="9504228" y="74265"/>
                </a:lnTo>
                <a:lnTo>
                  <a:pt x="9513158" y="40481"/>
                </a:lnTo>
                <a:lnTo>
                  <a:pt x="9518887" y="40481"/>
                </a:lnTo>
                <a:lnTo>
                  <a:pt x="9507056" y="80218"/>
                </a:lnTo>
                <a:lnTo>
                  <a:pt x="9501103" y="80218"/>
                </a:lnTo>
                <a:lnTo>
                  <a:pt x="9492396" y="48369"/>
                </a:lnTo>
                <a:lnTo>
                  <a:pt x="9483690" y="80218"/>
                </a:lnTo>
                <a:lnTo>
                  <a:pt x="9477737" y="80218"/>
                </a:lnTo>
                <a:close/>
                <a:moveTo>
                  <a:pt x="9213418" y="40481"/>
                </a:moveTo>
                <a:lnTo>
                  <a:pt x="9218776" y="40481"/>
                </a:lnTo>
                <a:lnTo>
                  <a:pt x="9218776" y="80218"/>
                </a:lnTo>
                <a:lnTo>
                  <a:pt x="9213418" y="80218"/>
                </a:lnTo>
                <a:close/>
                <a:moveTo>
                  <a:pt x="8904004" y="40481"/>
                </a:moveTo>
                <a:lnTo>
                  <a:pt x="8909808" y="40481"/>
                </a:lnTo>
                <a:lnTo>
                  <a:pt x="8918812" y="74265"/>
                </a:lnTo>
                <a:lnTo>
                  <a:pt x="8927668" y="40481"/>
                </a:lnTo>
                <a:lnTo>
                  <a:pt x="8933323" y="40481"/>
                </a:lnTo>
                <a:lnTo>
                  <a:pt x="8942253" y="74265"/>
                </a:lnTo>
                <a:lnTo>
                  <a:pt x="8951183" y="40481"/>
                </a:lnTo>
                <a:lnTo>
                  <a:pt x="8956912" y="40481"/>
                </a:lnTo>
                <a:lnTo>
                  <a:pt x="8945081" y="80218"/>
                </a:lnTo>
                <a:lnTo>
                  <a:pt x="8939128" y="80218"/>
                </a:lnTo>
                <a:lnTo>
                  <a:pt x="8930421" y="48369"/>
                </a:lnTo>
                <a:lnTo>
                  <a:pt x="8921715" y="80218"/>
                </a:lnTo>
                <a:lnTo>
                  <a:pt x="8915761" y="80218"/>
                </a:lnTo>
                <a:close/>
                <a:moveTo>
                  <a:pt x="8822893" y="40481"/>
                </a:moveTo>
                <a:lnTo>
                  <a:pt x="8828251" y="40481"/>
                </a:lnTo>
                <a:lnTo>
                  <a:pt x="8828251" y="80218"/>
                </a:lnTo>
                <a:lnTo>
                  <a:pt x="8822893" y="80218"/>
                </a:lnTo>
                <a:close/>
                <a:moveTo>
                  <a:pt x="8651443" y="40481"/>
                </a:moveTo>
                <a:lnTo>
                  <a:pt x="8656801" y="40481"/>
                </a:lnTo>
                <a:lnTo>
                  <a:pt x="8656801" y="80218"/>
                </a:lnTo>
                <a:lnTo>
                  <a:pt x="8651443" y="80218"/>
                </a:lnTo>
                <a:close/>
                <a:moveTo>
                  <a:pt x="8098993" y="40481"/>
                </a:moveTo>
                <a:lnTo>
                  <a:pt x="8104351" y="40481"/>
                </a:lnTo>
                <a:lnTo>
                  <a:pt x="8104351" y="80218"/>
                </a:lnTo>
                <a:lnTo>
                  <a:pt x="8098993" y="80218"/>
                </a:lnTo>
                <a:close/>
                <a:moveTo>
                  <a:pt x="7918018" y="40481"/>
                </a:moveTo>
                <a:lnTo>
                  <a:pt x="7923376" y="40481"/>
                </a:lnTo>
                <a:lnTo>
                  <a:pt x="7923376" y="80218"/>
                </a:lnTo>
                <a:lnTo>
                  <a:pt x="7918018" y="80218"/>
                </a:lnTo>
                <a:close/>
                <a:moveTo>
                  <a:pt x="7603023" y="40481"/>
                </a:moveTo>
                <a:lnTo>
                  <a:pt x="7608381" y="40481"/>
                </a:lnTo>
                <a:lnTo>
                  <a:pt x="7608381" y="68238"/>
                </a:lnTo>
                <a:cubicBezTo>
                  <a:pt x="7608381" y="70768"/>
                  <a:pt x="7609076" y="72690"/>
                  <a:pt x="7610465" y="74005"/>
                </a:cubicBezTo>
                <a:cubicBezTo>
                  <a:pt x="7611854" y="75319"/>
                  <a:pt x="7613888" y="75977"/>
                  <a:pt x="7616567" y="75977"/>
                </a:cubicBezTo>
                <a:cubicBezTo>
                  <a:pt x="7618650" y="75977"/>
                  <a:pt x="7620511" y="75605"/>
                  <a:pt x="7622148" y="74860"/>
                </a:cubicBezTo>
                <a:cubicBezTo>
                  <a:pt x="7623785" y="74116"/>
                  <a:pt x="7625322" y="72926"/>
                  <a:pt x="7626761" y="71289"/>
                </a:cubicBezTo>
                <a:lnTo>
                  <a:pt x="7626761" y="40481"/>
                </a:lnTo>
                <a:lnTo>
                  <a:pt x="7632119" y="40481"/>
                </a:lnTo>
                <a:lnTo>
                  <a:pt x="7632119" y="80218"/>
                </a:lnTo>
                <a:lnTo>
                  <a:pt x="7627133" y="80218"/>
                </a:lnTo>
                <a:lnTo>
                  <a:pt x="7627133" y="75456"/>
                </a:lnTo>
                <a:cubicBezTo>
                  <a:pt x="7624206" y="79276"/>
                  <a:pt x="7620213" y="81186"/>
                  <a:pt x="7615153" y="81186"/>
                </a:cubicBezTo>
                <a:cubicBezTo>
                  <a:pt x="7611333" y="81186"/>
                  <a:pt x="7608356" y="80069"/>
                  <a:pt x="7606223" y="77837"/>
                </a:cubicBezTo>
                <a:cubicBezTo>
                  <a:pt x="7604090" y="75605"/>
                  <a:pt x="7603023" y="72529"/>
                  <a:pt x="7603023" y="68610"/>
                </a:cubicBezTo>
                <a:close/>
                <a:moveTo>
                  <a:pt x="7202973" y="40481"/>
                </a:moveTo>
                <a:lnTo>
                  <a:pt x="7208331" y="40481"/>
                </a:lnTo>
                <a:lnTo>
                  <a:pt x="7208331" y="68238"/>
                </a:lnTo>
                <a:cubicBezTo>
                  <a:pt x="7208331" y="70768"/>
                  <a:pt x="7209026" y="72690"/>
                  <a:pt x="7210415" y="74005"/>
                </a:cubicBezTo>
                <a:cubicBezTo>
                  <a:pt x="7211804" y="75319"/>
                  <a:pt x="7213838" y="75977"/>
                  <a:pt x="7216517" y="75977"/>
                </a:cubicBezTo>
                <a:cubicBezTo>
                  <a:pt x="7218600" y="75977"/>
                  <a:pt x="7220461" y="75605"/>
                  <a:pt x="7222098" y="74860"/>
                </a:cubicBezTo>
                <a:cubicBezTo>
                  <a:pt x="7223735" y="74116"/>
                  <a:pt x="7225272" y="72926"/>
                  <a:pt x="7226711" y="71289"/>
                </a:cubicBezTo>
                <a:lnTo>
                  <a:pt x="7226711" y="40481"/>
                </a:lnTo>
                <a:lnTo>
                  <a:pt x="7232069" y="40481"/>
                </a:lnTo>
                <a:lnTo>
                  <a:pt x="7232069" y="80218"/>
                </a:lnTo>
                <a:lnTo>
                  <a:pt x="7227083" y="80218"/>
                </a:lnTo>
                <a:lnTo>
                  <a:pt x="7227083" y="75456"/>
                </a:lnTo>
                <a:cubicBezTo>
                  <a:pt x="7224157" y="79276"/>
                  <a:pt x="7220163" y="81186"/>
                  <a:pt x="7215103" y="81186"/>
                </a:cubicBezTo>
                <a:cubicBezTo>
                  <a:pt x="7211283" y="81186"/>
                  <a:pt x="7208307" y="80069"/>
                  <a:pt x="7206173" y="77837"/>
                </a:cubicBezTo>
                <a:cubicBezTo>
                  <a:pt x="7204040" y="75605"/>
                  <a:pt x="7202973" y="72529"/>
                  <a:pt x="7202973" y="68610"/>
                </a:cubicBezTo>
                <a:close/>
                <a:moveTo>
                  <a:pt x="6698818" y="40481"/>
                </a:moveTo>
                <a:lnTo>
                  <a:pt x="6704176" y="40481"/>
                </a:lnTo>
                <a:lnTo>
                  <a:pt x="6704176" y="80218"/>
                </a:lnTo>
                <a:lnTo>
                  <a:pt x="6698818" y="80218"/>
                </a:lnTo>
                <a:close/>
                <a:moveTo>
                  <a:pt x="6432118" y="40481"/>
                </a:moveTo>
                <a:lnTo>
                  <a:pt x="6437476" y="40481"/>
                </a:lnTo>
                <a:lnTo>
                  <a:pt x="6437476" y="80218"/>
                </a:lnTo>
                <a:lnTo>
                  <a:pt x="6432118" y="80218"/>
                </a:lnTo>
                <a:close/>
                <a:moveTo>
                  <a:pt x="6213043" y="40481"/>
                </a:moveTo>
                <a:lnTo>
                  <a:pt x="6218401" y="40481"/>
                </a:lnTo>
                <a:lnTo>
                  <a:pt x="6218401" y="80218"/>
                </a:lnTo>
                <a:lnTo>
                  <a:pt x="6213043" y="80218"/>
                </a:lnTo>
                <a:close/>
                <a:moveTo>
                  <a:pt x="5783749" y="40481"/>
                </a:moveTo>
                <a:lnTo>
                  <a:pt x="5789106" y="40481"/>
                </a:lnTo>
                <a:lnTo>
                  <a:pt x="5789106" y="68238"/>
                </a:lnTo>
                <a:cubicBezTo>
                  <a:pt x="5789106" y="70768"/>
                  <a:pt x="5789801" y="72690"/>
                  <a:pt x="5791190" y="74005"/>
                </a:cubicBezTo>
                <a:cubicBezTo>
                  <a:pt x="5792579" y="75319"/>
                  <a:pt x="5794613" y="75977"/>
                  <a:pt x="5797292" y="75977"/>
                </a:cubicBezTo>
                <a:cubicBezTo>
                  <a:pt x="5799375" y="75977"/>
                  <a:pt x="5801236" y="75605"/>
                  <a:pt x="5802873" y="74860"/>
                </a:cubicBezTo>
                <a:cubicBezTo>
                  <a:pt x="5804510" y="74116"/>
                  <a:pt x="5806047" y="72926"/>
                  <a:pt x="5807487" y="71289"/>
                </a:cubicBezTo>
                <a:lnTo>
                  <a:pt x="5807487" y="40481"/>
                </a:lnTo>
                <a:lnTo>
                  <a:pt x="5812844" y="40481"/>
                </a:lnTo>
                <a:lnTo>
                  <a:pt x="5812844" y="80218"/>
                </a:lnTo>
                <a:lnTo>
                  <a:pt x="5807858" y="80218"/>
                </a:lnTo>
                <a:lnTo>
                  <a:pt x="5807858" y="75456"/>
                </a:lnTo>
                <a:cubicBezTo>
                  <a:pt x="5804931" y="79276"/>
                  <a:pt x="5800938" y="81186"/>
                  <a:pt x="5795878" y="81186"/>
                </a:cubicBezTo>
                <a:cubicBezTo>
                  <a:pt x="5792058" y="81186"/>
                  <a:pt x="5789082" y="80069"/>
                  <a:pt x="5786948" y="77837"/>
                </a:cubicBezTo>
                <a:cubicBezTo>
                  <a:pt x="5784816" y="75605"/>
                  <a:pt x="5783749" y="72529"/>
                  <a:pt x="5783749" y="68610"/>
                </a:cubicBezTo>
                <a:close/>
                <a:moveTo>
                  <a:pt x="5455805" y="40481"/>
                </a:moveTo>
                <a:lnTo>
                  <a:pt x="5461684" y="40481"/>
                </a:lnTo>
                <a:lnTo>
                  <a:pt x="5472697" y="73744"/>
                </a:lnTo>
                <a:lnTo>
                  <a:pt x="5483562" y="40481"/>
                </a:lnTo>
                <a:lnTo>
                  <a:pt x="5489367" y="40481"/>
                </a:lnTo>
                <a:lnTo>
                  <a:pt x="5475228" y="80814"/>
                </a:lnTo>
                <a:cubicBezTo>
                  <a:pt x="5473938" y="84385"/>
                  <a:pt x="5471842" y="87498"/>
                  <a:pt x="5468940" y="90153"/>
                </a:cubicBezTo>
                <a:cubicBezTo>
                  <a:pt x="5466038" y="92807"/>
                  <a:pt x="5462379" y="94927"/>
                  <a:pt x="5457964" y="96515"/>
                </a:cubicBezTo>
                <a:lnTo>
                  <a:pt x="5456029" y="91752"/>
                </a:lnTo>
                <a:cubicBezTo>
                  <a:pt x="5459601" y="90512"/>
                  <a:pt x="5462503" y="88987"/>
                  <a:pt x="5464735" y="87176"/>
                </a:cubicBezTo>
                <a:cubicBezTo>
                  <a:pt x="5466968" y="85365"/>
                  <a:pt x="5468704" y="83170"/>
                  <a:pt x="5469944" y="80590"/>
                </a:cubicBezTo>
                <a:close/>
                <a:moveTo>
                  <a:pt x="5022418" y="40481"/>
                </a:moveTo>
                <a:lnTo>
                  <a:pt x="5027776" y="40481"/>
                </a:lnTo>
                <a:lnTo>
                  <a:pt x="5027776" y="80218"/>
                </a:lnTo>
                <a:lnTo>
                  <a:pt x="5022418" y="80218"/>
                </a:lnTo>
                <a:close/>
                <a:moveTo>
                  <a:pt x="4908119" y="40481"/>
                </a:moveTo>
                <a:lnTo>
                  <a:pt x="4913476" y="40481"/>
                </a:lnTo>
                <a:lnTo>
                  <a:pt x="4913476" y="80218"/>
                </a:lnTo>
                <a:lnTo>
                  <a:pt x="4908119" y="80218"/>
                </a:lnTo>
                <a:close/>
                <a:moveTo>
                  <a:pt x="4798729" y="40481"/>
                </a:moveTo>
                <a:lnTo>
                  <a:pt x="4804534" y="40481"/>
                </a:lnTo>
                <a:lnTo>
                  <a:pt x="4813538" y="74265"/>
                </a:lnTo>
                <a:lnTo>
                  <a:pt x="4822393" y="40481"/>
                </a:lnTo>
                <a:lnTo>
                  <a:pt x="4828048" y="40481"/>
                </a:lnTo>
                <a:lnTo>
                  <a:pt x="4836979" y="74265"/>
                </a:lnTo>
                <a:lnTo>
                  <a:pt x="4845908" y="40481"/>
                </a:lnTo>
                <a:lnTo>
                  <a:pt x="4851638" y="40481"/>
                </a:lnTo>
                <a:lnTo>
                  <a:pt x="4839806" y="80218"/>
                </a:lnTo>
                <a:lnTo>
                  <a:pt x="4833853" y="80218"/>
                </a:lnTo>
                <a:lnTo>
                  <a:pt x="4825147" y="48369"/>
                </a:lnTo>
                <a:lnTo>
                  <a:pt x="4816440" y="80218"/>
                </a:lnTo>
                <a:lnTo>
                  <a:pt x="4810487" y="80218"/>
                </a:lnTo>
                <a:close/>
                <a:moveTo>
                  <a:pt x="4679518" y="40481"/>
                </a:moveTo>
                <a:lnTo>
                  <a:pt x="4684876" y="40481"/>
                </a:lnTo>
                <a:lnTo>
                  <a:pt x="4684876" y="80218"/>
                </a:lnTo>
                <a:lnTo>
                  <a:pt x="4679518" y="80218"/>
                </a:lnTo>
                <a:close/>
                <a:moveTo>
                  <a:pt x="4384243" y="40481"/>
                </a:moveTo>
                <a:lnTo>
                  <a:pt x="4389601" y="40481"/>
                </a:lnTo>
                <a:lnTo>
                  <a:pt x="4389601" y="80218"/>
                </a:lnTo>
                <a:lnTo>
                  <a:pt x="4384243" y="80218"/>
                </a:lnTo>
                <a:close/>
                <a:moveTo>
                  <a:pt x="4288993" y="40481"/>
                </a:moveTo>
                <a:lnTo>
                  <a:pt x="4294351" y="40481"/>
                </a:lnTo>
                <a:lnTo>
                  <a:pt x="4294351" y="80218"/>
                </a:lnTo>
                <a:lnTo>
                  <a:pt x="4288993" y="80218"/>
                </a:lnTo>
                <a:close/>
                <a:moveTo>
                  <a:pt x="4117543" y="40481"/>
                </a:moveTo>
                <a:lnTo>
                  <a:pt x="4122901" y="40481"/>
                </a:lnTo>
                <a:lnTo>
                  <a:pt x="4122901" y="80218"/>
                </a:lnTo>
                <a:lnTo>
                  <a:pt x="4117543" y="80218"/>
                </a:lnTo>
                <a:close/>
                <a:moveTo>
                  <a:pt x="3241244" y="40481"/>
                </a:moveTo>
                <a:lnTo>
                  <a:pt x="3246601" y="40481"/>
                </a:lnTo>
                <a:lnTo>
                  <a:pt x="3246601" y="80218"/>
                </a:lnTo>
                <a:lnTo>
                  <a:pt x="3241244" y="80218"/>
                </a:lnTo>
                <a:close/>
                <a:moveTo>
                  <a:pt x="2850719" y="40481"/>
                </a:moveTo>
                <a:lnTo>
                  <a:pt x="2856076" y="40481"/>
                </a:lnTo>
                <a:lnTo>
                  <a:pt x="2856076" y="80218"/>
                </a:lnTo>
                <a:lnTo>
                  <a:pt x="2850719" y="80218"/>
                </a:lnTo>
                <a:close/>
                <a:moveTo>
                  <a:pt x="2421424" y="40481"/>
                </a:moveTo>
                <a:lnTo>
                  <a:pt x="2426781" y="40481"/>
                </a:lnTo>
                <a:lnTo>
                  <a:pt x="2426781" y="68238"/>
                </a:lnTo>
                <a:cubicBezTo>
                  <a:pt x="2426781" y="70768"/>
                  <a:pt x="2427477" y="72690"/>
                  <a:pt x="2428865" y="74005"/>
                </a:cubicBezTo>
                <a:cubicBezTo>
                  <a:pt x="2430255" y="75319"/>
                  <a:pt x="2432289" y="75977"/>
                  <a:pt x="2434967" y="75977"/>
                </a:cubicBezTo>
                <a:cubicBezTo>
                  <a:pt x="2437051" y="75977"/>
                  <a:pt x="2438911" y="75605"/>
                  <a:pt x="2440548" y="74860"/>
                </a:cubicBezTo>
                <a:cubicBezTo>
                  <a:pt x="2442185" y="74116"/>
                  <a:pt x="2443724" y="72926"/>
                  <a:pt x="2445162" y="71289"/>
                </a:cubicBezTo>
                <a:lnTo>
                  <a:pt x="2445162" y="40481"/>
                </a:lnTo>
                <a:lnTo>
                  <a:pt x="2450520" y="40481"/>
                </a:lnTo>
                <a:lnTo>
                  <a:pt x="2450520" y="80218"/>
                </a:lnTo>
                <a:lnTo>
                  <a:pt x="2445534" y="80218"/>
                </a:lnTo>
                <a:lnTo>
                  <a:pt x="2445534" y="75456"/>
                </a:lnTo>
                <a:cubicBezTo>
                  <a:pt x="2442607" y="79276"/>
                  <a:pt x="2438613" y="81186"/>
                  <a:pt x="2433553" y="81186"/>
                </a:cubicBezTo>
                <a:cubicBezTo>
                  <a:pt x="2429734" y="81186"/>
                  <a:pt x="2426757" y="80069"/>
                  <a:pt x="2424624" y="77837"/>
                </a:cubicBezTo>
                <a:cubicBezTo>
                  <a:pt x="2422491" y="75605"/>
                  <a:pt x="2421424" y="72529"/>
                  <a:pt x="2421424" y="68610"/>
                </a:cubicBezTo>
                <a:close/>
                <a:moveTo>
                  <a:pt x="2093481" y="40481"/>
                </a:moveTo>
                <a:lnTo>
                  <a:pt x="2099360" y="40481"/>
                </a:lnTo>
                <a:lnTo>
                  <a:pt x="2110373" y="73744"/>
                </a:lnTo>
                <a:lnTo>
                  <a:pt x="2121237" y="40481"/>
                </a:lnTo>
                <a:lnTo>
                  <a:pt x="2127042" y="40481"/>
                </a:lnTo>
                <a:lnTo>
                  <a:pt x="2112903" y="80814"/>
                </a:lnTo>
                <a:cubicBezTo>
                  <a:pt x="2111613" y="84385"/>
                  <a:pt x="2109517" y="87498"/>
                  <a:pt x="2106615" y="90153"/>
                </a:cubicBezTo>
                <a:cubicBezTo>
                  <a:pt x="2103713" y="92807"/>
                  <a:pt x="2100054" y="94927"/>
                  <a:pt x="2095639" y="96515"/>
                </a:cubicBezTo>
                <a:lnTo>
                  <a:pt x="2093704" y="91752"/>
                </a:lnTo>
                <a:cubicBezTo>
                  <a:pt x="2097276" y="90512"/>
                  <a:pt x="2100178" y="88987"/>
                  <a:pt x="2102410" y="87176"/>
                </a:cubicBezTo>
                <a:cubicBezTo>
                  <a:pt x="2104643" y="85365"/>
                  <a:pt x="2106380" y="83170"/>
                  <a:pt x="2107620" y="80590"/>
                </a:cubicBezTo>
                <a:close/>
                <a:moveTo>
                  <a:pt x="1945844" y="40481"/>
                </a:moveTo>
                <a:lnTo>
                  <a:pt x="1951202" y="40481"/>
                </a:lnTo>
                <a:lnTo>
                  <a:pt x="1951202" y="80218"/>
                </a:lnTo>
                <a:lnTo>
                  <a:pt x="1945844" y="80218"/>
                </a:lnTo>
                <a:close/>
                <a:moveTo>
                  <a:pt x="1698193" y="40481"/>
                </a:moveTo>
                <a:lnTo>
                  <a:pt x="1703552" y="40481"/>
                </a:lnTo>
                <a:lnTo>
                  <a:pt x="1703552" y="80218"/>
                </a:lnTo>
                <a:lnTo>
                  <a:pt x="1698193" y="80218"/>
                </a:lnTo>
                <a:close/>
                <a:moveTo>
                  <a:pt x="1602943" y="40481"/>
                </a:moveTo>
                <a:lnTo>
                  <a:pt x="1608302" y="40481"/>
                </a:lnTo>
                <a:lnTo>
                  <a:pt x="1608302" y="80218"/>
                </a:lnTo>
                <a:lnTo>
                  <a:pt x="1602943" y="80218"/>
                </a:lnTo>
                <a:close/>
                <a:moveTo>
                  <a:pt x="1326719" y="40481"/>
                </a:moveTo>
                <a:lnTo>
                  <a:pt x="1332076" y="40481"/>
                </a:lnTo>
                <a:lnTo>
                  <a:pt x="1332076" y="80218"/>
                </a:lnTo>
                <a:lnTo>
                  <a:pt x="1326719" y="80218"/>
                </a:lnTo>
                <a:close/>
                <a:moveTo>
                  <a:pt x="11048394" y="39663"/>
                </a:moveTo>
                <a:cubicBezTo>
                  <a:pt x="11050130" y="39663"/>
                  <a:pt x="11051793" y="39985"/>
                  <a:pt x="11053380" y="40630"/>
                </a:cubicBezTo>
                <a:lnTo>
                  <a:pt x="11052115" y="45913"/>
                </a:lnTo>
                <a:cubicBezTo>
                  <a:pt x="11050230" y="45368"/>
                  <a:pt x="11048493" y="45095"/>
                  <a:pt x="11046906" y="45095"/>
                </a:cubicBezTo>
                <a:cubicBezTo>
                  <a:pt x="11044971" y="45095"/>
                  <a:pt x="11043272" y="45516"/>
                  <a:pt x="11041808" y="46360"/>
                </a:cubicBezTo>
                <a:cubicBezTo>
                  <a:pt x="11040345" y="47203"/>
                  <a:pt x="11039042" y="48493"/>
                  <a:pt x="11037902" y="50229"/>
                </a:cubicBezTo>
                <a:lnTo>
                  <a:pt x="11037902" y="80218"/>
                </a:lnTo>
                <a:lnTo>
                  <a:pt x="11032544" y="80218"/>
                </a:lnTo>
                <a:lnTo>
                  <a:pt x="11032544" y="40481"/>
                </a:lnTo>
                <a:lnTo>
                  <a:pt x="11037530" y="40481"/>
                </a:lnTo>
                <a:lnTo>
                  <a:pt x="11037530" y="45988"/>
                </a:lnTo>
                <a:cubicBezTo>
                  <a:pt x="11040407" y="41771"/>
                  <a:pt x="11044028" y="39663"/>
                  <a:pt x="11048394" y="39663"/>
                </a:cubicBezTo>
                <a:close/>
                <a:moveTo>
                  <a:pt x="10010169" y="39663"/>
                </a:moveTo>
                <a:cubicBezTo>
                  <a:pt x="10011905" y="39663"/>
                  <a:pt x="10013568" y="39985"/>
                  <a:pt x="10015155" y="40630"/>
                </a:cubicBezTo>
                <a:lnTo>
                  <a:pt x="10013890" y="45913"/>
                </a:lnTo>
                <a:cubicBezTo>
                  <a:pt x="10012005" y="45368"/>
                  <a:pt x="10010268" y="45095"/>
                  <a:pt x="10008681" y="45095"/>
                </a:cubicBezTo>
                <a:cubicBezTo>
                  <a:pt x="10006746" y="45095"/>
                  <a:pt x="10005047" y="45516"/>
                  <a:pt x="10003583" y="46360"/>
                </a:cubicBezTo>
                <a:cubicBezTo>
                  <a:pt x="10002120" y="47203"/>
                  <a:pt x="10000817" y="48493"/>
                  <a:pt x="9999677" y="50229"/>
                </a:cubicBezTo>
                <a:lnTo>
                  <a:pt x="9999677" y="80218"/>
                </a:lnTo>
                <a:lnTo>
                  <a:pt x="9994319" y="80218"/>
                </a:lnTo>
                <a:lnTo>
                  <a:pt x="9994319" y="40481"/>
                </a:lnTo>
                <a:lnTo>
                  <a:pt x="9999305" y="40481"/>
                </a:lnTo>
                <a:lnTo>
                  <a:pt x="9999305" y="45988"/>
                </a:lnTo>
                <a:cubicBezTo>
                  <a:pt x="10002182" y="41771"/>
                  <a:pt x="10005803" y="39663"/>
                  <a:pt x="10010169" y="39663"/>
                </a:cubicBezTo>
                <a:close/>
                <a:moveTo>
                  <a:pt x="9391044" y="39663"/>
                </a:moveTo>
                <a:cubicBezTo>
                  <a:pt x="9392780" y="39663"/>
                  <a:pt x="9394443" y="39985"/>
                  <a:pt x="9396030" y="40630"/>
                </a:cubicBezTo>
                <a:lnTo>
                  <a:pt x="9394765" y="45913"/>
                </a:lnTo>
                <a:cubicBezTo>
                  <a:pt x="9392880" y="45368"/>
                  <a:pt x="9391143" y="45095"/>
                  <a:pt x="9389556" y="45095"/>
                </a:cubicBezTo>
                <a:cubicBezTo>
                  <a:pt x="9387621" y="45095"/>
                  <a:pt x="9385922" y="45516"/>
                  <a:pt x="9384458" y="46360"/>
                </a:cubicBezTo>
                <a:cubicBezTo>
                  <a:pt x="9382995" y="47203"/>
                  <a:pt x="9381692" y="48493"/>
                  <a:pt x="9380552" y="50229"/>
                </a:cubicBezTo>
                <a:lnTo>
                  <a:pt x="9380552" y="80218"/>
                </a:lnTo>
                <a:lnTo>
                  <a:pt x="9375194" y="80218"/>
                </a:lnTo>
                <a:lnTo>
                  <a:pt x="9375194" y="40481"/>
                </a:lnTo>
                <a:lnTo>
                  <a:pt x="9380180" y="40481"/>
                </a:lnTo>
                <a:lnTo>
                  <a:pt x="9380180" y="45988"/>
                </a:lnTo>
                <a:cubicBezTo>
                  <a:pt x="9383057" y="41771"/>
                  <a:pt x="9386678" y="39663"/>
                  <a:pt x="9391044" y="39663"/>
                </a:cubicBezTo>
                <a:close/>
                <a:moveTo>
                  <a:pt x="9181494" y="39663"/>
                </a:moveTo>
                <a:cubicBezTo>
                  <a:pt x="9183230" y="39663"/>
                  <a:pt x="9184893" y="39985"/>
                  <a:pt x="9186480" y="40630"/>
                </a:cubicBezTo>
                <a:lnTo>
                  <a:pt x="9185215" y="45913"/>
                </a:lnTo>
                <a:cubicBezTo>
                  <a:pt x="9183330" y="45368"/>
                  <a:pt x="9181593" y="45095"/>
                  <a:pt x="9180006" y="45095"/>
                </a:cubicBezTo>
                <a:cubicBezTo>
                  <a:pt x="9178071" y="45095"/>
                  <a:pt x="9176372" y="45516"/>
                  <a:pt x="9174908" y="46360"/>
                </a:cubicBezTo>
                <a:cubicBezTo>
                  <a:pt x="9173445" y="47203"/>
                  <a:pt x="9172142" y="48493"/>
                  <a:pt x="9171002" y="50229"/>
                </a:cubicBezTo>
                <a:lnTo>
                  <a:pt x="9171002" y="80218"/>
                </a:lnTo>
                <a:lnTo>
                  <a:pt x="9165644" y="80218"/>
                </a:lnTo>
                <a:lnTo>
                  <a:pt x="9165644" y="40481"/>
                </a:lnTo>
                <a:lnTo>
                  <a:pt x="9170630" y="40481"/>
                </a:lnTo>
                <a:lnTo>
                  <a:pt x="9170630" y="45988"/>
                </a:lnTo>
                <a:cubicBezTo>
                  <a:pt x="9173507" y="41771"/>
                  <a:pt x="9177128" y="39663"/>
                  <a:pt x="9181494" y="39663"/>
                </a:cubicBezTo>
                <a:close/>
                <a:moveTo>
                  <a:pt x="8448069" y="39663"/>
                </a:moveTo>
                <a:cubicBezTo>
                  <a:pt x="8449805" y="39663"/>
                  <a:pt x="8451468" y="39985"/>
                  <a:pt x="8453055" y="40630"/>
                </a:cubicBezTo>
                <a:lnTo>
                  <a:pt x="8451790" y="45913"/>
                </a:lnTo>
                <a:cubicBezTo>
                  <a:pt x="8449905" y="45368"/>
                  <a:pt x="8448168" y="45095"/>
                  <a:pt x="8446581" y="45095"/>
                </a:cubicBezTo>
                <a:cubicBezTo>
                  <a:pt x="8444646" y="45095"/>
                  <a:pt x="8442947" y="45516"/>
                  <a:pt x="8441483" y="46360"/>
                </a:cubicBezTo>
                <a:cubicBezTo>
                  <a:pt x="8440020" y="47203"/>
                  <a:pt x="8438717" y="48493"/>
                  <a:pt x="8437577" y="50229"/>
                </a:cubicBezTo>
                <a:lnTo>
                  <a:pt x="8437577" y="80218"/>
                </a:lnTo>
                <a:lnTo>
                  <a:pt x="8432219" y="80218"/>
                </a:lnTo>
                <a:lnTo>
                  <a:pt x="8432219" y="40481"/>
                </a:lnTo>
                <a:lnTo>
                  <a:pt x="8437205" y="40481"/>
                </a:lnTo>
                <a:lnTo>
                  <a:pt x="8437205" y="45988"/>
                </a:lnTo>
                <a:cubicBezTo>
                  <a:pt x="8440082" y="41771"/>
                  <a:pt x="8443703" y="39663"/>
                  <a:pt x="8448069" y="39663"/>
                </a:cubicBezTo>
                <a:close/>
                <a:moveTo>
                  <a:pt x="7514619" y="39663"/>
                </a:moveTo>
                <a:cubicBezTo>
                  <a:pt x="7516356" y="39663"/>
                  <a:pt x="7518017" y="39985"/>
                  <a:pt x="7519605" y="40630"/>
                </a:cubicBezTo>
                <a:lnTo>
                  <a:pt x="7518340" y="45913"/>
                </a:lnTo>
                <a:cubicBezTo>
                  <a:pt x="7516455" y="45368"/>
                  <a:pt x="7514719" y="45095"/>
                  <a:pt x="7513131" y="45095"/>
                </a:cubicBezTo>
                <a:cubicBezTo>
                  <a:pt x="7511196" y="45095"/>
                  <a:pt x="7509497" y="45516"/>
                  <a:pt x="7508034" y="46360"/>
                </a:cubicBezTo>
                <a:cubicBezTo>
                  <a:pt x="7506570" y="47203"/>
                  <a:pt x="7505268" y="48493"/>
                  <a:pt x="7504127" y="50229"/>
                </a:cubicBezTo>
                <a:lnTo>
                  <a:pt x="7504127" y="80218"/>
                </a:lnTo>
                <a:lnTo>
                  <a:pt x="7498769" y="80218"/>
                </a:lnTo>
                <a:lnTo>
                  <a:pt x="7498769" y="40481"/>
                </a:lnTo>
                <a:lnTo>
                  <a:pt x="7503755" y="40481"/>
                </a:lnTo>
                <a:lnTo>
                  <a:pt x="7503755" y="45988"/>
                </a:lnTo>
                <a:cubicBezTo>
                  <a:pt x="7506632" y="41771"/>
                  <a:pt x="7510254" y="39663"/>
                  <a:pt x="7514619" y="39663"/>
                </a:cubicBezTo>
                <a:close/>
                <a:moveTo>
                  <a:pt x="7409844" y="39663"/>
                </a:moveTo>
                <a:cubicBezTo>
                  <a:pt x="7411581" y="39663"/>
                  <a:pt x="7413242" y="39985"/>
                  <a:pt x="7414830" y="40630"/>
                </a:cubicBezTo>
                <a:lnTo>
                  <a:pt x="7413565" y="45913"/>
                </a:lnTo>
                <a:cubicBezTo>
                  <a:pt x="7411680" y="45368"/>
                  <a:pt x="7409944" y="45095"/>
                  <a:pt x="7408356" y="45095"/>
                </a:cubicBezTo>
                <a:cubicBezTo>
                  <a:pt x="7406421" y="45095"/>
                  <a:pt x="7404722" y="45516"/>
                  <a:pt x="7403259" y="46360"/>
                </a:cubicBezTo>
                <a:cubicBezTo>
                  <a:pt x="7401795" y="47203"/>
                  <a:pt x="7400493" y="48493"/>
                  <a:pt x="7399352" y="50229"/>
                </a:cubicBezTo>
                <a:lnTo>
                  <a:pt x="7399352" y="80218"/>
                </a:lnTo>
                <a:lnTo>
                  <a:pt x="7393994" y="80218"/>
                </a:lnTo>
                <a:lnTo>
                  <a:pt x="7393994" y="40481"/>
                </a:lnTo>
                <a:lnTo>
                  <a:pt x="7398980" y="40481"/>
                </a:lnTo>
                <a:lnTo>
                  <a:pt x="7398980" y="45988"/>
                </a:lnTo>
                <a:cubicBezTo>
                  <a:pt x="7401858" y="41771"/>
                  <a:pt x="7405479" y="39663"/>
                  <a:pt x="7409844" y="39663"/>
                </a:cubicBezTo>
                <a:close/>
                <a:moveTo>
                  <a:pt x="6685944" y="39663"/>
                </a:moveTo>
                <a:cubicBezTo>
                  <a:pt x="6687681" y="39663"/>
                  <a:pt x="6689342" y="39985"/>
                  <a:pt x="6690930" y="40630"/>
                </a:cubicBezTo>
                <a:lnTo>
                  <a:pt x="6689665" y="45913"/>
                </a:lnTo>
                <a:cubicBezTo>
                  <a:pt x="6687780" y="45368"/>
                  <a:pt x="6686044" y="45095"/>
                  <a:pt x="6684456" y="45095"/>
                </a:cubicBezTo>
                <a:cubicBezTo>
                  <a:pt x="6682521" y="45095"/>
                  <a:pt x="6680822" y="45516"/>
                  <a:pt x="6679359" y="46360"/>
                </a:cubicBezTo>
                <a:cubicBezTo>
                  <a:pt x="6677895" y="47203"/>
                  <a:pt x="6676593" y="48493"/>
                  <a:pt x="6675452" y="50229"/>
                </a:cubicBezTo>
                <a:lnTo>
                  <a:pt x="6675452" y="80218"/>
                </a:lnTo>
                <a:lnTo>
                  <a:pt x="6670094" y="80218"/>
                </a:lnTo>
                <a:lnTo>
                  <a:pt x="6670094" y="40481"/>
                </a:lnTo>
                <a:lnTo>
                  <a:pt x="6675080" y="40481"/>
                </a:lnTo>
                <a:lnTo>
                  <a:pt x="6675080" y="45988"/>
                </a:lnTo>
                <a:cubicBezTo>
                  <a:pt x="6677958" y="41771"/>
                  <a:pt x="6681579" y="39663"/>
                  <a:pt x="6685944" y="39663"/>
                </a:cubicBezTo>
                <a:close/>
                <a:moveTo>
                  <a:pt x="6114444" y="39663"/>
                </a:moveTo>
                <a:cubicBezTo>
                  <a:pt x="6116181" y="39663"/>
                  <a:pt x="6117843" y="39985"/>
                  <a:pt x="6119430" y="40630"/>
                </a:cubicBezTo>
                <a:lnTo>
                  <a:pt x="6118165" y="45913"/>
                </a:lnTo>
                <a:cubicBezTo>
                  <a:pt x="6116280" y="45368"/>
                  <a:pt x="6114544" y="45095"/>
                  <a:pt x="6112956" y="45095"/>
                </a:cubicBezTo>
                <a:cubicBezTo>
                  <a:pt x="6111021" y="45095"/>
                  <a:pt x="6109322" y="45516"/>
                  <a:pt x="6107859" y="46360"/>
                </a:cubicBezTo>
                <a:cubicBezTo>
                  <a:pt x="6106395" y="47203"/>
                  <a:pt x="6105093" y="48493"/>
                  <a:pt x="6103952" y="50229"/>
                </a:cubicBezTo>
                <a:lnTo>
                  <a:pt x="6103952" y="80218"/>
                </a:lnTo>
                <a:lnTo>
                  <a:pt x="6098594" y="80218"/>
                </a:lnTo>
                <a:lnTo>
                  <a:pt x="6098594" y="40481"/>
                </a:lnTo>
                <a:lnTo>
                  <a:pt x="6103580" y="40481"/>
                </a:lnTo>
                <a:lnTo>
                  <a:pt x="6103580" y="45988"/>
                </a:lnTo>
                <a:cubicBezTo>
                  <a:pt x="6106458" y="41771"/>
                  <a:pt x="6110079" y="39663"/>
                  <a:pt x="6114444" y="39663"/>
                </a:cubicBezTo>
                <a:close/>
                <a:moveTo>
                  <a:pt x="5419119" y="39663"/>
                </a:moveTo>
                <a:cubicBezTo>
                  <a:pt x="5420856" y="39663"/>
                  <a:pt x="5422517" y="39985"/>
                  <a:pt x="5424106" y="40630"/>
                </a:cubicBezTo>
                <a:lnTo>
                  <a:pt x="5422840" y="45913"/>
                </a:lnTo>
                <a:cubicBezTo>
                  <a:pt x="5420955" y="45368"/>
                  <a:pt x="5419219" y="45095"/>
                  <a:pt x="5417631" y="45095"/>
                </a:cubicBezTo>
                <a:cubicBezTo>
                  <a:pt x="5415696" y="45095"/>
                  <a:pt x="5413997" y="45516"/>
                  <a:pt x="5412534" y="46360"/>
                </a:cubicBezTo>
                <a:cubicBezTo>
                  <a:pt x="5411070" y="47203"/>
                  <a:pt x="5409769" y="48493"/>
                  <a:pt x="5408627" y="50229"/>
                </a:cubicBezTo>
                <a:lnTo>
                  <a:pt x="5408627" y="80218"/>
                </a:lnTo>
                <a:lnTo>
                  <a:pt x="5403269" y="80218"/>
                </a:lnTo>
                <a:lnTo>
                  <a:pt x="5403269" y="40481"/>
                </a:lnTo>
                <a:lnTo>
                  <a:pt x="5408255" y="40481"/>
                </a:lnTo>
                <a:lnTo>
                  <a:pt x="5408255" y="45988"/>
                </a:lnTo>
                <a:cubicBezTo>
                  <a:pt x="5411132" y="41771"/>
                  <a:pt x="5414754" y="39663"/>
                  <a:pt x="5419119" y="39663"/>
                </a:cubicBezTo>
                <a:close/>
                <a:moveTo>
                  <a:pt x="5276244" y="39663"/>
                </a:moveTo>
                <a:cubicBezTo>
                  <a:pt x="5277981" y="39663"/>
                  <a:pt x="5279643" y="39985"/>
                  <a:pt x="5281230" y="40630"/>
                </a:cubicBezTo>
                <a:lnTo>
                  <a:pt x="5279965" y="45913"/>
                </a:lnTo>
                <a:cubicBezTo>
                  <a:pt x="5278080" y="45368"/>
                  <a:pt x="5276343" y="45095"/>
                  <a:pt x="5274756" y="45095"/>
                </a:cubicBezTo>
                <a:cubicBezTo>
                  <a:pt x="5272821" y="45095"/>
                  <a:pt x="5271123" y="45516"/>
                  <a:pt x="5269659" y="46360"/>
                </a:cubicBezTo>
                <a:cubicBezTo>
                  <a:pt x="5268195" y="47203"/>
                  <a:pt x="5266893" y="48493"/>
                  <a:pt x="5265752" y="50229"/>
                </a:cubicBezTo>
                <a:lnTo>
                  <a:pt x="5265752" y="80218"/>
                </a:lnTo>
                <a:lnTo>
                  <a:pt x="5260394" y="80218"/>
                </a:lnTo>
                <a:lnTo>
                  <a:pt x="5260394" y="40481"/>
                </a:lnTo>
                <a:lnTo>
                  <a:pt x="5265380" y="40481"/>
                </a:lnTo>
                <a:lnTo>
                  <a:pt x="5265380" y="45988"/>
                </a:lnTo>
                <a:cubicBezTo>
                  <a:pt x="5268258" y="41771"/>
                  <a:pt x="5271878" y="39663"/>
                  <a:pt x="5276244" y="39663"/>
                </a:cubicBezTo>
                <a:close/>
                <a:moveTo>
                  <a:pt x="4533294" y="39663"/>
                </a:moveTo>
                <a:cubicBezTo>
                  <a:pt x="4535031" y="39663"/>
                  <a:pt x="4536693" y="39985"/>
                  <a:pt x="4538281" y="40630"/>
                </a:cubicBezTo>
                <a:lnTo>
                  <a:pt x="4537015" y="45913"/>
                </a:lnTo>
                <a:cubicBezTo>
                  <a:pt x="4535130" y="45368"/>
                  <a:pt x="4533393" y="45095"/>
                  <a:pt x="4531806" y="45095"/>
                </a:cubicBezTo>
                <a:cubicBezTo>
                  <a:pt x="4529871" y="45095"/>
                  <a:pt x="4528172" y="45516"/>
                  <a:pt x="4526709" y="46360"/>
                </a:cubicBezTo>
                <a:cubicBezTo>
                  <a:pt x="4525245" y="47203"/>
                  <a:pt x="4523943" y="48493"/>
                  <a:pt x="4522802" y="50229"/>
                </a:cubicBezTo>
                <a:lnTo>
                  <a:pt x="4522802" y="80218"/>
                </a:lnTo>
                <a:lnTo>
                  <a:pt x="4517444" y="80218"/>
                </a:lnTo>
                <a:lnTo>
                  <a:pt x="4517444" y="40481"/>
                </a:lnTo>
                <a:lnTo>
                  <a:pt x="4522430" y="40481"/>
                </a:lnTo>
                <a:lnTo>
                  <a:pt x="4522430" y="45988"/>
                </a:lnTo>
                <a:cubicBezTo>
                  <a:pt x="4525307" y="41771"/>
                  <a:pt x="4528929" y="39663"/>
                  <a:pt x="4533294" y="39663"/>
                </a:cubicBezTo>
                <a:close/>
                <a:moveTo>
                  <a:pt x="3685570" y="39663"/>
                </a:moveTo>
                <a:cubicBezTo>
                  <a:pt x="3687306" y="39663"/>
                  <a:pt x="3688968" y="39985"/>
                  <a:pt x="3690555" y="40630"/>
                </a:cubicBezTo>
                <a:lnTo>
                  <a:pt x="3689291" y="45913"/>
                </a:lnTo>
                <a:cubicBezTo>
                  <a:pt x="3687406" y="45368"/>
                  <a:pt x="3685669" y="45095"/>
                  <a:pt x="3684081" y="45095"/>
                </a:cubicBezTo>
                <a:cubicBezTo>
                  <a:pt x="3682147" y="45095"/>
                  <a:pt x="3680448" y="45516"/>
                  <a:pt x="3678984" y="46360"/>
                </a:cubicBezTo>
                <a:cubicBezTo>
                  <a:pt x="3677521" y="47203"/>
                  <a:pt x="3676219" y="48493"/>
                  <a:pt x="3675078" y="50229"/>
                </a:cubicBezTo>
                <a:lnTo>
                  <a:pt x="3675078" y="80218"/>
                </a:lnTo>
                <a:lnTo>
                  <a:pt x="3669720" y="80218"/>
                </a:lnTo>
                <a:lnTo>
                  <a:pt x="3669720" y="40481"/>
                </a:lnTo>
                <a:lnTo>
                  <a:pt x="3674705" y="40481"/>
                </a:lnTo>
                <a:lnTo>
                  <a:pt x="3674705" y="45988"/>
                </a:lnTo>
                <a:cubicBezTo>
                  <a:pt x="3677583" y="41771"/>
                  <a:pt x="3681204" y="39663"/>
                  <a:pt x="3685570" y="39663"/>
                </a:cubicBezTo>
                <a:close/>
                <a:moveTo>
                  <a:pt x="3409345" y="39663"/>
                </a:moveTo>
                <a:cubicBezTo>
                  <a:pt x="3411082" y="39663"/>
                  <a:pt x="3412743" y="39985"/>
                  <a:pt x="3414331" y="40630"/>
                </a:cubicBezTo>
                <a:lnTo>
                  <a:pt x="3413066" y="45913"/>
                </a:lnTo>
                <a:cubicBezTo>
                  <a:pt x="3411180" y="45368"/>
                  <a:pt x="3409444" y="45095"/>
                  <a:pt x="3407857" y="45095"/>
                </a:cubicBezTo>
                <a:cubicBezTo>
                  <a:pt x="3405922" y="45095"/>
                  <a:pt x="3404222" y="45516"/>
                  <a:pt x="3402760" y="46360"/>
                </a:cubicBezTo>
                <a:cubicBezTo>
                  <a:pt x="3401296" y="47203"/>
                  <a:pt x="3399994" y="48493"/>
                  <a:pt x="3398852" y="50229"/>
                </a:cubicBezTo>
                <a:lnTo>
                  <a:pt x="3398852" y="80218"/>
                </a:lnTo>
                <a:lnTo>
                  <a:pt x="3393495" y="80218"/>
                </a:lnTo>
                <a:lnTo>
                  <a:pt x="3393495" y="40481"/>
                </a:lnTo>
                <a:lnTo>
                  <a:pt x="3398480" y="40481"/>
                </a:lnTo>
                <a:lnTo>
                  <a:pt x="3398480" y="45988"/>
                </a:lnTo>
                <a:cubicBezTo>
                  <a:pt x="3401357" y="41771"/>
                  <a:pt x="3404980" y="39663"/>
                  <a:pt x="3409345" y="39663"/>
                </a:cubicBezTo>
                <a:close/>
                <a:moveTo>
                  <a:pt x="2752120" y="39663"/>
                </a:moveTo>
                <a:cubicBezTo>
                  <a:pt x="2753857" y="39663"/>
                  <a:pt x="2755518" y="39985"/>
                  <a:pt x="2757105" y="40630"/>
                </a:cubicBezTo>
                <a:lnTo>
                  <a:pt x="2755841" y="45913"/>
                </a:lnTo>
                <a:cubicBezTo>
                  <a:pt x="2753956" y="45368"/>
                  <a:pt x="2752219" y="45095"/>
                  <a:pt x="2750631" y="45095"/>
                </a:cubicBezTo>
                <a:cubicBezTo>
                  <a:pt x="2748697" y="45095"/>
                  <a:pt x="2746998" y="45516"/>
                  <a:pt x="2745534" y="46360"/>
                </a:cubicBezTo>
                <a:cubicBezTo>
                  <a:pt x="2744071" y="47203"/>
                  <a:pt x="2742769" y="48493"/>
                  <a:pt x="2741627" y="50229"/>
                </a:cubicBezTo>
                <a:lnTo>
                  <a:pt x="2741627" y="80218"/>
                </a:lnTo>
                <a:lnTo>
                  <a:pt x="2736270" y="80218"/>
                </a:lnTo>
                <a:lnTo>
                  <a:pt x="2736270" y="40481"/>
                </a:lnTo>
                <a:lnTo>
                  <a:pt x="2741255" y="40481"/>
                </a:lnTo>
                <a:lnTo>
                  <a:pt x="2741255" y="45988"/>
                </a:lnTo>
                <a:cubicBezTo>
                  <a:pt x="2744133" y="41771"/>
                  <a:pt x="2747754" y="39663"/>
                  <a:pt x="2752120" y="39663"/>
                </a:cubicBezTo>
                <a:close/>
                <a:moveTo>
                  <a:pt x="2085370" y="39663"/>
                </a:moveTo>
                <a:cubicBezTo>
                  <a:pt x="2087106" y="39663"/>
                  <a:pt x="2088768" y="39985"/>
                  <a:pt x="2090356" y="40630"/>
                </a:cubicBezTo>
                <a:lnTo>
                  <a:pt x="2089091" y="45913"/>
                </a:lnTo>
                <a:cubicBezTo>
                  <a:pt x="2087206" y="45368"/>
                  <a:pt x="2085469" y="45095"/>
                  <a:pt x="2083882" y="45095"/>
                </a:cubicBezTo>
                <a:cubicBezTo>
                  <a:pt x="2081946" y="45095"/>
                  <a:pt x="2080248" y="45516"/>
                  <a:pt x="2078784" y="46360"/>
                </a:cubicBezTo>
                <a:cubicBezTo>
                  <a:pt x="2077321" y="47203"/>
                  <a:pt x="2076019" y="48493"/>
                  <a:pt x="2074878" y="50229"/>
                </a:cubicBezTo>
                <a:lnTo>
                  <a:pt x="2074878" y="80218"/>
                </a:lnTo>
                <a:lnTo>
                  <a:pt x="2069520" y="80218"/>
                </a:lnTo>
                <a:lnTo>
                  <a:pt x="2069520" y="40481"/>
                </a:lnTo>
                <a:lnTo>
                  <a:pt x="2074505" y="40481"/>
                </a:lnTo>
                <a:lnTo>
                  <a:pt x="2074505" y="45988"/>
                </a:lnTo>
                <a:cubicBezTo>
                  <a:pt x="2077383" y="41771"/>
                  <a:pt x="2081005" y="39663"/>
                  <a:pt x="2085370" y="39663"/>
                </a:cubicBezTo>
                <a:close/>
                <a:moveTo>
                  <a:pt x="1932970" y="39663"/>
                </a:moveTo>
                <a:cubicBezTo>
                  <a:pt x="1934706" y="39663"/>
                  <a:pt x="1936369" y="39985"/>
                  <a:pt x="1937956" y="40630"/>
                </a:cubicBezTo>
                <a:lnTo>
                  <a:pt x="1936691" y="45913"/>
                </a:lnTo>
                <a:cubicBezTo>
                  <a:pt x="1934806" y="45368"/>
                  <a:pt x="1933069" y="45095"/>
                  <a:pt x="1931481" y="45095"/>
                </a:cubicBezTo>
                <a:cubicBezTo>
                  <a:pt x="1929547" y="45095"/>
                  <a:pt x="1927848" y="45516"/>
                  <a:pt x="1926384" y="46360"/>
                </a:cubicBezTo>
                <a:cubicBezTo>
                  <a:pt x="1924921" y="47203"/>
                  <a:pt x="1923618" y="48493"/>
                  <a:pt x="1922477" y="50229"/>
                </a:cubicBezTo>
                <a:lnTo>
                  <a:pt x="1922477" y="80218"/>
                </a:lnTo>
                <a:lnTo>
                  <a:pt x="1917120" y="80218"/>
                </a:lnTo>
                <a:lnTo>
                  <a:pt x="1917120" y="40481"/>
                </a:lnTo>
                <a:lnTo>
                  <a:pt x="1922106" y="40481"/>
                </a:lnTo>
                <a:lnTo>
                  <a:pt x="1922106" y="45988"/>
                </a:lnTo>
                <a:cubicBezTo>
                  <a:pt x="1924983" y="41771"/>
                  <a:pt x="1928604" y="39663"/>
                  <a:pt x="1932970" y="39663"/>
                </a:cubicBezTo>
                <a:close/>
                <a:moveTo>
                  <a:pt x="1828195" y="39663"/>
                </a:moveTo>
                <a:cubicBezTo>
                  <a:pt x="1829931" y="39663"/>
                  <a:pt x="1831593" y="39985"/>
                  <a:pt x="1833181" y="40630"/>
                </a:cubicBezTo>
                <a:lnTo>
                  <a:pt x="1831916" y="45913"/>
                </a:lnTo>
                <a:cubicBezTo>
                  <a:pt x="1830030" y="45368"/>
                  <a:pt x="1828294" y="45095"/>
                  <a:pt x="1826707" y="45095"/>
                </a:cubicBezTo>
                <a:cubicBezTo>
                  <a:pt x="1824772" y="45095"/>
                  <a:pt x="1823073" y="45516"/>
                  <a:pt x="1821609" y="46360"/>
                </a:cubicBezTo>
                <a:cubicBezTo>
                  <a:pt x="1820146" y="47203"/>
                  <a:pt x="1818844" y="48493"/>
                  <a:pt x="1817702" y="50229"/>
                </a:cubicBezTo>
                <a:lnTo>
                  <a:pt x="1817702" y="80218"/>
                </a:lnTo>
                <a:lnTo>
                  <a:pt x="1812345" y="80218"/>
                </a:lnTo>
                <a:lnTo>
                  <a:pt x="1812345" y="40481"/>
                </a:lnTo>
                <a:lnTo>
                  <a:pt x="1817331" y="40481"/>
                </a:lnTo>
                <a:lnTo>
                  <a:pt x="1817331" y="45988"/>
                </a:lnTo>
                <a:cubicBezTo>
                  <a:pt x="1820208" y="41771"/>
                  <a:pt x="1823829" y="39663"/>
                  <a:pt x="1828195" y="39663"/>
                </a:cubicBezTo>
                <a:close/>
                <a:moveTo>
                  <a:pt x="1590070" y="39663"/>
                </a:moveTo>
                <a:cubicBezTo>
                  <a:pt x="1591806" y="39663"/>
                  <a:pt x="1593468" y="39985"/>
                  <a:pt x="1595056" y="40630"/>
                </a:cubicBezTo>
                <a:lnTo>
                  <a:pt x="1593791" y="45913"/>
                </a:lnTo>
                <a:cubicBezTo>
                  <a:pt x="1591906" y="45368"/>
                  <a:pt x="1590169" y="45095"/>
                  <a:pt x="1588582" y="45095"/>
                </a:cubicBezTo>
                <a:cubicBezTo>
                  <a:pt x="1586647" y="45095"/>
                  <a:pt x="1584948" y="45516"/>
                  <a:pt x="1583484" y="46360"/>
                </a:cubicBezTo>
                <a:cubicBezTo>
                  <a:pt x="1582021" y="47203"/>
                  <a:pt x="1580719" y="48493"/>
                  <a:pt x="1579578" y="50229"/>
                </a:cubicBezTo>
                <a:lnTo>
                  <a:pt x="1579578" y="80218"/>
                </a:lnTo>
                <a:lnTo>
                  <a:pt x="1574220" y="80218"/>
                </a:lnTo>
                <a:lnTo>
                  <a:pt x="1574220" y="40481"/>
                </a:lnTo>
                <a:lnTo>
                  <a:pt x="1579206" y="40481"/>
                </a:lnTo>
                <a:lnTo>
                  <a:pt x="1579206" y="45988"/>
                </a:lnTo>
                <a:cubicBezTo>
                  <a:pt x="1582083" y="41771"/>
                  <a:pt x="1585704" y="39663"/>
                  <a:pt x="1590070" y="39663"/>
                </a:cubicBezTo>
                <a:close/>
                <a:moveTo>
                  <a:pt x="11214337" y="39588"/>
                </a:moveTo>
                <a:cubicBezTo>
                  <a:pt x="11216520" y="39588"/>
                  <a:pt x="11218678" y="39849"/>
                  <a:pt x="11220811" y="40370"/>
                </a:cubicBezTo>
                <a:cubicBezTo>
                  <a:pt x="11222945" y="40890"/>
                  <a:pt x="11224854" y="41597"/>
                  <a:pt x="11226541" y="42490"/>
                </a:cubicBezTo>
                <a:lnTo>
                  <a:pt x="11224383" y="47104"/>
                </a:lnTo>
                <a:cubicBezTo>
                  <a:pt x="11220910" y="45318"/>
                  <a:pt x="11217513" y="44425"/>
                  <a:pt x="11214189" y="44425"/>
                </a:cubicBezTo>
                <a:cubicBezTo>
                  <a:pt x="11211510" y="44425"/>
                  <a:pt x="11209476" y="44958"/>
                  <a:pt x="11208087" y="46025"/>
                </a:cubicBezTo>
                <a:cubicBezTo>
                  <a:pt x="11206697" y="47092"/>
                  <a:pt x="11206003" y="48642"/>
                  <a:pt x="11206003" y="50676"/>
                </a:cubicBezTo>
                <a:cubicBezTo>
                  <a:pt x="11206003" y="52263"/>
                  <a:pt x="11206474" y="53541"/>
                  <a:pt x="11207417" y="54508"/>
                </a:cubicBezTo>
                <a:cubicBezTo>
                  <a:pt x="11208360" y="55476"/>
                  <a:pt x="11209848" y="56207"/>
                  <a:pt x="11211882" y="56703"/>
                </a:cubicBezTo>
                <a:lnTo>
                  <a:pt x="11217165" y="57968"/>
                </a:lnTo>
                <a:cubicBezTo>
                  <a:pt x="11220787" y="58812"/>
                  <a:pt x="11223453" y="60151"/>
                  <a:pt x="11225165" y="61987"/>
                </a:cubicBezTo>
                <a:cubicBezTo>
                  <a:pt x="11226876" y="63822"/>
                  <a:pt x="11227732" y="66253"/>
                  <a:pt x="11227732" y="69279"/>
                </a:cubicBezTo>
                <a:cubicBezTo>
                  <a:pt x="11227732" y="73000"/>
                  <a:pt x="11226467" y="75902"/>
                  <a:pt x="11223937" y="77986"/>
                </a:cubicBezTo>
                <a:cubicBezTo>
                  <a:pt x="11221407" y="80069"/>
                  <a:pt x="11217885" y="81111"/>
                  <a:pt x="11213370" y="81111"/>
                </a:cubicBezTo>
                <a:cubicBezTo>
                  <a:pt x="11210939" y="81111"/>
                  <a:pt x="11208558" y="80801"/>
                  <a:pt x="11206226" y="80181"/>
                </a:cubicBezTo>
                <a:cubicBezTo>
                  <a:pt x="11203895" y="79561"/>
                  <a:pt x="11201860" y="78705"/>
                  <a:pt x="11200124" y="77614"/>
                </a:cubicBezTo>
                <a:lnTo>
                  <a:pt x="11202059" y="73000"/>
                </a:lnTo>
                <a:cubicBezTo>
                  <a:pt x="11205631" y="75183"/>
                  <a:pt x="11209402" y="76274"/>
                  <a:pt x="11213370" y="76274"/>
                </a:cubicBezTo>
                <a:cubicBezTo>
                  <a:pt x="11216347" y="76274"/>
                  <a:pt x="11218592" y="75716"/>
                  <a:pt x="11220105" y="74600"/>
                </a:cubicBezTo>
                <a:cubicBezTo>
                  <a:pt x="11221617" y="73484"/>
                  <a:pt x="11222374" y="71834"/>
                  <a:pt x="11222374" y="69651"/>
                </a:cubicBezTo>
                <a:cubicBezTo>
                  <a:pt x="11222374" y="67965"/>
                  <a:pt x="11221903" y="66625"/>
                  <a:pt x="11220960" y="65633"/>
                </a:cubicBezTo>
                <a:cubicBezTo>
                  <a:pt x="11220017" y="64641"/>
                  <a:pt x="11218529" y="63897"/>
                  <a:pt x="11216495" y="63401"/>
                </a:cubicBezTo>
                <a:lnTo>
                  <a:pt x="11211212" y="62136"/>
                </a:lnTo>
                <a:cubicBezTo>
                  <a:pt x="11207590" y="61292"/>
                  <a:pt x="11204924" y="59978"/>
                  <a:pt x="11203213" y="58192"/>
                </a:cubicBezTo>
                <a:cubicBezTo>
                  <a:pt x="11201501" y="56406"/>
                  <a:pt x="11200645" y="54049"/>
                  <a:pt x="11200645" y="51122"/>
                </a:cubicBezTo>
                <a:cubicBezTo>
                  <a:pt x="11200645" y="47501"/>
                  <a:pt x="11201849" y="44673"/>
                  <a:pt x="11204254" y="42639"/>
                </a:cubicBezTo>
                <a:cubicBezTo>
                  <a:pt x="11206660" y="40605"/>
                  <a:pt x="11210021" y="39588"/>
                  <a:pt x="11214337" y="39588"/>
                </a:cubicBezTo>
                <a:close/>
                <a:moveTo>
                  <a:pt x="10690462" y="39588"/>
                </a:moveTo>
                <a:cubicBezTo>
                  <a:pt x="10692645" y="39588"/>
                  <a:pt x="10694803" y="39849"/>
                  <a:pt x="10696937" y="40370"/>
                </a:cubicBezTo>
                <a:cubicBezTo>
                  <a:pt x="10699070" y="40890"/>
                  <a:pt x="10700979" y="41597"/>
                  <a:pt x="10702666" y="42490"/>
                </a:cubicBezTo>
                <a:lnTo>
                  <a:pt x="10700508" y="47104"/>
                </a:lnTo>
                <a:cubicBezTo>
                  <a:pt x="10697035" y="45318"/>
                  <a:pt x="10693638" y="44425"/>
                  <a:pt x="10690314" y="44425"/>
                </a:cubicBezTo>
                <a:cubicBezTo>
                  <a:pt x="10687635" y="44425"/>
                  <a:pt x="10685601" y="44958"/>
                  <a:pt x="10684212" y="46025"/>
                </a:cubicBezTo>
                <a:cubicBezTo>
                  <a:pt x="10682822" y="47092"/>
                  <a:pt x="10682128" y="48642"/>
                  <a:pt x="10682128" y="50676"/>
                </a:cubicBezTo>
                <a:cubicBezTo>
                  <a:pt x="10682128" y="52263"/>
                  <a:pt x="10682599" y="53541"/>
                  <a:pt x="10683542" y="54508"/>
                </a:cubicBezTo>
                <a:cubicBezTo>
                  <a:pt x="10684485" y="55476"/>
                  <a:pt x="10685973" y="56207"/>
                  <a:pt x="10688007" y="56703"/>
                </a:cubicBezTo>
                <a:lnTo>
                  <a:pt x="10693290" y="57968"/>
                </a:lnTo>
                <a:cubicBezTo>
                  <a:pt x="10696912" y="58812"/>
                  <a:pt x="10699578" y="60151"/>
                  <a:pt x="10701290" y="61987"/>
                </a:cubicBezTo>
                <a:cubicBezTo>
                  <a:pt x="10703001" y="63822"/>
                  <a:pt x="10703857" y="66253"/>
                  <a:pt x="10703857" y="69279"/>
                </a:cubicBezTo>
                <a:cubicBezTo>
                  <a:pt x="10703857" y="73000"/>
                  <a:pt x="10702592" y="75902"/>
                  <a:pt x="10700062" y="77986"/>
                </a:cubicBezTo>
                <a:cubicBezTo>
                  <a:pt x="10697532" y="80069"/>
                  <a:pt x="10694010" y="81111"/>
                  <a:pt x="10689495" y="81111"/>
                </a:cubicBezTo>
                <a:cubicBezTo>
                  <a:pt x="10687064" y="81111"/>
                  <a:pt x="10684683" y="80801"/>
                  <a:pt x="10682351" y="80181"/>
                </a:cubicBezTo>
                <a:cubicBezTo>
                  <a:pt x="10680020" y="79561"/>
                  <a:pt x="10677985" y="78705"/>
                  <a:pt x="10676249" y="77614"/>
                </a:cubicBezTo>
                <a:lnTo>
                  <a:pt x="10678184" y="73000"/>
                </a:lnTo>
                <a:cubicBezTo>
                  <a:pt x="10681756" y="75183"/>
                  <a:pt x="10685527" y="76274"/>
                  <a:pt x="10689495" y="76274"/>
                </a:cubicBezTo>
                <a:cubicBezTo>
                  <a:pt x="10692472" y="76274"/>
                  <a:pt x="10694717" y="75716"/>
                  <a:pt x="10696230" y="74600"/>
                </a:cubicBezTo>
                <a:cubicBezTo>
                  <a:pt x="10697742" y="73484"/>
                  <a:pt x="10698499" y="71834"/>
                  <a:pt x="10698499" y="69651"/>
                </a:cubicBezTo>
                <a:cubicBezTo>
                  <a:pt x="10698499" y="67965"/>
                  <a:pt x="10698028" y="66625"/>
                  <a:pt x="10697085" y="65633"/>
                </a:cubicBezTo>
                <a:cubicBezTo>
                  <a:pt x="10696142" y="64641"/>
                  <a:pt x="10694654" y="63897"/>
                  <a:pt x="10692620" y="63401"/>
                </a:cubicBezTo>
                <a:lnTo>
                  <a:pt x="10687337" y="62136"/>
                </a:lnTo>
                <a:cubicBezTo>
                  <a:pt x="10683715" y="61292"/>
                  <a:pt x="10681049" y="59978"/>
                  <a:pt x="10679338" y="58192"/>
                </a:cubicBezTo>
                <a:cubicBezTo>
                  <a:pt x="10677626" y="56406"/>
                  <a:pt x="10676770" y="54049"/>
                  <a:pt x="10676770" y="51122"/>
                </a:cubicBezTo>
                <a:cubicBezTo>
                  <a:pt x="10676770" y="47501"/>
                  <a:pt x="10677974" y="44673"/>
                  <a:pt x="10680379" y="42639"/>
                </a:cubicBezTo>
                <a:cubicBezTo>
                  <a:pt x="10682785" y="40605"/>
                  <a:pt x="10686146" y="39588"/>
                  <a:pt x="10690462" y="39588"/>
                </a:cubicBezTo>
                <a:close/>
                <a:moveTo>
                  <a:pt x="10290412" y="39588"/>
                </a:moveTo>
                <a:cubicBezTo>
                  <a:pt x="10292595" y="39588"/>
                  <a:pt x="10294753" y="39849"/>
                  <a:pt x="10296887" y="40370"/>
                </a:cubicBezTo>
                <a:cubicBezTo>
                  <a:pt x="10299020" y="40890"/>
                  <a:pt x="10300929" y="41597"/>
                  <a:pt x="10302616" y="42490"/>
                </a:cubicBezTo>
                <a:lnTo>
                  <a:pt x="10300458" y="47104"/>
                </a:lnTo>
                <a:cubicBezTo>
                  <a:pt x="10296985" y="45318"/>
                  <a:pt x="10293588" y="44425"/>
                  <a:pt x="10290264" y="44425"/>
                </a:cubicBezTo>
                <a:cubicBezTo>
                  <a:pt x="10287585" y="44425"/>
                  <a:pt x="10285551" y="44958"/>
                  <a:pt x="10284162" y="46025"/>
                </a:cubicBezTo>
                <a:cubicBezTo>
                  <a:pt x="10282772" y="47092"/>
                  <a:pt x="10282078" y="48642"/>
                  <a:pt x="10282078" y="50676"/>
                </a:cubicBezTo>
                <a:cubicBezTo>
                  <a:pt x="10282078" y="52263"/>
                  <a:pt x="10282549" y="53541"/>
                  <a:pt x="10283492" y="54508"/>
                </a:cubicBezTo>
                <a:cubicBezTo>
                  <a:pt x="10284435" y="55476"/>
                  <a:pt x="10285923" y="56207"/>
                  <a:pt x="10287957" y="56703"/>
                </a:cubicBezTo>
                <a:lnTo>
                  <a:pt x="10293240" y="57968"/>
                </a:lnTo>
                <a:cubicBezTo>
                  <a:pt x="10296862" y="58812"/>
                  <a:pt x="10299528" y="60151"/>
                  <a:pt x="10301240" y="61987"/>
                </a:cubicBezTo>
                <a:cubicBezTo>
                  <a:pt x="10302951" y="63822"/>
                  <a:pt x="10303807" y="66253"/>
                  <a:pt x="10303807" y="69279"/>
                </a:cubicBezTo>
                <a:cubicBezTo>
                  <a:pt x="10303807" y="73000"/>
                  <a:pt x="10302542" y="75902"/>
                  <a:pt x="10300012" y="77986"/>
                </a:cubicBezTo>
                <a:cubicBezTo>
                  <a:pt x="10297482" y="80069"/>
                  <a:pt x="10293960" y="81111"/>
                  <a:pt x="10289445" y="81111"/>
                </a:cubicBezTo>
                <a:cubicBezTo>
                  <a:pt x="10287014" y="81111"/>
                  <a:pt x="10284633" y="80801"/>
                  <a:pt x="10282301" y="80181"/>
                </a:cubicBezTo>
                <a:cubicBezTo>
                  <a:pt x="10279970" y="79561"/>
                  <a:pt x="10277935" y="78705"/>
                  <a:pt x="10276199" y="77614"/>
                </a:cubicBezTo>
                <a:lnTo>
                  <a:pt x="10278134" y="73000"/>
                </a:lnTo>
                <a:cubicBezTo>
                  <a:pt x="10281706" y="75183"/>
                  <a:pt x="10285477" y="76274"/>
                  <a:pt x="10289445" y="76274"/>
                </a:cubicBezTo>
                <a:cubicBezTo>
                  <a:pt x="10292422" y="76274"/>
                  <a:pt x="10294667" y="75716"/>
                  <a:pt x="10296180" y="74600"/>
                </a:cubicBezTo>
                <a:cubicBezTo>
                  <a:pt x="10297692" y="73484"/>
                  <a:pt x="10298449" y="71834"/>
                  <a:pt x="10298449" y="69651"/>
                </a:cubicBezTo>
                <a:cubicBezTo>
                  <a:pt x="10298449" y="67965"/>
                  <a:pt x="10297978" y="66625"/>
                  <a:pt x="10297035" y="65633"/>
                </a:cubicBezTo>
                <a:cubicBezTo>
                  <a:pt x="10296092" y="64641"/>
                  <a:pt x="10294604" y="63897"/>
                  <a:pt x="10292570" y="63401"/>
                </a:cubicBezTo>
                <a:lnTo>
                  <a:pt x="10287287" y="62136"/>
                </a:lnTo>
                <a:cubicBezTo>
                  <a:pt x="10283665" y="61292"/>
                  <a:pt x="10280999" y="59978"/>
                  <a:pt x="10279288" y="58192"/>
                </a:cubicBezTo>
                <a:cubicBezTo>
                  <a:pt x="10277576" y="56406"/>
                  <a:pt x="10276720" y="54049"/>
                  <a:pt x="10276720" y="51122"/>
                </a:cubicBezTo>
                <a:cubicBezTo>
                  <a:pt x="10276720" y="47501"/>
                  <a:pt x="10277924" y="44673"/>
                  <a:pt x="10280329" y="42639"/>
                </a:cubicBezTo>
                <a:cubicBezTo>
                  <a:pt x="10282735" y="40605"/>
                  <a:pt x="10286096" y="39588"/>
                  <a:pt x="10290412" y="39588"/>
                </a:cubicBezTo>
                <a:close/>
                <a:moveTo>
                  <a:pt x="10109437" y="39588"/>
                </a:moveTo>
                <a:cubicBezTo>
                  <a:pt x="10111620" y="39588"/>
                  <a:pt x="10113778" y="39849"/>
                  <a:pt x="10115911" y="40370"/>
                </a:cubicBezTo>
                <a:cubicBezTo>
                  <a:pt x="10118045" y="40890"/>
                  <a:pt x="10119954" y="41597"/>
                  <a:pt x="10121641" y="42490"/>
                </a:cubicBezTo>
                <a:lnTo>
                  <a:pt x="10119483" y="47104"/>
                </a:lnTo>
                <a:cubicBezTo>
                  <a:pt x="10116010" y="45318"/>
                  <a:pt x="10112613" y="44425"/>
                  <a:pt x="10109289" y="44425"/>
                </a:cubicBezTo>
                <a:cubicBezTo>
                  <a:pt x="10106610" y="44425"/>
                  <a:pt x="10104576" y="44958"/>
                  <a:pt x="10103187" y="46025"/>
                </a:cubicBezTo>
                <a:cubicBezTo>
                  <a:pt x="10101797" y="47092"/>
                  <a:pt x="10101103" y="48642"/>
                  <a:pt x="10101103" y="50676"/>
                </a:cubicBezTo>
                <a:cubicBezTo>
                  <a:pt x="10101103" y="52263"/>
                  <a:pt x="10101574" y="53541"/>
                  <a:pt x="10102517" y="54508"/>
                </a:cubicBezTo>
                <a:cubicBezTo>
                  <a:pt x="10103460" y="55476"/>
                  <a:pt x="10104948" y="56207"/>
                  <a:pt x="10106982" y="56703"/>
                </a:cubicBezTo>
                <a:lnTo>
                  <a:pt x="10112265" y="57968"/>
                </a:lnTo>
                <a:cubicBezTo>
                  <a:pt x="10115887" y="58812"/>
                  <a:pt x="10118553" y="60151"/>
                  <a:pt x="10120265" y="61987"/>
                </a:cubicBezTo>
                <a:cubicBezTo>
                  <a:pt x="10121976" y="63822"/>
                  <a:pt x="10122832" y="66253"/>
                  <a:pt x="10122832" y="69279"/>
                </a:cubicBezTo>
                <a:cubicBezTo>
                  <a:pt x="10122832" y="73000"/>
                  <a:pt x="10121567" y="75902"/>
                  <a:pt x="10119037" y="77986"/>
                </a:cubicBezTo>
                <a:cubicBezTo>
                  <a:pt x="10116507" y="80069"/>
                  <a:pt x="10112985" y="81111"/>
                  <a:pt x="10108470" y="81111"/>
                </a:cubicBezTo>
                <a:cubicBezTo>
                  <a:pt x="10106039" y="81111"/>
                  <a:pt x="10103658" y="80801"/>
                  <a:pt x="10101326" y="80181"/>
                </a:cubicBezTo>
                <a:cubicBezTo>
                  <a:pt x="10098995" y="79561"/>
                  <a:pt x="10096960" y="78705"/>
                  <a:pt x="10095224" y="77614"/>
                </a:cubicBezTo>
                <a:lnTo>
                  <a:pt x="10097159" y="73000"/>
                </a:lnTo>
                <a:cubicBezTo>
                  <a:pt x="10100731" y="75183"/>
                  <a:pt x="10104502" y="76274"/>
                  <a:pt x="10108470" y="76274"/>
                </a:cubicBezTo>
                <a:cubicBezTo>
                  <a:pt x="10111447" y="76274"/>
                  <a:pt x="10113692" y="75716"/>
                  <a:pt x="10115205" y="74600"/>
                </a:cubicBezTo>
                <a:cubicBezTo>
                  <a:pt x="10116717" y="73484"/>
                  <a:pt x="10117474" y="71834"/>
                  <a:pt x="10117474" y="69651"/>
                </a:cubicBezTo>
                <a:cubicBezTo>
                  <a:pt x="10117474" y="67965"/>
                  <a:pt x="10117003" y="66625"/>
                  <a:pt x="10116060" y="65633"/>
                </a:cubicBezTo>
                <a:cubicBezTo>
                  <a:pt x="10115117" y="64641"/>
                  <a:pt x="10113629" y="63897"/>
                  <a:pt x="10111595" y="63401"/>
                </a:cubicBezTo>
                <a:lnTo>
                  <a:pt x="10106312" y="62136"/>
                </a:lnTo>
                <a:cubicBezTo>
                  <a:pt x="10102690" y="61292"/>
                  <a:pt x="10100024" y="59978"/>
                  <a:pt x="10098313" y="58192"/>
                </a:cubicBezTo>
                <a:cubicBezTo>
                  <a:pt x="10096601" y="56406"/>
                  <a:pt x="10095745" y="54049"/>
                  <a:pt x="10095745" y="51122"/>
                </a:cubicBezTo>
                <a:cubicBezTo>
                  <a:pt x="10095745" y="47501"/>
                  <a:pt x="10096949" y="44673"/>
                  <a:pt x="10099354" y="42639"/>
                </a:cubicBezTo>
                <a:cubicBezTo>
                  <a:pt x="10101760" y="40605"/>
                  <a:pt x="10105121" y="39588"/>
                  <a:pt x="10109437" y="39588"/>
                </a:cubicBezTo>
                <a:close/>
                <a:moveTo>
                  <a:pt x="10071337" y="39588"/>
                </a:moveTo>
                <a:cubicBezTo>
                  <a:pt x="10073520" y="39588"/>
                  <a:pt x="10075678" y="39849"/>
                  <a:pt x="10077811" y="40370"/>
                </a:cubicBezTo>
                <a:cubicBezTo>
                  <a:pt x="10079945" y="40890"/>
                  <a:pt x="10081854" y="41597"/>
                  <a:pt x="10083541" y="42490"/>
                </a:cubicBezTo>
                <a:lnTo>
                  <a:pt x="10081383" y="47104"/>
                </a:lnTo>
                <a:cubicBezTo>
                  <a:pt x="10077910" y="45318"/>
                  <a:pt x="10074513" y="44425"/>
                  <a:pt x="10071189" y="44425"/>
                </a:cubicBezTo>
                <a:cubicBezTo>
                  <a:pt x="10068510" y="44425"/>
                  <a:pt x="10066476" y="44958"/>
                  <a:pt x="10065087" y="46025"/>
                </a:cubicBezTo>
                <a:cubicBezTo>
                  <a:pt x="10063697" y="47092"/>
                  <a:pt x="10063003" y="48642"/>
                  <a:pt x="10063003" y="50676"/>
                </a:cubicBezTo>
                <a:cubicBezTo>
                  <a:pt x="10063003" y="52263"/>
                  <a:pt x="10063474" y="53541"/>
                  <a:pt x="10064417" y="54508"/>
                </a:cubicBezTo>
                <a:cubicBezTo>
                  <a:pt x="10065360" y="55476"/>
                  <a:pt x="10066848" y="56207"/>
                  <a:pt x="10068882" y="56703"/>
                </a:cubicBezTo>
                <a:lnTo>
                  <a:pt x="10074165" y="57968"/>
                </a:lnTo>
                <a:cubicBezTo>
                  <a:pt x="10077787" y="58812"/>
                  <a:pt x="10080453" y="60151"/>
                  <a:pt x="10082165" y="61987"/>
                </a:cubicBezTo>
                <a:cubicBezTo>
                  <a:pt x="10083876" y="63822"/>
                  <a:pt x="10084732" y="66253"/>
                  <a:pt x="10084732" y="69279"/>
                </a:cubicBezTo>
                <a:cubicBezTo>
                  <a:pt x="10084732" y="73000"/>
                  <a:pt x="10083467" y="75902"/>
                  <a:pt x="10080937" y="77986"/>
                </a:cubicBezTo>
                <a:cubicBezTo>
                  <a:pt x="10078407" y="80069"/>
                  <a:pt x="10074885" y="81111"/>
                  <a:pt x="10070370" y="81111"/>
                </a:cubicBezTo>
                <a:cubicBezTo>
                  <a:pt x="10067939" y="81111"/>
                  <a:pt x="10065558" y="80801"/>
                  <a:pt x="10063226" y="80181"/>
                </a:cubicBezTo>
                <a:cubicBezTo>
                  <a:pt x="10060895" y="79561"/>
                  <a:pt x="10058860" y="78705"/>
                  <a:pt x="10057124" y="77614"/>
                </a:cubicBezTo>
                <a:lnTo>
                  <a:pt x="10059059" y="73000"/>
                </a:lnTo>
                <a:cubicBezTo>
                  <a:pt x="10062631" y="75183"/>
                  <a:pt x="10066402" y="76274"/>
                  <a:pt x="10070370" y="76274"/>
                </a:cubicBezTo>
                <a:cubicBezTo>
                  <a:pt x="10073347" y="76274"/>
                  <a:pt x="10075592" y="75716"/>
                  <a:pt x="10077105" y="74600"/>
                </a:cubicBezTo>
                <a:cubicBezTo>
                  <a:pt x="10078617" y="73484"/>
                  <a:pt x="10079374" y="71834"/>
                  <a:pt x="10079374" y="69651"/>
                </a:cubicBezTo>
                <a:cubicBezTo>
                  <a:pt x="10079374" y="67965"/>
                  <a:pt x="10078903" y="66625"/>
                  <a:pt x="10077960" y="65633"/>
                </a:cubicBezTo>
                <a:cubicBezTo>
                  <a:pt x="10077017" y="64641"/>
                  <a:pt x="10075529" y="63897"/>
                  <a:pt x="10073495" y="63401"/>
                </a:cubicBezTo>
                <a:lnTo>
                  <a:pt x="10068212" y="62136"/>
                </a:lnTo>
                <a:cubicBezTo>
                  <a:pt x="10064590" y="61292"/>
                  <a:pt x="10061924" y="59978"/>
                  <a:pt x="10060213" y="58192"/>
                </a:cubicBezTo>
                <a:cubicBezTo>
                  <a:pt x="10058501" y="56406"/>
                  <a:pt x="10057645" y="54049"/>
                  <a:pt x="10057645" y="51122"/>
                </a:cubicBezTo>
                <a:cubicBezTo>
                  <a:pt x="10057645" y="47501"/>
                  <a:pt x="10058849" y="44673"/>
                  <a:pt x="10061254" y="42639"/>
                </a:cubicBezTo>
                <a:cubicBezTo>
                  <a:pt x="10063660" y="40605"/>
                  <a:pt x="10067021" y="39588"/>
                  <a:pt x="10071337" y="39588"/>
                </a:cubicBezTo>
                <a:close/>
                <a:moveTo>
                  <a:pt x="8556862" y="39588"/>
                </a:moveTo>
                <a:cubicBezTo>
                  <a:pt x="8559045" y="39588"/>
                  <a:pt x="8561203" y="39849"/>
                  <a:pt x="8563337" y="40370"/>
                </a:cubicBezTo>
                <a:cubicBezTo>
                  <a:pt x="8565470" y="40890"/>
                  <a:pt x="8567379" y="41597"/>
                  <a:pt x="8569066" y="42490"/>
                </a:cubicBezTo>
                <a:lnTo>
                  <a:pt x="8566908" y="47104"/>
                </a:lnTo>
                <a:cubicBezTo>
                  <a:pt x="8563435" y="45318"/>
                  <a:pt x="8560038" y="44425"/>
                  <a:pt x="8556714" y="44425"/>
                </a:cubicBezTo>
                <a:cubicBezTo>
                  <a:pt x="8554035" y="44425"/>
                  <a:pt x="8552001" y="44958"/>
                  <a:pt x="8550612" y="46025"/>
                </a:cubicBezTo>
                <a:cubicBezTo>
                  <a:pt x="8549222" y="47092"/>
                  <a:pt x="8548528" y="48642"/>
                  <a:pt x="8548528" y="50676"/>
                </a:cubicBezTo>
                <a:cubicBezTo>
                  <a:pt x="8548528" y="52263"/>
                  <a:pt x="8548999" y="53541"/>
                  <a:pt x="8549942" y="54508"/>
                </a:cubicBezTo>
                <a:cubicBezTo>
                  <a:pt x="8550885" y="55476"/>
                  <a:pt x="8552373" y="56207"/>
                  <a:pt x="8554407" y="56703"/>
                </a:cubicBezTo>
                <a:lnTo>
                  <a:pt x="8559690" y="57968"/>
                </a:lnTo>
                <a:cubicBezTo>
                  <a:pt x="8563312" y="58812"/>
                  <a:pt x="8565978" y="60151"/>
                  <a:pt x="8567690" y="61987"/>
                </a:cubicBezTo>
                <a:cubicBezTo>
                  <a:pt x="8569401" y="63822"/>
                  <a:pt x="8570257" y="66253"/>
                  <a:pt x="8570257" y="69279"/>
                </a:cubicBezTo>
                <a:cubicBezTo>
                  <a:pt x="8570257" y="73000"/>
                  <a:pt x="8568992" y="75902"/>
                  <a:pt x="8566462" y="77986"/>
                </a:cubicBezTo>
                <a:cubicBezTo>
                  <a:pt x="8563932" y="80069"/>
                  <a:pt x="8560410" y="81111"/>
                  <a:pt x="8555895" y="81111"/>
                </a:cubicBezTo>
                <a:cubicBezTo>
                  <a:pt x="8553464" y="81111"/>
                  <a:pt x="8551083" y="80801"/>
                  <a:pt x="8548751" y="80181"/>
                </a:cubicBezTo>
                <a:cubicBezTo>
                  <a:pt x="8546420" y="79561"/>
                  <a:pt x="8544385" y="78705"/>
                  <a:pt x="8542649" y="77614"/>
                </a:cubicBezTo>
                <a:lnTo>
                  <a:pt x="8544584" y="73000"/>
                </a:lnTo>
                <a:cubicBezTo>
                  <a:pt x="8548156" y="75183"/>
                  <a:pt x="8551927" y="76274"/>
                  <a:pt x="8555895" y="76274"/>
                </a:cubicBezTo>
                <a:cubicBezTo>
                  <a:pt x="8558872" y="76274"/>
                  <a:pt x="8561117" y="75716"/>
                  <a:pt x="8562630" y="74600"/>
                </a:cubicBezTo>
                <a:cubicBezTo>
                  <a:pt x="8564142" y="73484"/>
                  <a:pt x="8564899" y="71834"/>
                  <a:pt x="8564899" y="69651"/>
                </a:cubicBezTo>
                <a:cubicBezTo>
                  <a:pt x="8564899" y="67965"/>
                  <a:pt x="8564428" y="66625"/>
                  <a:pt x="8563485" y="65633"/>
                </a:cubicBezTo>
                <a:cubicBezTo>
                  <a:pt x="8562542" y="64641"/>
                  <a:pt x="8561054" y="63897"/>
                  <a:pt x="8559020" y="63401"/>
                </a:cubicBezTo>
                <a:lnTo>
                  <a:pt x="8553737" y="62136"/>
                </a:lnTo>
                <a:cubicBezTo>
                  <a:pt x="8550115" y="61292"/>
                  <a:pt x="8547449" y="59978"/>
                  <a:pt x="8545738" y="58192"/>
                </a:cubicBezTo>
                <a:cubicBezTo>
                  <a:pt x="8544026" y="56406"/>
                  <a:pt x="8543170" y="54049"/>
                  <a:pt x="8543170" y="51122"/>
                </a:cubicBezTo>
                <a:cubicBezTo>
                  <a:pt x="8543170" y="47501"/>
                  <a:pt x="8544374" y="44673"/>
                  <a:pt x="8546779" y="42639"/>
                </a:cubicBezTo>
                <a:cubicBezTo>
                  <a:pt x="8549185" y="40605"/>
                  <a:pt x="8552546" y="39588"/>
                  <a:pt x="8556862" y="39588"/>
                </a:cubicBezTo>
                <a:close/>
                <a:moveTo>
                  <a:pt x="8261587" y="39588"/>
                </a:moveTo>
                <a:cubicBezTo>
                  <a:pt x="8263770" y="39588"/>
                  <a:pt x="8265928" y="39849"/>
                  <a:pt x="8268061" y="40370"/>
                </a:cubicBezTo>
                <a:cubicBezTo>
                  <a:pt x="8270195" y="40890"/>
                  <a:pt x="8272105" y="41597"/>
                  <a:pt x="8273791" y="42490"/>
                </a:cubicBezTo>
                <a:lnTo>
                  <a:pt x="8271633" y="47104"/>
                </a:lnTo>
                <a:cubicBezTo>
                  <a:pt x="8268161" y="45318"/>
                  <a:pt x="8264763" y="44425"/>
                  <a:pt x="8261439" y="44425"/>
                </a:cubicBezTo>
                <a:cubicBezTo>
                  <a:pt x="8258759" y="44425"/>
                  <a:pt x="8256726" y="44958"/>
                  <a:pt x="8255337" y="46025"/>
                </a:cubicBezTo>
                <a:cubicBezTo>
                  <a:pt x="8253947" y="47092"/>
                  <a:pt x="8253253" y="48642"/>
                  <a:pt x="8253253" y="50676"/>
                </a:cubicBezTo>
                <a:cubicBezTo>
                  <a:pt x="8253253" y="52263"/>
                  <a:pt x="8253724" y="53541"/>
                  <a:pt x="8254667" y="54508"/>
                </a:cubicBezTo>
                <a:cubicBezTo>
                  <a:pt x="8255610" y="55476"/>
                  <a:pt x="8257098" y="56207"/>
                  <a:pt x="8259132" y="56703"/>
                </a:cubicBezTo>
                <a:lnTo>
                  <a:pt x="8264415" y="57968"/>
                </a:lnTo>
                <a:cubicBezTo>
                  <a:pt x="8268037" y="58812"/>
                  <a:pt x="8270703" y="60151"/>
                  <a:pt x="8272415" y="61987"/>
                </a:cubicBezTo>
                <a:cubicBezTo>
                  <a:pt x="8274126" y="63822"/>
                  <a:pt x="8274982" y="66253"/>
                  <a:pt x="8274982" y="69279"/>
                </a:cubicBezTo>
                <a:cubicBezTo>
                  <a:pt x="8274982" y="73000"/>
                  <a:pt x="8273717" y="75902"/>
                  <a:pt x="8271187" y="77986"/>
                </a:cubicBezTo>
                <a:cubicBezTo>
                  <a:pt x="8268657" y="80069"/>
                  <a:pt x="8265135" y="81111"/>
                  <a:pt x="8260620" y="81111"/>
                </a:cubicBezTo>
                <a:cubicBezTo>
                  <a:pt x="8258189" y="81111"/>
                  <a:pt x="8255807" y="80801"/>
                  <a:pt x="8253477" y="80181"/>
                </a:cubicBezTo>
                <a:cubicBezTo>
                  <a:pt x="8251145" y="79561"/>
                  <a:pt x="8249111" y="78705"/>
                  <a:pt x="8247375" y="77614"/>
                </a:cubicBezTo>
                <a:lnTo>
                  <a:pt x="8249309" y="73000"/>
                </a:lnTo>
                <a:cubicBezTo>
                  <a:pt x="8252881" y="75183"/>
                  <a:pt x="8256651" y="76274"/>
                  <a:pt x="8260620" y="76274"/>
                </a:cubicBezTo>
                <a:cubicBezTo>
                  <a:pt x="8263597" y="76274"/>
                  <a:pt x="8265842" y="75716"/>
                  <a:pt x="8267355" y="74600"/>
                </a:cubicBezTo>
                <a:cubicBezTo>
                  <a:pt x="8268867" y="73484"/>
                  <a:pt x="8269624" y="71834"/>
                  <a:pt x="8269624" y="69651"/>
                </a:cubicBezTo>
                <a:cubicBezTo>
                  <a:pt x="8269624" y="67965"/>
                  <a:pt x="8269153" y="66625"/>
                  <a:pt x="8268211" y="65633"/>
                </a:cubicBezTo>
                <a:cubicBezTo>
                  <a:pt x="8267267" y="64641"/>
                  <a:pt x="8265779" y="63897"/>
                  <a:pt x="8263745" y="63401"/>
                </a:cubicBezTo>
                <a:lnTo>
                  <a:pt x="8258462" y="62136"/>
                </a:lnTo>
                <a:cubicBezTo>
                  <a:pt x="8254840" y="61292"/>
                  <a:pt x="8252174" y="59978"/>
                  <a:pt x="8250463" y="58192"/>
                </a:cubicBezTo>
                <a:cubicBezTo>
                  <a:pt x="8248751" y="56406"/>
                  <a:pt x="8247895" y="54049"/>
                  <a:pt x="8247895" y="51122"/>
                </a:cubicBezTo>
                <a:cubicBezTo>
                  <a:pt x="8247895" y="47501"/>
                  <a:pt x="8249099" y="44673"/>
                  <a:pt x="8251505" y="42639"/>
                </a:cubicBezTo>
                <a:cubicBezTo>
                  <a:pt x="8253910" y="40605"/>
                  <a:pt x="8257271" y="39588"/>
                  <a:pt x="8261587" y="39588"/>
                </a:cubicBezTo>
                <a:close/>
                <a:moveTo>
                  <a:pt x="8128237" y="39588"/>
                </a:moveTo>
                <a:cubicBezTo>
                  <a:pt x="8130420" y="39588"/>
                  <a:pt x="8132578" y="39849"/>
                  <a:pt x="8134711" y="40370"/>
                </a:cubicBezTo>
                <a:cubicBezTo>
                  <a:pt x="8136845" y="40890"/>
                  <a:pt x="8138755" y="41597"/>
                  <a:pt x="8140441" y="42490"/>
                </a:cubicBezTo>
                <a:lnTo>
                  <a:pt x="8138283" y="47104"/>
                </a:lnTo>
                <a:cubicBezTo>
                  <a:pt x="8134811" y="45318"/>
                  <a:pt x="8131413" y="44425"/>
                  <a:pt x="8128089" y="44425"/>
                </a:cubicBezTo>
                <a:cubicBezTo>
                  <a:pt x="8125409" y="44425"/>
                  <a:pt x="8123376" y="44958"/>
                  <a:pt x="8121987" y="46025"/>
                </a:cubicBezTo>
                <a:cubicBezTo>
                  <a:pt x="8120597" y="47092"/>
                  <a:pt x="8119903" y="48642"/>
                  <a:pt x="8119903" y="50676"/>
                </a:cubicBezTo>
                <a:cubicBezTo>
                  <a:pt x="8119903" y="52263"/>
                  <a:pt x="8120374" y="53541"/>
                  <a:pt x="8121317" y="54508"/>
                </a:cubicBezTo>
                <a:cubicBezTo>
                  <a:pt x="8122260" y="55476"/>
                  <a:pt x="8123748" y="56207"/>
                  <a:pt x="8125782" y="56703"/>
                </a:cubicBezTo>
                <a:lnTo>
                  <a:pt x="8131065" y="57968"/>
                </a:lnTo>
                <a:cubicBezTo>
                  <a:pt x="8134687" y="58812"/>
                  <a:pt x="8137353" y="60151"/>
                  <a:pt x="8139065" y="61987"/>
                </a:cubicBezTo>
                <a:cubicBezTo>
                  <a:pt x="8140776" y="63822"/>
                  <a:pt x="8141632" y="66253"/>
                  <a:pt x="8141632" y="69279"/>
                </a:cubicBezTo>
                <a:cubicBezTo>
                  <a:pt x="8141632" y="73000"/>
                  <a:pt x="8140367" y="75902"/>
                  <a:pt x="8137837" y="77986"/>
                </a:cubicBezTo>
                <a:cubicBezTo>
                  <a:pt x="8135307" y="80069"/>
                  <a:pt x="8131785" y="81111"/>
                  <a:pt x="8127270" y="81111"/>
                </a:cubicBezTo>
                <a:cubicBezTo>
                  <a:pt x="8124839" y="81111"/>
                  <a:pt x="8122457" y="80801"/>
                  <a:pt x="8120127" y="80181"/>
                </a:cubicBezTo>
                <a:cubicBezTo>
                  <a:pt x="8117795" y="79561"/>
                  <a:pt x="8115761" y="78705"/>
                  <a:pt x="8114025" y="77614"/>
                </a:cubicBezTo>
                <a:lnTo>
                  <a:pt x="8115959" y="73000"/>
                </a:lnTo>
                <a:cubicBezTo>
                  <a:pt x="8119531" y="75183"/>
                  <a:pt x="8123301" y="76274"/>
                  <a:pt x="8127270" y="76274"/>
                </a:cubicBezTo>
                <a:cubicBezTo>
                  <a:pt x="8130247" y="76274"/>
                  <a:pt x="8132492" y="75716"/>
                  <a:pt x="8134005" y="74600"/>
                </a:cubicBezTo>
                <a:cubicBezTo>
                  <a:pt x="8135517" y="73484"/>
                  <a:pt x="8136274" y="71834"/>
                  <a:pt x="8136274" y="69651"/>
                </a:cubicBezTo>
                <a:cubicBezTo>
                  <a:pt x="8136274" y="67965"/>
                  <a:pt x="8135803" y="66625"/>
                  <a:pt x="8134861" y="65633"/>
                </a:cubicBezTo>
                <a:cubicBezTo>
                  <a:pt x="8133917" y="64641"/>
                  <a:pt x="8132429" y="63897"/>
                  <a:pt x="8130395" y="63401"/>
                </a:cubicBezTo>
                <a:lnTo>
                  <a:pt x="8125112" y="62136"/>
                </a:lnTo>
                <a:cubicBezTo>
                  <a:pt x="8121490" y="61292"/>
                  <a:pt x="8118824" y="59978"/>
                  <a:pt x="8117113" y="58192"/>
                </a:cubicBezTo>
                <a:cubicBezTo>
                  <a:pt x="8115401" y="56406"/>
                  <a:pt x="8114545" y="54049"/>
                  <a:pt x="8114545" y="51122"/>
                </a:cubicBezTo>
                <a:cubicBezTo>
                  <a:pt x="8114545" y="47501"/>
                  <a:pt x="8115749" y="44673"/>
                  <a:pt x="8118155" y="42639"/>
                </a:cubicBezTo>
                <a:cubicBezTo>
                  <a:pt x="8120560" y="40605"/>
                  <a:pt x="8123921" y="39588"/>
                  <a:pt x="8128237" y="39588"/>
                </a:cubicBezTo>
                <a:close/>
                <a:moveTo>
                  <a:pt x="7251938" y="39588"/>
                </a:moveTo>
                <a:cubicBezTo>
                  <a:pt x="7254121" y="39588"/>
                  <a:pt x="7256279" y="39849"/>
                  <a:pt x="7258412" y="40370"/>
                </a:cubicBezTo>
                <a:cubicBezTo>
                  <a:pt x="7260545" y="40890"/>
                  <a:pt x="7262455" y="41597"/>
                  <a:pt x="7264142" y="42490"/>
                </a:cubicBezTo>
                <a:lnTo>
                  <a:pt x="7261984" y="47104"/>
                </a:lnTo>
                <a:cubicBezTo>
                  <a:pt x="7258511" y="45318"/>
                  <a:pt x="7255113" y="44425"/>
                  <a:pt x="7251789" y="44425"/>
                </a:cubicBezTo>
                <a:cubicBezTo>
                  <a:pt x="7249110" y="44425"/>
                  <a:pt x="7247076" y="44958"/>
                  <a:pt x="7245687" y="46025"/>
                </a:cubicBezTo>
                <a:cubicBezTo>
                  <a:pt x="7244298" y="47092"/>
                  <a:pt x="7243603" y="48642"/>
                  <a:pt x="7243603" y="50676"/>
                </a:cubicBezTo>
                <a:cubicBezTo>
                  <a:pt x="7243603" y="52263"/>
                  <a:pt x="7244075" y="53541"/>
                  <a:pt x="7245017" y="54508"/>
                </a:cubicBezTo>
                <a:cubicBezTo>
                  <a:pt x="7245960" y="55476"/>
                  <a:pt x="7247448" y="56207"/>
                  <a:pt x="7249482" y="56703"/>
                </a:cubicBezTo>
                <a:lnTo>
                  <a:pt x="7254765" y="57968"/>
                </a:lnTo>
                <a:cubicBezTo>
                  <a:pt x="7258387" y="58812"/>
                  <a:pt x="7261053" y="60151"/>
                  <a:pt x="7262765" y="61987"/>
                </a:cubicBezTo>
                <a:cubicBezTo>
                  <a:pt x="7264476" y="63822"/>
                  <a:pt x="7265332" y="66253"/>
                  <a:pt x="7265332" y="69279"/>
                </a:cubicBezTo>
                <a:cubicBezTo>
                  <a:pt x="7265332" y="73000"/>
                  <a:pt x="7264067" y="75902"/>
                  <a:pt x="7261537" y="77986"/>
                </a:cubicBezTo>
                <a:cubicBezTo>
                  <a:pt x="7259007" y="80069"/>
                  <a:pt x="7255485" y="81111"/>
                  <a:pt x="7250970" y="81111"/>
                </a:cubicBezTo>
                <a:cubicBezTo>
                  <a:pt x="7248540" y="81111"/>
                  <a:pt x="7246158" y="80801"/>
                  <a:pt x="7243827" y="80181"/>
                </a:cubicBezTo>
                <a:cubicBezTo>
                  <a:pt x="7241495" y="79561"/>
                  <a:pt x="7239461" y="78705"/>
                  <a:pt x="7237725" y="77614"/>
                </a:cubicBezTo>
                <a:lnTo>
                  <a:pt x="7239659" y="73000"/>
                </a:lnTo>
                <a:cubicBezTo>
                  <a:pt x="7243231" y="75183"/>
                  <a:pt x="7247001" y="76274"/>
                  <a:pt x="7250970" y="76274"/>
                </a:cubicBezTo>
                <a:cubicBezTo>
                  <a:pt x="7253947" y="76274"/>
                  <a:pt x="7256192" y="75716"/>
                  <a:pt x="7257705" y="74600"/>
                </a:cubicBezTo>
                <a:cubicBezTo>
                  <a:pt x="7259218" y="73484"/>
                  <a:pt x="7259974" y="71834"/>
                  <a:pt x="7259974" y="69651"/>
                </a:cubicBezTo>
                <a:cubicBezTo>
                  <a:pt x="7259974" y="67965"/>
                  <a:pt x="7259503" y="66625"/>
                  <a:pt x="7258561" y="65633"/>
                </a:cubicBezTo>
                <a:cubicBezTo>
                  <a:pt x="7257618" y="64641"/>
                  <a:pt x="7256130" y="63897"/>
                  <a:pt x="7254096" y="63401"/>
                </a:cubicBezTo>
                <a:lnTo>
                  <a:pt x="7248812" y="62136"/>
                </a:lnTo>
                <a:cubicBezTo>
                  <a:pt x="7245191" y="61292"/>
                  <a:pt x="7242524" y="59978"/>
                  <a:pt x="7240813" y="58192"/>
                </a:cubicBezTo>
                <a:cubicBezTo>
                  <a:pt x="7239101" y="56406"/>
                  <a:pt x="7238246" y="54049"/>
                  <a:pt x="7238246" y="51122"/>
                </a:cubicBezTo>
                <a:cubicBezTo>
                  <a:pt x="7238246" y="47501"/>
                  <a:pt x="7239448" y="44673"/>
                  <a:pt x="7241855" y="42639"/>
                </a:cubicBezTo>
                <a:cubicBezTo>
                  <a:pt x="7244261" y="40605"/>
                  <a:pt x="7247622" y="39588"/>
                  <a:pt x="7251938" y="39588"/>
                </a:cubicBezTo>
                <a:close/>
                <a:moveTo>
                  <a:pt x="6804263" y="39588"/>
                </a:moveTo>
                <a:cubicBezTo>
                  <a:pt x="6806446" y="39588"/>
                  <a:pt x="6808604" y="39849"/>
                  <a:pt x="6810737" y="40370"/>
                </a:cubicBezTo>
                <a:cubicBezTo>
                  <a:pt x="6812870" y="40890"/>
                  <a:pt x="6814780" y="41597"/>
                  <a:pt x="6816467" y="42490"/>
                </a:cubicBezTo>
                <a:lnTo>
                  <a:pt x="6814309" y="47104"/>
                </a:lnTo>
                <a:cubicBezTo>
                  <a:pt x="6810836" y="45318"/>
                  <a:pt x="6807438" y="44425"/>
                  <a:pt x="6804114" y="44425"/>
                </a:cubicBezTo>
                <a:cubicBezTo>
                  <a:pt x="6801435" y="44425"/>
                  <a:pt x="6799401" y="44958"/>
                  <a:pt x="6798012" y="46025"/>
                </a:cubicBezTo>
                <a:cubicBezTo>
                  <a:pt x="6796623" y="47092"/>
                  <a:pt x="6795928" y="48642"/>
                  <a:pt x="6795928" y="50676"/>
                </a:cubicBezTo>
                <a:cubicBezTo>
                  <a:pt x="6795928" y="52263"/>
                  <a:pt x="6796400" y="53541"/>
                  <a:pt x="6797342" y="54508"/>
                </a:cubicBezTo>
                <a:cubicBezTo>
                  <a:pt x="6798285" y="55476"/>
                  <a:pt x="6799773" y="56207"/>
                  <a:pt x="6801807" y="56703"/>
                </a:cubicBezTo>
                <a:lnTo>
                  <a:pt x="6807090" y="57968"/>
                </a:lnTo>
                <a:cubicBezTo>
                  <a:pt x="6810712" y="58812"/>
                  <a:pt x="6813378" y="60151"/>
                  <a:pt x="6815090" y="61987"/>
                </a:cubicBezTo>
                <a:cubicBezTo>
                  <a:pt x="6816801" y="63822"/>
                  <a:pt x="6817657" y="66253"/>
                  <a:pt x="6817657" y="69279"/>
                </a:cubicBezTo>
                <a:cubicBezTo>
                  <a:pt x="6817657" y="73000"/>
                  <a:pt x="6816392" y="75902"/>
                  <a:pt x="6813862" y="77986"/>
                </a:cubicBezTo>
                <a:cubicBezTo>
                  <a:pt x="6811332" y="80069"/>
                  <a:pt x="6807810" y="81111"/>
                  <a:pt x="6803295" y="81111"/>
                </a:cubicBezTo>
                <a:cubicBezTo>
                  <a:pt x="6800865" y="81111"/>
                  <a:pt x="6798483" y="80801"/>
                  <a:pt x="6796152" y="80181"/>
                </a:cubicBezTo>
                <a:cubicBezTo>
                  <a:pt x="6793820" y="79561"/>
                  <a:pt x="6791786" y="78705"/>
                  <a:pt x="6790050" y="77614"/>
                </a:cubicBezTo>
                <a:lnTo>
                  <a:pt x="6791984" y="73000"/>
                </a:lnTo>
                <a:cubicBezTo>
                  <a:pt x="6795556" y="75183"/>
                  <a:pt x="6799326" y="76274"/>
                  <a:pt x="6803295" y="76274"/>
                </a:cubicBezTo>
                <a:cubicBezTo>
                  <a:pt x="6806272" y="76274"/>
                  <a:pt x="6808517" y="75716"/>
                  <a:pt x="6810030" y="74600"/>
                </a:cubicBezTo>
                <a:cubicBezTo>
                  <a:pt x="6811543" y="73484"/>
                  <a:pt x="6812299" y="71834"/>
                  <a:pt x="6812299" y="69651"/>
                </a:cubicBezTo>
                <a:cubicBezTo>
                  <a:pt x="6812299" y="67965"/>
                  <a:pt x="6811828" y="66625"/>
                  <a:pt x="6810886" y="65633"/>
                </a:cubicBezTo>
                <a:cubicBezTo>
                  <a:pt x="6809943" y="64641"/>
                  <a:pt x="6808455" y="63897"/>
                  <a:pt x="6806421" y="63401"/>
                </a:cubicBezTo>
                <a:lnTo>
                  <a:pt x="6801137" y="62136"/>
                </a:lnTo>
                <a:cubicBezTo>
                  <a:pt x="6797516" y="61292"/>
                  <a:pt x="6794849" y="59978"/>
                  <a:pt x="6793138" y="58192"/>
                </a:cubicBezTo>
                <a:cubicBezTo>
                  <a:pt x="6791426" y="56406"/>
                  <a:pt x="6790571" y="54049"/>
                  <a:pt x="6790571" y="51122"/>
                </a:cubicBezTo>
                <a:cubicBezTo>
                  <a:pt x="6790571" y="47501"/>
                  <a:pt x="6791774" y="44673"/>
                  <a:pt x="6794180" y="42639"/>
                </a:cubicBezTo>
                <a:cubicBezTo>
                  <a:pt x="6796586" y="40605"/>
                  <a:pt x="6799947" y="39588"/>
                  <a:pt x="6804263" y="39588"/>
                </a:cubicBezTo>
                <a:close/>
                <a:moveTo>
                  <a:pt x="6461363" y="39588"/>
                </a:moveTo>
                <a:cubicBezTo>
                  <a:pt x="6463546" y="39588"/>
                  <a:pt x="6465704" y="39849"/>
                  <a:pt x="6467837" y="40370"/>
                </a:cubicBezTo>
                <a:cubicBezTo>
                  <a:pt x="6469970" y="40890"/>
                  <a:pt x="6471880" y="41597"/>
                  <a:pt x="6473567" y="42490"/>
                </a:cubicBezTo>
                <a:lnTo>
                  <a:pt x="6471409" y="47104"/>
                </a:lnTo>
                <a:cubicBezTo>
                  <a:pt x="6467936" y="45318"/>
                  <a:pt x="6464538" y="44425"/>
                  <a:pt x="6461214" y="44425"/>
                </a:cubicBezTo>
                <a:cubicBezTo>
                  <a:pt x="6458535" y="44425"/>
                  <a:pt x="6456501" y="44958"/>
                  <a:pt x="6455112" y="46025"/>
                </a:cubicBezTo>
                <a:cubicBezTo>
                  <a:pt x="6453723" y="47092"/>
                  <a:pt x="6453028" y="48642"/>
                  <a:pt x="6453028" y="50676"/>
                </a:cubicBezTo>
                <a:cubicBezTo>
                  <a:pt x="6453028" y="52263"/>
                  <a:pt x="6453500" y="53541"/>
                  <a:pt x="6454442" y="54508"/>
                </a:cubicBezTo>
                <a:cubicBezTo>
                  <a:pt x="6455385" y="55476"/>
                  <a:pt x="6456873" y="56207"/>
                  <a:pt x="6458907" y="56703"/>
                </a:cubicBezTo>
                <a:lnTo>
                  <a:pt x="6464190" y="57968"/>
                </a:lnTo>
                <a:cubicBezTo>
                  <a:pt x="6467812" y="58812"/>
                  <a:pt x="6470478" y="60151"/>
                  <a:pt x="6472190" y="61987"/>
                </a:cubicBezTo>
                <a:cubicBezTo>
                  <a:pt x="6473901" y="63822"/>
                  <a:pt x="6474757" y="66253"/>
                  <a:pt x="6474757" y="69279"/>
                </a:cubicBezTo>
                <a:cubicBezTo>
                  <a:pt x="6474757" y="73000"/>
                  <a:pt x="6473492" y="75902"/>
                  <a:pt x="6470962" y="77986"/>
                </a:cubicBezTo>
                <a:cubicBezTo>
                  <a:pt x="6468432" y="80069"/>
                  <a:pt x="6464910" y="81111"/>
                  <a:pt x="6460395" y="81111"/>
                </a:cubicBezTo>
                <a:cubicBezTo>
                  <a:pt x="6457965" y="81111"/>
                  <a:pt x="6455583" y="80801"/>
                  <a:pt x="6453252" y="80181"/>
                </a:cubicBezTo>
                <a:cubicBezTo>
                  <a:pt x="6450920" y="79561"/>
                  <a:pt x="6448886" y="78705"/>
                  <a:pt x="6447150" y="77614"/>
                </a:cubicBezTo>
                <a:lnTo>
                  <a:pt x="6449084" y="73000"/>
                </a:lnTo>
                <a:cubicBezTo>
                  <a:pt x="6452656" y="75183"/>
                  <a:pt x="6456427" y="76274"/>
                  <a:pt x="6460395" y="76274"/>
                </a:cubicBezTo>
                <a:cubicBezTo>
                  <a:pt x="6463372" y="76274"/>
                  <a:pt x="6465617" y="75716"/>
                  <a:pt x="6467130" y="74600"/>
                </a:cubicBezTo>
                <a:cubicBezTo>
                  <a:pt x="6468643" y="73484"/>
                  <a:pt x="6469399" y="71834"/>
                  <a:pt x="6469399" y="69651"/>
                </a:cubicBezTo>
                <a:cubicBezTo>
                  <a:pt x="6469399" y="67965"/>
                  <a:pt x="6468929" y="66625"/>
                  <a:pt x="6467986" y="65633"/>
                </a:cubicBezTo>
                <a:cubicBezTo>
                  <a:pt x="6467043" y="64641"/>
                  <a:pt x="6465555" y="63897"/>
                  <a:pt x="6463521" y="63401"/>
                </a:cubicBezTo>
                <a:lnTo>
                  <a:pt x="6458237" y="62136"/>
                </a:lnTo>
                <a:cubicBezTo>
                  <a:pt x="6454616" y="61292"/>
                  <a:pt x="6451949" y="59978"/>
                  <a:pt x="6450238" y="58192"/>
                </a:cubicBezTo>
                <a:cubicBezTo>
                  <a:pt x="6448526" y="56406"/>
                  <a:pt x="6447671" y="54049"/>
                  <a:pt x="6447671" y="51122"/>
                </a:cubicBezTo>
                <a:cubicBezTo>
                  <a:pt x="6447671" y="47501"/>
                  <a:pt x="6448874" y="44673"/>
                  <a:pt x="6451280" y="42639"/>
                </a:cubicBezTo>
                <a:cubicBezTo>
                  <a:pt x="6453686" y="40605"/>
                  <a:pt x="6457047" y="39588"/>
                  <a:pt x="6461363" y="39588"/>
                </a:cubicBezTo>
                <a:close/>
                <a:moveTo>
                  <a:pt x="6280388" y="39588"/>
                </a:moveTo>
                <a:cubicBezTo>
                  <a:pt x="6282571" y="39588"/>
                  <a:pt x="6284729" y="39849"/>
                  <a:pt x="6286862" y="40370"/>
                </a:cubicBezTo>
                <a:cubicBezTo>
                  <a:pt x="6288995" y="40890"/>
                  <a:pt x="6290905" y="41597"/>
                  <a:pt x="6292592" y="42490"/>
                </a:cubicBezTo>
                <a:lnTo>
                  <a:pt x="6290434" y="47104"/>
                </a:lnTo>
                <a:cubicBezTo>
                  <a:pt x="6286961" y="45318"/>
                  <a:pt x="6283563" y="44425"/>
                  <a:pt x="6280239" y="44425"/>
                </a:cubicBezTo>
                <a:cubicBezTo>
                  <a:pt x="6277560" y="44425"/>
                  <a:pt x="6275526" y="44958"/>
                  <a:pt x="6274137" y="46025"/>
                </a:cubicBezTo>
                <a:cubicBezTo>
                  <a:pt x="6272748" y="47092"/>
                  <a:pt x="6272053" y="48642"/>
                  <a:pt x="6272053" y="50676"/>
                </a:cubicBezTo>
                <a:cubicBezTo>
                  <a:pt x="6272053" y="52263"/>
                  <a:pt x="6272525" y="53541"/>
                  <a:pt x="6273467" y="54508"/>
                </a:cubicBezTo>
                <a:cubicBezTo>
                  <a:pt x="6274410" y="55476"/>
                  <a:pt x="6275898" y="56207"/>
                  <a:pt x="6277932" y="56703"/>
                </a:cubicBezTo>
                <a:lnTo>
                  <a:pt x="6283215" y="57968"/>
                </a:lnTo>
                <a:cubicBezTo>
                  <a:pt x="6286837" y="58812"/>
                  <a:pt x="6289503" y="60151"/>
                  <a:pt x="6291215" y="61987"/>
                </a:cubicBezTo>
                <a:cubicBezTo>
                  <a:pt x="6292926" y="63822"/>
                  <a:pt x="6293782" y="66253"/>
                  <a:pt x="6293782" y="69279"/>
                </a:cubicBezTo>
                <a:cubicBezTo>
                  <a:pt x="6293782" y="73000"/>
                  <a:pt x="6292517" y="75902"/>
                  <a:pt x="6289987" y="77986"/>
                </a:cubicBezTo>
                <a:cubicBezTo>
                  <a:pt x="6287457" y="80069"/>
                  <a:pt x="6283935" y="81111"/>
                  <a:pt x="6279420" y="81111"/>
                </a:cubicBezTo>
                <a:cubicBezTo>
                  <a:pt x="6276990" y="81111"/>
                  <a:pt x="6274608" y="80801"/>
                  <a:pt x="6272277" y="80181"/>
                </a:cubicBezTo>
                <a:cubicBezTo>
                  <a:pt x="6269945" y="79561"/>
                  <a:pt x="6267911" y="78705"/>
                  <a:pt x="6266175" y="77614"/>
                </a:cubicBezTo>
                <a:lnTo>
                  <a:pt x="6268109" y="73000"/>
                </a:lnTo>
                <a:cubicBezTo>
                  <a:pt x="6271681" y="75183"/>
                  <a:pt x="6275452" y="76274"/>
                  <a:pt x="6279420" y="76274"/>
                </a:cubicBezTo>
                <a:cubicBezTo>
                  <a:pt x="6282397" y="76274"/>
                  <a:pt x="6284642" y="75716"/>
                  <a:pt x="6286155" y="74600"/>
                </a:cubicBezTo>
                <a:cubicBezTo>
                  <a:pt x="6287668" y="73484"/>
                  <a:pt x="6288424" y="71834"/>
                  <a:pt x="6288424" y="69651"/>
                </a:cubicBezTo>
                <a:cubicBezTo>
                  <a:pt x="6288424" y="67965"/>
                  <a:pt x="6287954" y="66625"/>
                  <a:pt x="6287011" y="65633"/>
                </a:cubicBezTo>
                <a:cubicBezTo>
                  <a:pt x="6286068" y="64641"/>
                  <a:pt x="6284580" y="63897"/>
                  <a:pt x="6282546" y="63401"/>
                </a:cubicBezTo>
                <a:lnTo>
                  <a:pt x="6277262" y="62136"/>
                </a:lnTo>
                <a:cubicBezTo>
                  <a:pt x="6273641" y="61292"/>
                  <a:pt x="6270974" y="59978"/>
                  <a:pt x="6269263" y="58192"/>
                </a:cubicBezTo>
                <a:cubicBezTo>
                  <a:pt x="6267551" y="56406"/>
                  <a:pt x="6266696" y="54049"/>
                  <a:pt x="6266696" y="51122"/>
                </a:cubicBezTo>
                <a:cubicBezTo>
                  <a:pt x="6266696" y="47501"/>
                  <a:pt x="6267899" y="44673"/>
                  <a:pt x="6270305" y="42639"/>
                </a:cubicBezTo>
                <a:cubicBezTo>
                  <a:pt x="6272711" y="40605"/>
                  <a:pt x="6276072" y="39588"/>
                  <a:pt x="6280388" y="39588"/>
                </a:cubicBezTo>
                <a:close/>
                <a:moveTo>
                  <a:pt x="5756513" y="39588"/>
                </a:moveTo>
                <a:cubicBezTo>
                  <a:pt x="5758696" y="39588"/>
                  <a:pt x="5760854" y="39849"/>
                  <a:pt x="5762987" y="40370"/>
                </a:cubicBezTo>
                <a:cubicBezTo>
                  <a:pt x="5765120" y="40890"/>
                  <a:pt x="5767031" y="41597"/>
                  <a:pt x="5768717" y="42490"/>
                </a:cubicBezTo>
                <a:lnTo>
                  <a:pt x="5766559" y="47104"/>
                </a:lnTo>
                <a:cubicBezTo>
                  <a:pt x="5763086" y="45318"/>
                  <a:pt x="5759688" y="44425"/>
                  <a:pt x="5756364" y="44425"/>
                </a:cubicBezTo>
                <a:cubicBezTo>
                  <a:pt x="5753685" y="44425"/>
                  <a:pt x="5751651" y="44958"/>
                  <a:pt x="5750262" y="46025"/>
                </a:cubicBezTo>
                <a:cubicBezTo>
                  <a:pt x="5748873" y="47092"/>
                  <a:pt x="5748179" y="48642"/>
                  <a:pt x="5748179" y="50676"/>
                </a:cubicBezTo>
                <a:cubicBezTo>
                  <a:pt x="5748179" y="52263"/>
                  <a:pt x="5748650" y="53541"/>
                  <a:pt x="5749593" y="54508"/>
                </a:cubicBezTo>
                <a:cubicBezTo>
                  <a:pt x="5750535" y="55476"/>
                  <a:pt x="5752023" y="56207"/>
                  <a:pt x="5754058" y="56703"/>
                </a:cubicBezTo>
                <a:lnTo>
                  <a:pt x="5759341" y="57968"/>
                </a:lnTo>
                <a:cubicBezTo>
                  <a:pt x="5762962" y="58812"/>
                  <a:pt x="5765629" y="60151"/>
                  <a:pt x="5767340" y="61987"/>
                </a:cubicBezTo>
                <a:cubicBezTo>
                  <a:pt x="5769051" y="63822"/>
                  <a:pt x="5769907" y="66253"/>
                  <a:pt x="5769907" y="69279"/>
                </a:cubicBezTo>
                <a:cubicBezTo>
                  <a:pt x="5769907" y="73000"/>
                  <a:pt x="5768642" y="75902"/>
                  <a:pt x="5766112" y="77986"/>
                </a:cubicBezTo>
                <a:cubicBezTo>
                  <a:pt x="5763583" y="80069"/>
                  <a:pt x="5760060" y="81111"/>
                  <a:pt x="5755546" y="81111"/>
                </a:cubicBezTo>
                <a:cubicBezTo>
                  <a:pt x="5753115" y="81111"/>
                  <a:pt x="5750733" y="80801"/>
                  <a:pt x="5748402" y="80181"/>
                </a:cubicBezTo>
                <a:cubicBezTo>
                  <a:pt x="5746070" y="79561"/>
                  <a:pt x="5744037" y="78705"/>
                  <a:pt x="5742300" y="77614"/>
                </a:cubicBezTo>
                <a:lnTo>
                  <a:pt x="5744234" y="73000"/>
                </a:lnTo>
                <a:cubicBezTo>
                  <a:pt x="5747806" y="75183"/>
                  <a:pt x="5751576" y="76274"/>
                  <a:pt x="5755546" y="76274"/>
                </a:cubicBezTo>
                <a:cubicBezTo>
                  <a:pt x="5758522" y="76274"/>
                  <a:pt x="5760767" y="75716"/>
                  <a:pt x="5762280" y="74600"/>
                </a:cubicBezTo>
                <a:cubicBezTo>
                  <a:pt x="5763793" y="73484"/>
                  <a:pt x="5764549" y="71834"/>
                  <a:pt x="5764549" y="69651"/>
                </a:cubicBezTo>
                <a:cubicBezTo>
                  <a:pt x="5764549" y="67965"/>
                  <a:pt x="5764078" y="66625"/>
                  <a:pt x="5763136" y="65633"/>
                </a:cubicBezTo>
                <a:cubicBezTo>
                  <a:pt x="5762193" y="64641"/>
                  <a:pt x="5760705" y="63897"/>
                  <a:pt x="5758671" y="63401"/>
                </a:cubicBezTo>
                <a:lnTo>
                  <a:pt x="5753387" y="62136"/>
                </a:lnTo>
                <a:cubicBezTo>
                  <a:pt x="5749766" y="61292"/>
                  <a:pt x="5747099" y="59978"/>
                  <a:pt x="5745388" y="58192"/>
                </a:cubicBezTo>
                <a:cubicBezTo>
                  <a:pt x="5743676" y="56406"/>
                  <a:pt x="5742821" y="54049"/>
                  <a:pt x="5742821" y="51122"/>
                </a:cubicBezTo>
                <a:cubicBezTo>
                  <a:pt x="5742821" y="47501"/>
                  <a:pt x="5744023" y="44673"/>
                  <a:pt x="5746430" y="42639"/>
                </a:cubicBezTo>
                <a:cubicBezTo>
                  <a:pt x="5748836" y="40605"/>
                  <a:pt x="5752197" y="39588"/>
                  <a:pt x="5756513" y="39588"/>
                </a:cubicBezTo>
                <a:close/>
                <a:moveTo>
                  <a:pt x="5051663" y="39588"/>
                </a:moveTo>
                <a:cubicBezTo>
                  <a:pt x="5053845" y="39588"/>
                  <a:pt x="5056003" y="39849"/>
                  <a:pt x="5058137" y="40370"/>
                </a:cubicBezTo>
                <a:cubicBezTo>
                  <a:pt x="5060270" y="40890"/>
                  <a:pt x="5062180" y="41597"/>
                  <a:pt x="5063867" y="42490"/>
                </a:cubicBezTo>
                <a:lnTo>
                  <a:pt x="5061709" y="47104"/>
                </a:lnTo>
                <a:cubicBezTo>
                  <a:pt x="5058236" y="45318"/>
                  <a:pt x="5054838" y="44425"/>
                  <a:pt x="5051514" y="44425"/>
                </a:cubicBezTo>
                <a:cubicBezTo>
                  <a:pt x="5048835" y="44425"/>
                  <a:pt x="5046801" y="44958"/>
                  <a:pt x="5045412" y="46025"/>
                </a:cubicBezTo>
                <a:cubicBezTo>
                  <a:pt x="5044022" y="47092"/>
                  <a:pt x="5043328" y="48642"/>
                  <a:pt x="5043328" y="50676"/>
                </a:cubicBezTo>
                <a:cubicBezTo>
                  <a:pt x="5043328" y="52263"/>
                  <a:pt x="5043799" y="53541"/>
                  <a:pt x="5044742" y="54508"/>
                </a:cubicBezTo>
                <a:cubicBezTo>
                  <a:pt x="5045685" y="55476"/>
                  <a:pt x="5047173" y="56207"/>
                  <a:pt x="5049207" y="56703"/>
                </a:cubicBezTo>
                <a:lnTo>
                  <a:pt x="5054490" y="57968"/>
                </a:lnTo>
                <a:cubicBezTo>
                  <a:pt x="5058113" y="58812"/>
                  <a:pt x="5060778" y="60151"/>
                  <a:pt x="5062490" y="61987"/>
                </a:cubicBezTo>
                <a:cubicBezTo>
                  <a:pt x="5064201" y="63822"/>
                  <a:pt x="5065057" y="66253"/>
                  <a:pt x="5065057" y="69279"/>
                </a:cubicBezTo>
                <a:cubicBezTo>
                  <a:pt x="5065057" y="73000"/>
                  <a:pt x="5063792" y="75902"/>
                  <a:pt x="5061262" y="77986"/>
                </a:cubicBezTo>
                <a:cubicBezTo>
                  <a:pt x="5058732" y="80069"/>
                  <a:pt x="5055210" y="81111"/>
                  <a:pt x="5050695" y="81111"/>
                </a:cubicBezTo>
                <a:cubicBezTo>
                  <a:pt x="5048264" y="81111"/>
                  <a:pt x="5045883" y="80801"/>
                  <a:pt x="5043552" y="80181"/>
                </a:cubicBezTo>
                <a:cubicBezTo>
                  <a:pt x="5041220" y="79561"/>
                  <a:pt x="5039186" y="78705"/>
                  <a:pt x="5037450" y="77614"/>
                </a:cubicBezTo>
                <a:lnTo>
                  <a:pt x="5039384" y="73000"/>
                </a:lnTo>
                <a:cubicBezTo>
                  <a:pt x="5042956" y="75183"/>
                  <a:pt x="5046727" y="76274"/>
                  <a:pt x="5050695" y="76274"/>
                </a:cubicBezTo>
                <a:cubicBezTo>
                  <a:pt x="5053672" y="76274"/>
                  <a:pt x="5055917" y="75716"/>
                  <a:pt x="5057430" y="74600"/>
                </a:cubicBezTo>
                <a:cubicBezTo>
                  <a:pt x="5058943" y="73484"/>
                  <a:pt x="5059699" y="71834"/>
                  <a:pt x="5059699" y="69651"/>
                </a:cubicBezTo>
                <a:cubicBezTo>
                  <a:pt x="5059699" y="67965"/>
                  <a:pt x="5059229" y="66625"/>
                  <a:pt x="5058286" y="65633"/>
                </a:cubicBezTo>
                <a:cubicBezTo>
                  <a:pt x="5057343" y="64641"/>
                  <a:pt x="5055854" y="63897"/>
                  <a:pt x="5053821" y="63401"/>
                </a:cubicBezTo>
                <a:lnTo>
                  <a:pt x="5048537" y="62136"/>
                </a:lnTo>
                <a:cubicBezTo>
                  <a:pt x="5044915" y="61292"/>
                  <a:pt x="5042249" y="59978"/>
                  <a:pt x="5040538" y="58192"/>
                </a:cubicBezTo>
                <a:cubicBezTo>
                  <a:pt x="5038826" y="56406"/>
                  <a:pt x="5037971" y="54049"/>
                  <a:pt x="5037971" y="51122"/>
                </a:cubicBezTo>
                <a:cubicBezTo>
                  <a:pt x="5037971" y="47501"/>
                  <a:pt x="5039174" y="44673"/>
                  <a:pt x="5041580" y="42639"/>
                </a:cubicBezTo>
                <a:cubicBezTo>
                  <a:pt x="5043985" y="40605"/>
                  <a:pt x="5047347" y="39588"/>
                  <a:pt x="5051663" y="39588"/>
                </a:cubicBezTo>
                <a:close/>
                <a:moveTo>
                  <a:pt x="3775313" y="39588"/>
                </a:moveTo>
                <a:cubicBezTo>
                  <a:pt x="3777496" y="39588"/>
                  <a:pt x="3779653" y="39849"/>
                  <a:pt x="3781787" y="40370"/>
                </a:cubicBezTo>
                <a:cubicBezTo>
                  <a:pt x="3783920" y="40890"/>
                  <a:pt x="3785830" y="41597"/>
                  <a:pt x="3787517" y="42490"/>
                </a:cubicBezTo>
                <a:lnTo>
                  <a:pt x="3785359" y="47104"/>
                </a:lnTo>
                <a:cubicBezTo>
                  <a:pt x="3781886" y="45318"/>
                  <a:pt x="3778488" y="44425"/>
                  <a:pt x="3775164" y="44425"/>
                </a:cubicBezTo>
                <a:cubicBezTo>
                  <a:pt x="3772486" y="44425"/>
                  <a:pt x="3770452" y="44958"/>
                  <a:pt x="3769062" y="46025"/>
                </a:cubicBezTo>
                <a:cubicBezTo>
                  <a:pt x="3767673" y="47092"/>
                  <a:pt x="3766978" y="48642"/>
                  <a:pt x="3766978" y="50676"/>
                </a:cubicBezTo>
                <a:cubicBezTo>
                  <a:pt x="3766978" y="52263"/>
                  <a:pt x="3767449" y="53541"/>
                  <a:pt x="3768392" y="54508"/>
                </a:cubicBezTo>
                <a:cubicBezTo>
                  <a:pt x="3769335" y="55476"/>
                  <a:pt x="3770823" y="56207"/>
                  <a:pt x="3772857" y="56703"/>
                </a:cubicBezTo>
                <a:lnTo>
                  <a:pt x="3778140" y="57968"/>
                </a:lnTo>
                <a:cubicBezTo>
                  <a:pt x="3781762" y="58812"/>
                  <a:pt x="3784428" y="60151"/>
                  <a:pt x="3786141" y="61987"/>
                </a:cubicBezTo>
                <a:cubicBezTo>
                  <a:pt x="3787851" y="63822"/>
                  <a:pt x="3788707" y="66253"/>
                  <a:pt x="3788707" y="69279"/>
                </a:cubicBezTo>
                <a:cubicBezTo>
                  <a:pt x="3788707" y="73000"/>
                  <a:pt x="3787442" y="75902"/>
                  <a:pt x="3784912" y="77986"/>
                </a:cubicBezTo>
                <a:cubicBezTo>
                  <a:pt x="3782382" y="80069"/>
                  <a:pt x="3778860" y="81111"/>
                  <a:pt x="3774345" y="81111"/>
                </a:cubicBezTo>
                <a:cubicBezTo>
                  <a:pt x="3771914" y="81111"/>
                  <a:pt x="3769533" y="80801"/>
                  <a:pt x="3767201" y="80181"/>
                </a:cubicBezTo>
                <a:cubicBezTo>
                  <a:pt x="3764870" y="79561"/>
                  <a:pt x="3762836" y="78705"/>
                  <a:pt x="3761100" y="77614"/>
                </a:cubicBezTo>
                <a:lnTo>
                  <a:pt x="3763034" y="73000"/>
                </a:lnTo>
                <a:cubicBezTo>
                  <a:pt x="3766607" y="75183"/>
                  <a:pt x="3770377" y="76274"/>
                  <a:pt x="3774345" y="76274"/>
                </a:cubicBezTo>
                <a:cubicBezTo>
                  <a:pt x="3777322" y="76274"/>
                  <a:pt x="3779567" y="75716"/>
                  <a:pt x="3781080" y="74600"/>
                </a:cubicBezTo>
                <a:cubicBezTo>
                  <a:pt x="3782593" y="73484"/>
                  <a:pt x="3783349" y="71834"/>
                  <a:pt x="3783349" y="69651"/>
                </a:cubicBezTo>
                <a:cubicBezTo>
                  <a:pt x="3783349" y="67965"/>
                  <a:pt x="3782878" y="66625"/>
                  <a:pt x="3781935" y="65633"/>
                </a:cubicBezTo>
                <a:cubicBezTo>
                  <a:pt x="3780993" y="64641"/>
                  <a:pt x="3779504" y="63897"/>
                  <a:pt x="3777471" y="63401"/>
                </a:cubicBezTo>
                <a:lnTo>
                  <a:pt x="3772187" y="62136"/>
                </a:lnTo>
                <a:cubicBezTo>
                  <a:pt x="3768566" y="61292"/>
                  <a:pt x="3765899" y="59978"/>
                  <a:pt x="3764188" y="58192"/>
                </a:cubicBezTo>
                <a:cubicBezTo>
                  <a:pt x="3762477" y="56406"/>
                  <a:pt x="3761620" y="54049"/>
                  <a:pt x="3761620" y="51122"/>
                </a:cubicBezTo>
                <a:cubicBezTo>
                  <a:pt x="3761620" y="47501"/>
                  <a:pt x="3762824" y="44673"/>
                  <a:pt x="3765229" y="42639"/>
                </a:cubicBezTo>
                <a:cubicBezTo>
                  <a:pt x="3767635" y="40605"/>
                  <a:pt x="3770997" y="39588"/>
                  <a:pt x="3775313" y="39588"/>
                </a:cubicBezTo>
                <a:close/>
                <a:moveTo>
                  <a:pt x="3565763" y="39588"/>
                </a:moveTo>
                <a:cubicBezTo>
                  <a:pt x="3567946" y="39588"/>
                  <a:pt x="3570104" y="39849"/>
                  <a:pt x="3572237" y="40370"/>
                </a:cubicBezTo>
                <a:cubicBezTo>
                  <a:pt x="3574370" y="40890"/>
                  <a:pt x="3576281" y="41597"/>
                  <a:pt x="3577967" y="42490"/>
                </a:cubicBezTo>
                <a:lnTo>
                  <a:pt x="3575810" y="47104"/>
                </a:lnTo>
                <a:cubicBezTo>
                  <a:pt x="3572337" y="45318"/>
                  <a:pt x="3568938" y="44425"/>
                  <a:pt x="3565615" y="44425"/>
                </a:cubicBezTo>
                <a:cubicBezTo>
                  <a:pt x="3562936" y="44425"/>
                  <a:pt x="3560901" y="44958"/>
                  <a:pt x="3559513" y="46025"/>
                </a:cubicBezTo>
                <a:cubicBezTo>
                  <a:pt x="3558124" y="47092"/>
                  <a:pt x="3557429" y="48642"/>
                  <a:pt x="3557429" y="50676"/>
                </a:cubicBezTo>
                <a:cubicBezTo>
                  <a:pt x="3557429" y="52263"/>
                  <a:pt x="3557900" y="53541"/>
                  <a:pt x="3558842" y="54508"/>
                </a:cubicBezTo>
                <a:cubicBezTo>
                  <a:pt x="3559785" y="55476"/>
                  <a:pt x="3561274" y="56207"/>
                  <a:pt x="3563307" y="56703"/>
                </a:cubicBezTo>
                <a:lnTo>
                  <a:pt x="3568591" y="57968"/>
                </a:lnTo>
                <a:cubicBezTo>
                  <a:pt x="3572212" y="58812"/>
                  <a:pt x="3574879" y="60151"/>
                  <a:pt x="3576591" y="61987"/>
                </a:cubicBezTo>
                <a:cubicBezTo>
                  <a:pt x="3578302" y="63822"/>
                  <a:pt x="3579158" y="66253"/>
                  <a:pt x="3579158" y="69279"/>
                </a:cubicBezTo>
                <a:cubicBezTo>
                  <a:pt x="3579158" y="73000"/>
                  <a:pt x="3577893" y="75902"/>
                  <a:pt x="3575363" y="77986"/>
                </a:cubicBezTo>
                <a:cubicBezTo>
                  <a:pt x="3572833" y="80069"/>
                  <a:pt x="3569310" y="81111"/>
                  <a:pt x="3564796" y="81111"/>
                </a:cubicBezTo>
                <a:cubicBezTo>
                  <a:pt x="3562365" y="81111"/>
                  <a:pt x="3559984" y="80801"/>
                  <a:pt x="3557652" y="80181"/>
                </a:cubicBezTo>
                <a:cubicBezTo>
                  <a:pt x="3555320" y="79561"/>
                  <a:pt x="3553287" y="78705"/>
                  <a:pt x="3551550" y="77614"/>
                </a:cubicBezTo>
                <a:lnTo>
                  <a:pt x="3553485" y="73000"/>
                </a:lnTo>
                <a:cubicBezTo>
                  <a:pt x="3557057" y="75183"/>
                  <a:pt x="3560827" y="76274"/>
                  <a:pt x="3564796" y="76274"/>
                </a:cubicBezTo>
                <a:cubicBezTo>
                  <a:pt x="3567773" y="76274"/>
                  <a:pt x="3570017" y="75716"/>
                  <a:pt x="3571530" y="74600"/>
                </a:cubicBezTo>
                <a:cubicBezTo>
                  <a:pt x="3573044" y="73484"/>
                  <a:pt x="3573800" y="71834"/>
                  <a:pt x="3573800" y="69651"/>
                </a:cubicBezTo>
                <a:cubicBezTo>
                  <a:pt x="3573800" y="67965"/>
                  <a:pt x="3573329" y="66625"/>
                  <a:pt x="3572386" y="65633"/>
                </a:cubicBezTo>
                <a:cubicBezTo>
                  <a:pt x="3571444" y="64641"/>
                  <a:pt x="3569955" y="63897"/>
                  <a:pt x="3567922" y="63401"/>
                </a:cubicBezTo>
                <a:lnTo>
                  <a:pt x="3562638" y="62136"/>
                </a:lnTo>
                <a:cubicBezTo>
                  <a:pt x="3559016" y="61292"/>
                  <a:pt x="3556350" y="59978"/>
                  <a:pt x="3554639" y="58192"/>
                </a:cubicBezTo>
                <a:cubicBezTo>
                  <a:pt x="3552927" y="56406"/>
                  <a:pt x="3552071" y="54049"/>
                  <a:pt x="3552071" y="51122"/>
                </a:cubicBezTo>
                <a:cubicBezTo>
                  <a:pt x="3552071" y="47501"/>
                  <a:pt x="3553274" y="44673"/>
                  <a:pt x="3555680" y="42639"/>
                </a:cubicBezTo>
                <a:cubicBezTo>
                  <a:pt x="3558086" y="40605"/>
                  <a:pt x="3561447" y="39588"/>
                  <a:pt x="3565763" y="39588"/>
                </a:cubicBezTo>
                <a:close/>
                <a:moveTo>
                  <a:pt x="3318113" y="39588"/>
                </a:moveTo>
                <a:cubicBezTo>
                  <a:pt x="3320296" y="39588"/>
                  <a:pt x="3322454" y="39849"/>
                  <a:pt x="3324587" y="40370"/>
                </a:cubicBezTo>
                <a:cubicBezTo>
                  <a:pt x="3326720" y="40890"/>
                  <a:pt x="3328631" y="41597"/>
                  <a:pt x="3330318" y="42490"/>
                </a:cubicBezTo>
                <a:lnTo>
                  <a:pt x="3328159" y="47104"/>
                </a:lnTo>
                <a:cubicBezTo>
                  <a:pt x="3324687" y="45318"/>
                  <a:pt x="3321288" y="44425"/>
                  <a:pt x="3317965" y="44425"/>
                </a:cubicBezTo>
                <a:cubicBezTo>
                  <a:pt x="3315286" y="44425"/>
                  <a:pt x="3313251" y="44958"/>
                  <a:pt x="3311862" y="46025"/>
                </a:cubicBezTo>
                <a:cubicBezTo>
                  <a:pt x="3310474" y="47092"/>
                  <a:pt x="3309779" y="48642"/>
                  <a:pt x="3309779" y="50676"/>
                </a:cubicBezTo>
                <a:cubicBezTo>
                  <a:pt x="3309779" y="52263"/>
                  <a:pt x="3310250" y="53541"/>
                  <a:pt x="3311193" y="54508"/>
                </a:cubicBezTo>
                <a:cubicBezTo>
                  <a:pt x="3312135" y="55476"/>
                  <a:pt x="3313624" y="56207"/>
                  <a:pt x="3315658" y="56703"/>
                </a:cubicBezTo>
                <a:lnTo>
                  <a:pt x="3320941" y="57968"/>
                </a:lnTo>
                <a:cubicBezTo>
                  <a:pt x="3324562" y="58812"/>
                  <a:pt x="3327229" y="60151"/>
                  <a:pt x="3328941" y="61987"/>
                </a:cubicBezTo>
                <a:cubicBezTo>
                  <a:pt x="3330652" y="63822"/>
                  <a:pt x="3331508" y="66253"/>
                  <a:pt x="3331508" y="69279"/>
                </a:cubicBezTo>
                <a:cubicBezTo>
                  <a:pt x="3331508" y="73000"/>
                  <a:pt x="3330243" y="75902"/>
                  <a:pt x="3327712" y="77986"/>
                </a:cubicBezTo>
                <a:cubicBezTo>
                  <a:pt x="3325183" y="80069"/>
                  <a:pt x="3321660" y="81111"/>
                  <a:pt x="3317146" y="81111"/>
                </a:cubicBezTo>
                <a:cubicBezTo>
                  <a:pt x="3314716" y="81111"/>
                  <a:pt x="3312334" y="80801"/>
                  <a:pt x="3310002" y="80181"/>
                </a:cubicBezTo>
                <a:cubicBezTo>
                  <a:pt x="3307671" y="79561"/>
                  <a:pt x="3305637" y="78705"/>
                  <a:pt x="3303900" y="77614"/>
                </a:cubicBezTo>
                <a:lnTo>
                  <a:pt x="3305835" y="73000"/>
                </a:lnTo>
                <a:cubicBezTo>
                  <a:pt x="3309407" y="75183"/>
                  <a:pt x="3313177" y="76274"/>
                  <a:pt x="3317146" y="76274"/>
                </a:cubicBezTo>
                <a:cubicBezTo>
                  <a:pt x="3320123" y="76274"/>
                  <a:pt x="3322367" y="75716"/>
                  <a:pt x="3323880" y="74600"/>
                </a:cubicBezTo>
                <a:cubicBezTo>
                  <a:pt x="3325394" y="73484"/>
                  <a:pt x="3326150" y="71834"/>
                  <a:pt x="3326150" y="69651"/>
                </a:cubicBezTo>
                <a:cubicBezTo>
                  <a:pt x="3326150" y="67965"/>
                  <a:pt x="3325679" y="66625"/>
                  <a:pt x="3324736" y="65633"/>
                </a:cubicBezTo>
                <a:cubicBezTo>
                  <a:pt x="3323794" y="64641"/>
                  <a:pt x="3322305" y="63897"/>
                  <a:pt x="3320271" y="63401"/>
                </a:cubicBezTo>
                <a:lnTo>
                  <a:pt x="3314988" y="62136"/>
                </a:lnTo>
                <a:cubicBezTo>
                  <a:pt x="3311366" y="61292"/>
                  <a:pt x="3308700" y="59978"/>
                  <a:pt x="3306988" y="58192"/>
                </a:cubicBezTo>
                <a:cubicBezTo>
                  <a:pt x="3305277" y="56406"/>
                  <a:pt x="3304421" y="54049"/>
                  <a:pt x="3304421" y="51122"/>
                </a:cubicBezTo>
                <a:cubicBezTo>
                  <a:pt x="3304421" y="47501"/>
                  <a:pt x="3305624" y="44673"/>
                  <a:pt x="3308030" y="42639"/>
                </a:cubicBezTo>
                <a:cubicBezTo>
                  <a:pt x="3310437" y="40605"/>
                  <a:pt x="3313798" y="39588"/>
                  <a:pt x="3318113" y="39588"/>
                </a:cubicBezTo>
                <a:close/>
                <a:moveTo>
                  <a:pt x="2918063" y="39588"/>
                </a:moveTo>
                <a:cubicBezTo>
                  <a:pt x="2920247" y="39588"/>
                  <a:pt x="2922404" y="39849"/>
                  <a:pt x="2924538" y="40370"/>
                </a:cubicBezTo>
                <a:cubicBezTo>
                  <a:pt x="2926670" y="40890"/>
                  <a:pt x="2928581" y="41597"/>
                  <a:pt x="2930267" y="42490"/>
                </a:cubicBezTo>
                <a:lnTo>
                  <a:pt x="2928109" y="47104"/>
                </a:lnTo>
                <a:cubicBezTo>
                  <a:pt x="2924637" y="45318"/>
                  <a:pt x="2921238" y="44425"/>
                  <a:pt x="2917915" y="44425"/>
                </a:cubicBezTo>
                <a:cubicBezTo>
                  <a:pt x="2915235" y="44425"/>
                  <a:pt x="2913202" y="44958"/>
                  <a:pt x="2911812" y="46025"/>
                </a:cubicBezTo>
                <a:cubicBezTo>
                  <a:pt x="2910423" y="47092"/>
                  <a:pt x="2909729" y="48642"/>
                  <a:pt x="2909729" y="50676"/>
                </a:cubicBezTo>
                <a:cubicBezTo>
                  <a:pt x="2909729" y="52263"/>
                  <a:pt x="2910200" y="53541"/>
                  <a:pt x="2911143" y="54508"/>
                </a:cubicBezTo>
                <a:cubicBezTo>
                  <a:pt x="2912086" y="55476"/>
                  <a:pt x="2913574" y="56207"/>
                  <a:pt x="2915608" y="56703"/>
                </a:cubicBezTo>
                <a:lnTo>
                  <a:pt x="2920891" y="57968"/>
                </a:lnTo>
                <a:cubicBezTo>
                  <a:pt x="2924513" y="58812"/>
                  <a:pt x="2927179" y="60151"/>
                  <a:pt x="2928891" y="61987"/>
                </a:cubicBezTo>
                <a:cubicBezTo>
                  <a:pt x="2930602" y="63822"/>
                  <a:pt x="2931458" y="66253"/>
                  <a:pt x="2931458" y="69279"/>
                </a:cubicBezTo>
                <a:cubicBezTo>
                  <a:pt x="2931458" y="73000"/>
                  <a:pt x="2930193" y="75902"/>
                  <a:pt x="2927663" y="77986"/>
                </a:cubicBezTo>
                <a:cubicBezTo>
                  <a:pt x="2925132" y="80069"/>
                  <a:pt x="2921610" y="81111"/>
                  <a:pt x="2917095" y="81111"/>
                </a:cubicBezTo>
                <a:cubicBezTo>
                  <a:pt x="2914666" y="81111"/>
                  <a:pt x="2912284" y="80801"/>
                  <a:pt x="2909952" y="80181"/>
                </a:cubicBezTo>
                <a:cubicBezTo>
                  <a:pt x="2907620" y="79561"/>
                  <a:pt x="2905587" y="78705"/>
                  <a:pt x="2903850" y="77614"/>
                </a:cubicBezTo>
                <a:lnTo>
                  <a:pt x="2905785" y="73000"/>
                </a:lnTo>
                <a:cubicBezTo>
                  <a:pt x="2909357" y="75183"/>
                  <a:pt x="2913127" y="76274"/>
                  <a:pt x="2917095" y="76274"/>
                </a:cubicBezTo>
                <a:cubicBezTo>
                  <a:pt x="2920073" y="76274"/>
                  <a:pt x="2922317" y="75716"/>
                  <a:pt x="2923830" y="74600"/>
                </a:cubicBezTo>
                <a:cubicBezTo>
                  <a:pt x="2925344" y="73484"/>
                  <a:pt x="2926100" y="71834"/>
                  <a:pt x="2926100" y="69651"/>
                </a:cubicBezTo>
                <a:cubicBezTo>
                  <a:pt x="2926100" y="67965"/>
                  <a:pt x="2925629" y="66625"/>
                  <a:pt x="2924686" y="65633"/>
                </a:cubicBezTo>
                <a:cubicBezTo>
                  <a:pt x="2923744" y="64641"/>
                  <a:pt x="2922256" y="63897"/>
                  <a:pt x="2920221" y="63401"/>
                </a:cubicBezTo>
                <a:lnTo>
                  <a:pt x="2914938" y="62136"/>
                </a:lnTo>
                <a:cubicBezTo>
                  <a:pt x="2911317" y="61292"/>
                  <a:pt x="2908650" y="59978"/>
                  <a:pt x="2906938" y="58192"/>
                </a:cubicBezTo>
                <a:cubicBezTo>
                  <a:pt x="2905227" y="56406"/>
                  <a:pt x="2904371" y="54049"/>
                  <a:pt x="2904371" y="51122"/>
                </a:cubicBezTo>
                <a:cubicBezTo>
                  <a:pt x="2904371" y="47501"/>
                  <a:pt x="2905574" y="44673"/>
                  <a:pt x="2907980" y="42639"/>
                </a:cubicBezTo>
                <a:cubicBezTo>
                  <a:pt x="2910386" y="40605"/>
                  <a:pt x="2913747" y="39588"/>
                  <a:pt x="2918063" y="39588"/>
                </a:cubicBezTo>
                <a:close/>
                <a:moveTo>
                  <a:pt x="2394188" y="39588"/>
                </a:moveTo>
                <a:cubicBezTo>
                  <a:pt x="2396371" y="39588"/>
                  <a:pt x="2398529" y="39849"/>
                  <a:pt x="2400662" y="40370"/>
                </a:cubicBezTo>
                <a:cubicBezTo>
                  <a:pt x="2402796" y="40890"/>
                  <a:pt x="2404705" y="41597"/>
                  <a:pt x="2406393" y="42490"/>
                </a:cubicBezTo>
                <a:lnTo>
                  <a:pt x="2404234" y="47104"/>
                </a:lnTo>
                <a:cubicBezTo>
                  <a:pt x="2400762" y="45318"/>
                  <a:pt x="2397363" y="44425"/>
                  <a:pt x="2394040" y="44425"/>
                </a:cubicBezTo>
                <a:cubicBezTo>
                  <a:pt x="2391360" y="44425"/>
                  <a:pt x="2389327" y="44958"/>
                  <a:pt x="2387938" y="46025"/>
                </a:cubicBezTo>
                <a:cubicBezTo>
                  <a:pt x="2386549" y="47092"/>
                  <a:pt x="2385854" y="48642"/>
                  <a:pt x="2385854" y="50676"/>
                </a:cubicBezTo>
                <a:cubicBezTo>
                  <a:pt x="2385854" y="52263"/>
                  <a:pt x="2386325" y="53541"/>
                  <a:pt x="2387268" y="54508"/>
                </a:cubicBezTo>
                <a:cubicBezTo>
                  <a:pt x="2388210" y="55476"/>
                  <a:pt x="2389699" y="56207"/>
                  <a:pt x="2391732" y="56703"/>
                </a:cubicBezTo>
                <a:lnTo>
                  <a:pt x="2397016" y="57968"/>
                </a:lnTo>
                <a:cubicBezTo>
                  <a:pt x="2400638" y="58812"/>
                  <a:pt x="2403304" y="60151"/>
                  <a:pt x="2405016" y="61987"/>
                </a:cubicBezTo>
                <a:cubicBezTo>
                  <a:pt x="2406727" y="63822"/>
                  <a:pt x="2407583" y="66253"/>
                  <a:pt x="2407583" y="69279"/>
                </a:cubicBezTo>
                <a:cubicBezTo>
                  <a:pt x="2407583" y="73000"/>
                  <a:pt x="2406318" y="75902"/>
                  <a:pt x="2403788" y="77986"/>
                </a:cubicBezTo>
                <a:cubicBezTo>
                  <a:pt x="2401258" y="80069"/>
                  <a:pt x="2397736" y="81111"/>
                  <a:pt x="2393221" y="81111"/>
                </a:cubicBezTo>
                <a:cubicBezTo>
                  <a:pt x="2390790" y="81111"/>
                  <a:pt x="2388409" y="80801"/>
                  <a:pt x="2386077" y="80181"/>
                </a:cubicBezTo>
                <a:cubicBezTo>
                  <a:pt x="2383746" y="79561"/>
                  <a:pt x="2381712" y="78705"/>
                  <a:pt x="2379976" y="77614"/>
                </a:cubicBezTo>
                <a:lnTo>
                  <a:pt x="2381910" y="73000"/>
                </a:lnTo>
                <a:cubicBezTo>
                  <a:pt x="2385482" y="75183"/>
                  <a:pt x="2389253" y="76274"/>
                  <a:pt x="2393221" y="76274"/>
                </a:cubicBezTo>
                <a:cubicBezTo>
                  <a:pt x="2396197" y="76274"/>
                  <a:pt x="2398442" y="75716"/>
                  <a:pt x="2399955" y="74600"/>
                </a:cubicBezTo>
                <a:cubicBezTo>
                  <a:pt x="2401468" y="73484"/>
                  <a:pt x="2402225" y="71834"/>
                  <a:pt x="2402225" y="69651"/>
                </a:cubicBezTo>
                <a:cubicBezTo>
                  <a:pt x="2402225" y="67965"/>
                  <a:pt x="2401754" y="66625"/>
                  <a:pt x="2400811" y="65633"/>
                </a:cubicBezTo>
                <a:cubicBezTo>
                  <a:pt x="2399868" y="64641"/>
                  <a:pt x="2398381" y="63897"/>
                  <a:pt x="2396346" y="63401"/>
                </a:cubicBezTo>
                <a:lnTo>
                  <a:pt x="2391062" y="62136"/>
                </a:lnTo>
                <a:cubicBezTo>
                  <a:pt x="2387442" y="61292"/>
                  <a:pt x="2384774" y="59978"/>
                  <a:pt x="2383064" y="58192"/>
                </a:cubicBezTo>
                <a:cubicBezTo>
                  <a:pt x="2381352" y="56406"/>
                  <a:pt x="2380496" y="54049"/>
                  <a:pt x="2380496" y="51122"/>
                </a:cubicBezTo>
                <a:cubicBezTo>
                  <a:pt x="2380496" y="47501"/>
                  <a:pt x="2381699" y="44673"/>
                  <a:pt x="2384105" y="42639"/>
                </a:cubicBezTo>
                <a:cubicBezTo>
                  <a:pt x="2386511" y="40605"/>
                  <a:pt x="2389872" y="39588"/>
                  <a:pt x="2394188" y="39588"/>
                </a:cubicBezTo>
                <a:close/>
                <a:moveTo>
                  <a:pt x="1727438" y="39588"/>
                </a:moveTo>
                <a:cubicBezTo>
                  <a:pt x="1729621" y="39588"/>
                  <a:pt x="1731780" y="39849"/>
                  <a:pt x="1733912" y="40370"/>
                </a:cubicBezTo>
                <a:cubicBezTo>
                  <a:pt x="1736046" y="40890"/>
                  <a:pt x="1737956" y="41597"/>
                  <a:pt x="1739643" y="42490"/>
                </a:cubicBezTo>
                <a:lnTo>
                  <a:pt x="1737484" y="47104"/>
                </a:lnTo>
                <a:cubicBezTo>
                  <a:pt x="1734012" y="45318"/>
                  <a:pt x="1730614" y="44425"/>
                  <a:pt x="1727289" y="44425"/>
                </a:cubicBezTo>
                <a:cubicBezTo>
                  <a:pt x="1724610" y="44425"/>
                  <a:pt x="1722577" y="44958"/>
                  <a:pt x="1721188" y="46025"/>
                </a:cubicBezTo>
                <a:cubicBezTo>
                  <a:pt x="1719798" y="47092"/>
                  <a:pt x="1719104" y="48642"/>
                  <a:pt x="1719104" y="50676"/>
                </a:cubicBezTo>
                <a:cubicBezTo>
                  <a:pt x="1719104" y="52263"/>
                  <a:pt x="1719575" y="53541"/>
                  <a:pt x="1720518" y="54508"/>
                </a:cubicBezTo>
                <a:cubicBezTo>
                  <a:pt x="1721460" y="55476"/>
                  <a:pt x="1722949" y="56207"/>
                  <a:pt x="1724983" y="56703"/>
                </a:cubicBezTo>
                <a:lnTo>
                  <a:pt x="1730266" y="57968"/>
                </a:lnTo>
                <a:cubicBezTo>
                  <a:pt x="1733888" y="58812"/>
                  <a:pt x="1736554" y="60151"/>
                  <a:pt x="1738265" y="61987"/>
                </a:cubicBezTo>
                <a:cubicBezTo>
                  <a:pt x="1739977" y="63822"/>
                  <a:pt x="1740833" y="66253"/>
                  <a:pt x="1740833" y="69279"/>
                </a:cubicBezTo>
                <a:cubicBezTo>
                  <a:pt x="1740833" y="73000"/>
                  <a:pt x="1739568" y="75902"/>
                  <a:pt x="1737038" y="77986"/>
                </a:cubicBezTo>
                <a:cubicBezTo>
                  <a:pt x="1734508" y="80069"/>
                  <a:pt x="1730986" y="81111"/>
                  <a:pt x="1726471" y="81111"/>
                </a:cubicBezTo>
                <a:cubicBezTo>
                  <a:pt x="1724040" y="81111"/>
                  <a:pt x="1721659" y="80801"/>
                  <a:pt x="1719327" y="80181"/>
                </a:cubicBezTo>
                <a:cubicBezTo>
                  <a:pt x="1716996" y="79561"/>
                  <a:pt x="1714962" y="78705"/>
                  <a:pt x="1713226" y="77614"/>
                </a:cubicBezTo>
                <a:lnTo>
                  <a:pt x="1715159" y="73000"/>
                </a:lnTo>
                <a:cubicBezTo>
                  <a:pt x="1718732" y="75183"/>
                  <a:pt x="1722502" y="76274"/>
                  <a:pt x="1726471" y="76274"/>
                </a:cubicBezTo>
                <a:cubicBezTo>
                  <a:pt x="1729447" y="76274"/>
                  <a:pt x="1731692" y="75716"/>
                  <a:pt x="1733206" y="74600"/>
                </a:cubicBezTo>
                <a:cubicBezTo>
                  <a:pt x="1734719" y="73484"/>
                  <a:pt x="1735475" y="71834"/>
                  <a:pt x="1735475" y="69651"/>
                </a:cubicBezTo>
                <a:cubicBezTo>
                  <a:pt x="1735475" y="67965"/>
                  <a:pt x="1735004" y="66625"/>
                  <a:pt x="1734061" y="65633"/>
                </a:cubicBezTo>
                <a:cubicBezTo>
                  <a:pt x="1733119" y="64641"/>
                  <a:pt x="1731630" y="63897"/>
                  <a:pt x="1729596" y="63401"/>
                </a:cubicBezTo>
                <a:lnTo>
                  <a:pt x="1724313" y="62136"/>
                </a:lnTo>
                <a:cubicBezTo>
                  <a:pt x="1720692" y="61292"/>
                  <a:pt x="1718025" y="59978"/>
                  <a:pt x="1716313" y="58192"/>
                </a:cubicBezTo>
                <a:cubicBezTo>
                  <a:pt x="1714602" y="56406"/>
                  <a:pt x="1713746" y="54049"/>
                  <a:pt x="1713746" y="51122"/>
                </a:cubicBezTo>
                <a:cubicBezTo>
                  <a:pt x="1713746" y="47501"/>
                  <a:pt x="1714950" y="44673"/>
                  <a:pt x="1717356" y="42639"/>
                </a:cubicBezTo>
                <a:cubicBezTo>
                  <a:pt x="1719761" y="40605"/>
                  <a:pt x="1723123" y="39588"/>
                  <a:pt x="1727438" y="39588"/>
                </a:cubicBezTo>
                <a:close/>
                <a:moveTo>
                  <a:pt x="1355963" y="39588"/>
                </a:moveTo>
                <a:cubicBezTo>
                  <a:pt x="1358146" y="39588"/>
                  <a:pt x="1360304" y="39849"/>
                  <a:pt x="1362438" y="40370"/>
                </a:cubicBezTo>
                <a:cubicBezTo>
                  <a:pt x="1364571" y="40890"/>
                  <a:pt x="1366481" y="41597"/>
                  <a:pt x="1368168" y="42490"/>
                </a:cubicBezTo>
                <a:lnTo>
                  <a:pt x="1366009" y="47104"/>
                </a:lnTo>
                <a:cubicBezTo>
                  <a:pt x="1362537" y="45318"/>
                  <a:pt x="1359139" y="44425"/>
                  <a:pt x="1355815" y="44425"/>
                </a:cubicBezTo>
                <a:cubicBezTo>
                  <a:pt x="1353136" y="44425"/>
                  <a:pt x="1351102" y="44958"/>
                  <a:pt x="1349713" y="46025"/>
                </a:cubicBezTo>
                <a:cubicBezTo>
                  <a:pt x="1348323" y="47092"/>
                  <a:pt x="1347629" y="48642"/>
                  <a:pt x="1347629" y="50676"/>
                </a:cubicBezTo>
                <a:cubicBezTo>
                  <a:pt x="1347629" y="52263"/>
                  <a:pt x="1348100" y="53541"/>
                  <a:pt x="1349043" y="54508"/>
                </a:cubicBezTo>
                <a:cubicBezTo>
                  <a:pt x="1349985" y="55476"/>
                  <a:pt x="1351474" y="56207"/>
                  <a:pt x="1353508" y="56703"/>
                </a:cubicBezTo>
                <a:lnTo>
                  <a:pt x="1358791" y="57968"/>
                </a:lnTo>
                <a:cubicBezTo>
                  <a:pt x="1362413" y="58812"/>
                  <a:pt x="1365079" y="60151"/>
                  <a:pt x="1366791" y="61987"/>
                </a:cubicBezTo>
                <a:cubicBezTo>
                  <a:pt x="1368502" y="63822"/>
                  <a:pt x="1369358" y="66253"/>
                  <a:pt x="1369358" y="69279"/>
                </a:cubicBezTo>
                <a:cubicBezTo>
                  <a:pt x="1369358" y="73000"/>
                  <a:pt x="1368093" y="75902"/>
                  <a:pt x="1365562" y="77986"/>
                </a:cubicBezTo>
                <a:cubicBezTo>
                  <a:pt x="1363033" y="80069"/>
                  <a:pt x="1359511" y="81111"/>
                  <a:pt x="1354996" y="81111"/>
                </a:cubicBezTo>
                <a:cubicBezTo>
                  <a:pt x="1352565" y="81111"/>
                  <a:pt x="1350184" y="80801"/>
                  <a:pt x="1347852" y="80181"/>
                </a:cubicBezTo>
                <a:cubicBezTo>
                  <a:pt x="1345521" y="79561"/>
                  <a:pt x="1343487" y="78705"/>
                  <a:pt x="1341750" y="77614"/>
                </a:cubicBezTo>
                <a:lnTo>
                  <a:pt x="1343685" y="73000"/>
                </a:lnTo>
                <a:cubicBezTo>
                  <a:pt x="1347257" y="75183"/>
                  <a:pt x="1351027" y="76274"/>
                  <a:pt x="1354996" y="76274"/>
                </a:cubicBezTo>
                <a:cubicBezTo>
                  <a:pt x="1357973" y="76274"/>
                  <a:pt x="1360218" y="75716"/>
                  <a:pt x="1361730" y="74600"/>
                </a:cubicBezTo>
                <a:cubicBezTo>
                  <a:pt x="1363244" y="73484"/>
                  <a:pt x="1364000" y="71834"/>
                  <a:pt x="1364000" y="69651"/>
                </a:cubicBezTo>
                <a:cubicBezTo>
                  <a:pt x="1364000" y="67965"/>
                  <a:pt x="1363529" y="66625"/>
                  <a:pt x="1362586" y="65633"/>
                </a:cubicBezTo>
                <a:cubicBezTo>
                  <a:pt x="1361643" y="64641"/>
                  <a:pt x="1360155" y="63897"/>
                  <a:pt x="1358121" y="63401"/>
                </a:cubicBezTo>
                <a:lnTo>
                  <a:pt x="1352838" y="62136"/>
                </a:lnTo>
                <a:cubicBezTo>
                  <a:pt x="1349217" y="61292"/>
                  <a:pt x="1346550" y="59978"/>
                  <a:pt x="1344839" y="58192"/>
                </a:cubicBezTo>
                <a:cubicBezTo>
                  <a:pt x="1343127" y="56406"/>
                  <a:pt x="1342271" y="54049"/>
                  <a:pt x="1342271" y="51122"/>
                </a:cubicBezTo>
                <a:cubicBezTo>
                  <a:pt x="1342271" y="47501"/>
                  <a:pt x="1343474" y="44673"/>
                  <a:pt x="1345880" y="42639"/>
                </a:cubicBezTo>
                <a:cubicBezTo>
                  <a:pt x="1348287" y="40605"/>
                  <a:pt x="1351648" y="39588"/>
                  <a:pt x="1355963" y="39588"/>
                </a:cubicBezTo>
                <a:close/>
                <a:moveTo>
                  <a:pt x="11180107" y="39514"/>
                </a:moveTo>
                <a:cubicBezTo>
                  <a:pt x="11181992" y="39514"/>
                  <a:pt x="11183927" y="39799"/>
                  <a:pt x="11185911" y="40370"/>
                </a:cubicBezTo>
                <a:cubicBezTo>
                  <a:pt x="11187896" y="40940"/>
                  <a:pt x="11189706" y="41721"/>
                  <a:pt x="11191344" y="42714"/>
                </a:cubicBezTo>
                <a:lnTo>
                  <a:pt x="11189260" y="47104"/>
                </a:lnTo>
                <a:cubicBezTo>
                  <a:pt x="11186036" y="45368"/>
                  <a:pt x="11182935" y="44499"/>
                  <a:pt x="11179958" y="44499"/>
                </a:cubicBezTo>
                <a:cubicBezTo>
                  <a:pt x="11176336" y="44499"/>
                  <a:pt x="11173509" y="45839"/>
                  <a:pt x="11171475" y="48518"/>
                </a:cubicBezTo>
                <a:cubicBezTo>
                  <a:pt x="11169441" y="51197"/>
                  <a:pt x="11168424" y="54942"/>
                  <a:pt x="11168424" y="59754"/>
                </a:cubicBezTo>
                <a:cubicBezTo>
                  <a:pt x="11168424" y="65112"/>
                  <a:pt x="11169479" y="69168"/>
                  <a:pt x="11171587" y="71921"/>
                </a:cubicBezTo>
                <a:cubicBezTo>
                  <a:pt x="11173695" y="74674"/>
                  <a:pt x="11176808" y="76051"/>
                  <a:pt x="11180926" y="76051"/>
                </a:cubicBezTo>
                <a:cubicBezTo>
                  <a:pt x="11184001" y="76051"/>
                  <a:pt x="11186953" y="75208"/>
                  <a:pt x="11189781" y="73521"/>
                </a:cubicBezTo>
                <a:lnTo>
                  <a:pt x="11191790" y="77837"/>
                </a:lnTo>
                <a:cubicBezTo>
                  <a:pt x="11190401" y="78879"/>
                  <a:pt x="11188715" y="79685"/>
                  <a:pt x="11186730" y="80255"/>
                </a:cubicBezTo>
                <a:cubicBezTo>
                  <a:pt x="11184745" y="80826"/>
                  <a:pt x="11182662" y="81111"/>
                  <a:pt x="11180479" y="81111"/>
                </a:cubicBezTo>
                <a:cubicBezTo>
                  <a:pt x="11174922" y="81111"/>
                  <a:pt x="11170595" y="79276"/>
                  <a:pt x="11167494" y="75605"/>
                </a:cubicBezTo>
                <a:cubicBezTo>
                  <a:pt x="11164393" y="71933"/>
                  <a:pt x="11162843" y="66799"/>
                  <a:pt x="11162843" y="60201"/>
                </a:cubicBezTo>
                <a:cubicBezTo>
                  <a:pt x="11162843" y="56083"/>
                  <a:pt x="11163563" y="52462"/>
                  <a:pt x="11165001" y="49336"/>
                </a:cubicBezTo>
                <a:cubicBezTo>
                  <a:pt x="11166439" y="46211"/>
                  <a:pt x="11168461" y="43793"/>
                  <a:pt x="11171066" y="42081"/>
                </a:cubicBezTo>
                <a:cubicBezTo>
                  <a:pt x="11173670" y="40370"/>
                  <a:pt x="11176684" y="39514"/>
                  <a:pt x="11180107" y="39514"/>
                </a:cubicBezTo>
                <a:close/>
                <a:moveTo>
                  <a:pt x="11116409" y="39514"/>
                </a:moveTo>
                <a:cubicBezTo>
                  <a:pt x="11120278" y="39514"/>
                  <a:pt x="11123305" y="40630"/>
                  <a:pt x="11125487" y="42862"/>
                </a:cubicBezTo>
                <a:cubicBezTo>
                  <a:pt x="11127670" y="45095"/>
                  <a:pt x="11128761" y="48171"/>
                  <a:pt x="11128761" y="52090"/>
                </a:cubicBezTo>
                <a:lnTo>
                  <a:pt x="11128761" y="80218"/>
                </a:lnTo>
                <a:lnTo>
                  <a:pt x="11123403" y="80218"/>
                </a:lnTo>
                <a:lnTo>
                  <a:pt x="11123403" y="52462"/>
                </a:lnTo>
                <a:cubicBezTo>
                  <a:pt x="11123403" y="49932"/>
                  <a:pt x="11122684" y="48009"/>
                  <a:pt x="11121245" y="46695"/>
                </a:cubicBezTo>
                <a:cubicBezTo>
                  <a:pt x="11119807" y="45380"/>
                  <a:pt x="11117724" y="44723"/>
                  <a:pt x="11114995" y="44723"/>
                </a:cubicBezTo>
                <a:cubicBezTo>
                  <a:pt x="11113010" y="44723"/>
                  <a:pt x="11111175" y="45033"/>
                  <a:pt x="11109488" y="45653"/>
                </a:cubicBezTo>
                <a:cubicBezTo>
                  <a:pt x="11107801" y="46273"/>
                  <a:pt x="11106164" y="47278"/>
                  <a:pt x="11104577" y="48667"/>
                </a:cubicBezTo>
                <a:lnTo>
                  <a:pt x="11104577" y="80218"/>
                </a:lnTo>
                <a:lnTo>
                  <a:pt x="11099219" y="80218"/>
                </a:lnTo>
                <a:lnTo>
                  <a:pt x="11099219" y="40481"/>
                </a:lnTo>
                <a:lnTo>
                  <a:pt x="11104205" y="40481"/>
                </a:lnTo>
                <a:lnTo>
                  <a:pt x="11104205" y="44723"/>
                </a:lnTo>
                <a:cubicBezTo>
                  <a:pt x="11107529" y="41250"/>
                  <a:pt x="11111596" y="39514"/>
                  <a:pt x="11116409" y="39514"/>
                </a:cubicBezTo>
                <a:close/>
                <a:moveTo>
                  <a:pt x="11074811" y="39514"/>
                </a:moveTo>
                <a:cubicBezTo>
                  <a:pt x="11080070" y="39514"/>
                  <a:pt x="11084113" y="41287"/>
                  <a:pt x="11086941" y="44834"/>
                </a:cubicBezTo>
                <a:cubicBezTo>
                  <a:pt x="11089768" y="48381"/>
                  <a:pt x="11091182" y="53553"/>
                  <a:pt x="11091182" y="60350"/>
                </a:cubicBezTo>
                <a:cubicBezTo>
                  <a:pt x="11091182" y="67146"/>
                  <a:pt x="11089768" y="72318"/>
                  <a:pt x="11086941" y="75865"/>
                </a:cubicBezTo>
                <a:cubicBezTo>
                  <a:pt x="11084113" y="79412"/>
                  <a:pt x="11080045" y="81186"/>
                  <a:pt x="11074737" y="81186"/>
                </a:cubicBezTo>
                <a:cubicBezTo>
                  <a:pt x="11069478" y="81186"/>
                  <a:pt x="11065435" y="79412"/>
                  <a:pt x="11062607" y="75865"/>
                </a:cubicBezTo>
                <a:cubicBezTo>
                  <a:pt x="11059779" y="72318"/>
                  <a:pt x="11058366" y="67146"/>
                  <a:pt x="11058366" y="60350"/>
                </a:cubicBezTo>
                <a:cubicBezTo>
                  <a:pt x="11058366" y="53553"/>
                  <a:pt x="11059779" y="48381"/>
                  <a:pt x="11062607" y="44834"/>
                </a:cubicBezTo>
                <a:cubicBezTo>
                  <a:pt x="11065435" y="41287"/>
                  <a:pt x="11069503" y="39514"/>
                  <a:pt x="11074811" y="39514"/>
                </a:cubicBezTo>
                <a:close/>
                <a:moveTo>
                  <a:pt x="10980082" y="39514"/>
                </a:moveTo>
                <a:cubicBezTo>
                  <a:pt x="10981967" y="39514"/>
                  <a:pt x="10983902" y="39799"/>
                  <a:pt x="10985886" y="40370"/>
                </a:cubicBezTo>
                <a:cubicBezTo>
                  <a:pt x="10987871" y="40940"/>
                  <a:pt x="10989681" y="41721"/>
                  <a:pt x="10991319" y="42714"/>
                </a:cubicBezTo>
                <a:lnTo>
                  <a:pt x="10989235" y="47104"/>
                </a:lnTo>
                <a:cubicBezTo>
                  <a:pt x="10986011" y="45368"/>
                  <a:pt x="10982910" y="44499"/>
                  <a:pt x="10979933" y="44499"/>
                </a:cubicBezTo>
                <a:cubicBezTo>
                  <a:pt x="10976311" y="44499"/>
                  <a:pt x="10973484" y="45839"/>
                  <a:pt x="10971450" y="48518"/>
                </a:cubicBezTo>
                <a:cubicBezTo>
                  <a:pt x="10969416" y="51197"/>
                  <a:pt x="10968399" y="54942"/>
                  <a:pt x="10968399" y="59754"/>
                </a:cubicBezTo>
                <a:cubicBezTo>
                  <a:pt x="10968399" y="65112"/>
                  <a:pt x="10969454" y="69168"/>
                  <a:pt x="10971562" y="71921"/>
                </a:cubicBezTo>
                <a:cubicBezTo>
                  <a:pt x="10973670" y="74674"/>
                  <a:pt x="10976783" y="76051"/>
                  <a:pt x="10980901" y="76051"/>
                </a:cubicBezTo>
                <a:cubicBezTo>
                  <a:pt x="10983976" y="76051"/>
                  <a:pt x="10986928" y="75208"/>
                  <a:pt x="10989756" y="73521"/>
                </a:cubicBezTo>
                <a:lnTo>
                  <a:pt x="10991765" y="77837"/>
                </a:lnTo>
                <a:cubicBezTo>
                  <a:pt x="10990376" y="78879"/>
                  <a:pt x="10988690" y="79685"/>
                  <a:pt x="10986705" y="80255"/>
                </a:cubicBezTo>
                <a:cubicBezTo>
                  <a:pt x="10984720" y="80826"/>
                  <a:pt x="10982637" y="81111"/>
                  <a:pt x="10980454" y="81111"/>
                </a:cubicBezTo>
                <a:cubicBezTo>
                  <a:pt x="10974897" y="81111"/>
                  <a:pt x="10970570" y="79276"/>
                  <a:pt x="10967469" y="75605"/>
                </a:cubicBezTo>
                <a:cubicBezTo>
                  <a:pt x="10964368" y="71933"/>
                  <a:pt x="10962818" y="66799"/>
                  <a:pt x="10962818" y="60201"/>
                </a:cubicBezTo>
                <a:cubicBezTo>
                  <a:pt x="10962818" y="56083"/>
                  <a:pt x="10963538" y="52462"/>
                  <a:pt x="10964976" y="49336"/>
                </a:cubicBezTo>
                <a:cubicBezTo>
                  <a:pt x="10966414" y="46211"/>
                  <a:pt x="10968436" y="43793"/>
                  <a:pt x="10971041" y="42081"/>
                </a:cubicBezTo>
                <a:cubicBezTo>
                  <a:pt x="10973645" y="40370"/>
                  <a:pt x="10976659" y="39514"/>
                  <a:pt x="10980082" y="39514"/>
                </a:cubicBezTo>
                <a:close/>
                <a:moveTo>
                  <a:pt x="10941163" y="39514"/>
                </a:moveTo>
                <a:cubicBezTo>
                  <a:pt x="10946174" y="39514"/>
                  <a:pt x="10950069" y="41200"/>
                  <a:pt x="10952846" y="44574"/>
                </a:cubicBezTo>
                <a:cubicBezTo>
                  <a:pt x="10955624" y="47947"/>
                  <a:pt x="10957014" y="52635"/>
                  <a:pt x="10957014" y="58638"/>
                </a:cubicBezTo>
                <a:cubicBezTo>
                  <a:pt x="10957014" y="59829"/>
                  <a:pt x="10956939" y="60871"/>
                  <a:pt x="10956790" y="61764"/>
                </a:cubicBezTo>
                <a:lnTo>
                  <a:pt x="10930299" y="61764"/>
                </a:lnTo>
                <a:cubicBezTo>
                  <a:pt x="10930498" y="66476"/>
                  <a:pt x="10931651" y="70036"/>
                  <a:pt x="10933759" y="72442"/>
                </a:cubicBezTo>
                <a:cubicBezTo>
                  <a:pt x="10935867" y="74848"/>
                  <a:pt x="10938881" y="76051"/>
                  <a:pt x="10942801" y="76051"/>
                </a:cubicBezTo>
                <a:cubicBezTo>
                  <a:pt x="10946521" y="76051"/>
                  <a:pt x="10949944" y="75009"/>
                  <a:pt x="10953070" y="72926"/>
                </a:cubicBezTo>
                <a:lnTo>
                  <a:pt x="10955153" y="77242"/>
                </a:lnTo>
                <a:cubicBezTo>
                  <a:pt x="10953615" y="78482"/>
                  <a:pt x="10951743" y="79437"/>
                  <a:pt x="10949535" y="80107"/>
                </a:cubicBezTo>
                <a:cubicBezTo>
                  <a:pt x="10947327" y="80776"/>
                  <a:pt x="10944983" y="81111"/>
                  <a:pt x="10942503" y="81111"/>
                </a:cubicBezTo>
                <a:cubicBezTo>
                  <a:pt x="10936946" y="81111"/>
                  <a:pt x="10932619" y="79276"/>
                  <a:pt x="10929518" y="75605"/>
                </a:cubicBezTo>
                <a:cubicBezTo>
                  <a:pt x="10926417" y="71933"/>
                  <a:pt x="10924867" y="66849"/>
                  <a:pt x="10924867" y="60350"/>
                </a:cubicBezTo>
                <a:cubicBezTo>
                  <a:pt x="10924867" y="53801"/>
                  <a:pt x="10926305" y="48691"/>
                  <a:pt x="10929183" y="45020"/>
                </a:cubicBezTo>
                <a:cubicBezTo>
                  <a:pt x="10932061" y="41349"/>
                  <a:pt x="10936053" y="39514"/>
                  <a:pt x="10941163" y="39514"/>
                </a:cubicBezTo>
                <a:close/>
                <a:moveTo>
                  <a:pt x="10817190" y="39514"/>
                </a:moveTo>
                <a:cubicBezTo>
                  <a:pt x="10819372" y="39514"/>
                  <a:pt x="10821381" y="39960"/>
                  <a:pt x="10823217" y="40853"/>
                </a:cubicBezTo>
                <a:cubicBezTo>
                  <a:pt x="10825053" y="41746"/>
                  <a:pt x="10826616" y="43011"/>
                  <a:pt x="10827905" y="44648"/>
                </a:cubicBezTo>
                <a:lnTo>
                  <a:pt x="10827905" y="40481"/>
                </a:lnTo>
                <a:lnTo>
                  <a:pt x="10832891" y="40481"/>
                </a:lnTo>
                <a:lnTo>
                  <a:pt x="10832891" y="80516"/>
                </a:lnTo>
                <a:cubicBezTo>
                  <a:pt x="10832891" y="85576"/>
                  <a:pt x="10831378" y="89520"/>
                  <a:pt x="10828352" y="92348"/>
                </a:cubicBezTo>
                <a:cubicBezTo>
                  <a:pt x="10825325" y="95175"/>
                  <a:pt x="10821109" y="96589"/>
                  <a:pt x="10815701" y="96589"/>
                </a:cubicBezTo>
                <a:cubicBezTo>
                  <a:pt x="10813717" y="96589"/>
                  <a:pt x="10811770" y="96391"/>
                  <a:pt x="10809860" y="95994"/>
                </a:cubicBezTo>
                <a:cubicBezTo>
                  <a:pt x="10807949" y="95597"/>
                  <a:pt x="10806325" y="95051"/>
                  <a:pt x="10804986" y="94357"/>
                </a:cubicBezTo>
                <a:lnTo>
                  <a:pt x="10806623" y="89520"/>
                </a:lnTo>
                <a:cubicBezTo>
                  <a:pt x="10809401" y="90909"/>
                  <a:pt x="10812427" y="91604"/>
                  <a:pt x="10815701" y="91604"/>
                </a:cubicBezTo>
                <a:cubicBezTo>
                  <a:pt x="10819571" y="91604"/>
                  <a:pt x="10822510" y="90661"/>
                  <a:pt x="10824519" y="88776"/>
                </a:cubicBezTo>
                <a:cubicBezTo>
                  <a:pt x="10826529" y="86891"/>
                  <a:pt x="10827533" y="84137"/>
                  <a:pt x="10827533" y="80516"/>
                </a:cubicBezTo>
                <a:lnTo>
                  <a:pt x="10827533" y="73447"/>
                </a:lnTo>
                <a:cubicBezTo>
                  <a:pt x="10824854" y="77118"/>
                  <a:pt x="10821109" y="78953"/>
                  <a:pt x="10816297" y="78953"/>
                </a:cubicBezTo>
                <a:cubicBezTo>
                  <a:pt x="10811584" y="78953"/>
                  <a:pt x="10807888" y="77192"/>
                  <a:pt x="10805209" y="73670"/>
                </a:cubicBezTo>
                <a:cubicBezTo>
                  <a:pt x="10802530" y="70148"/>
                  <a:pt x="10801191" y="65236"/>
                  <a:pt x="10801191" y="58936"/>
                </a:cubicBezTo>
                <a:cubicBezTo>
                  <a:pt x="10801191" y="52834"/>
                  <a:pt x="10802604" y="48071"/>
                  <a:pt x="10805432" y="44648"/>
                </a:cubicBezTo>
                <a:cubicBezTo>
                  <a:pt x="10808260" y="41225"/>
                  <a:pt x="10812179" y="39514"/>
                  <a:pt x="10817190" y="39514"/>
                </a:cubicBezTo>
                <a:close/>
                <a:moveTo>
                  <a:pt x="10773509" y="39514"/>
                </a:moveTo>
                <a:cubicBezTo>
                  <a:pt x="10777378" y="39514"/>
                  <a:pt x="10780405" y="40630"/>
                  <a:pt x="10782587" y="42862"/>
                </a:cubicBezTo>
                <a:cubicBezTo>
                  <a:pt x="10784770" y="45095"/>
                  <a:pt x="10785861" y="48171"/>
                  <a:pt x="10785861" y="52090"/>
                </a:cubicBezTo>
                <a:lnTo>
                  <a:pt x="10785861" y="80218"/>
                </a:lnTo>
                <a:lnTo>
                  <a:pt x="10780503" y="80218"/>
                </a:lnTo>
                <a:lnTo>
                  <a:pt x="10780503" y="52462"/>
                </a:lnTo>
                <a:cubicBezTo>
                  <a:pt x="10780503" y="49932"/>
                  <a:pt x="10779784" y="48009"/>
                  <a:pt x="10778345" y="46695"/>
                </a:cubicBezTo>
                <a:cubicBezTo>
                  <a:pt x="10776907" y="45380"/>
                  <a:pt x="10774824" y="44723"/>
                  <a:pt x="10772095" y="44723"/>
                </a:cubicBezTo>
                <a:cubicBezTo>
                  <a:pt x="10770110" y="44723"/>
                  <a:pt x="10768275" y="45033"/>
                  <a:pt x="10766588" y="45653"/>
                </a:cubicBezTo>
                <a:cubicBezTo>
                  <a:pt x="10764901" y="46273"/>
                  <a:pt x="10763264" y="47278"/>
                  <a:pt x="10761677" y="48667"/>
                </a:cubicBezTo>
                <a:lnTo>
                  <a:pt x="10761677" y="80218"/>
                </a:lnTo>
                <a:lnTo>
                  <a:pt x="10756319" y="80218"/>
                </a:lnTo>
                <a:lnTo>
                  <a:pt x="10756319" y="40481"/>
                </a:lnTo>
                <a:lnTo>
                  <a:pt x="10761305" y="40481"/>
                </a:lnTo>
                <a:lnTo>
                  <a:pt x="10761305" y="44723"/>
                </a:lnTo>
                <a:cubicBezTo>
                  <a:pt x="10764629" y="41250"/>
                  <a:pt x="10768696" y="39514"/>
                  <a:pt x="10773509" y="39514"/>
                </a:cubicBezTo>
                <a:close/>
                <a:moveTo>
                  <a:pt x="10630336" y="39514"/>
                </a:moveTo>
                <a:cubicBezTo>
                  <a:pt x="10632866" y="39514"/>
                  <a:pt x="10635048" y="40047"/>
                  <a:pt x="10636884" y="41114"/>
                </a:cubicBezTo>
                <a:cubicBezTo>
                  <a:pt x="10638720" y="42180"/>
                  <a:pt x="10640084" y="43681"/>
                  <a:pt x="10640977" y="45616"/>
                </a:cubicBezTo>
                <a:cubicBezTo>
                  <a:pt x="10644499" y="41548"/>
                  <a:pt x="10648741" y="39514"/>
                  <a:pt x="10653702" y="39514"/>
                </a:cubicBezTo>
                <a:cubicBezTo>
                  <a:pt x="10657423" y="39514"/>
                  <a:pt x="10660325" y="40618"/>
                  <a:pt x="10662408" y="42825"/>
                </a:cubicBezTo>
                <a:cubicBezTo>
                  <a:pt x="10664492" y="45033"/>
                  <a:pt x="10665534" y="48121"/>
                  <a:pt x="10665534" y="52090"/>
                </a:cubicBezTo>
                <a:lnTo>
                  <a:pt x="10665534" y="80218"/>
                </a:lnTo>
                <a:lnTo>
                  <a:pt x="10660176" y="80218"/>
                </a:lnTo>
                <a:lnTo>
                  <a:pt x="10660176" y="52462"/>
                </a:lnTo>
                <a:cubicBezTo>
                  <a:pt x="10660176" y="49932"/>
                  <a:pt x="10659506" y="48009"/>
                  <a:pt x="10658167" y="46695"/>
                </a:cubicBezTo>
                <a:cubicBezTo>
                  <a:pt x="10656827" y="45380"/>
                  <a:pt x="10654868" y="44723"/>
                  <a:pt x="10652288" y="44723"/>
                </a:cubicBezTo>
                <a:cubicBezTo>
                  <a:pt x="10648666" y="44723"/>
                  <a:pt x="10645219" y="46112"/>
                  <a:pt x="10641945" y="48890"/>
                </a:cubicBezTo>
                <a:cubicBezTo>
                  <a:pt x="10642143" y="49733"/>
                  <a:pt x="10642242" y="50800"/>
                  <a:pt x="10642242" y="52090"/>
                </a:cubicBezTo>
                <a:lnTo>
                  <a:pt x="10642242" y="80218"/>
                </a:lnTo>
                <a:lnTo>
                  <a:pt x="10636884" y="80218"/>
                </a:lnTo>
                <a:lnTo>
                  <a:pt x="10636884" y="52462"/>
                </a:lnTo>
                <a:cubicBezTo>
                  <a:pt x="10636884" y="49932"/>
                  <a:pt x="10636202" y="48009"/>
                  <a:pt x="10634838" y="46695"/>
                </a:cubicBezTo>
                <a:cubicBezTo>
                  <a:pt x="10633474" y="45380"/>
                  <a:pt x="10631502" y="44723"/>
                  <a:pt x="10628922" y="44723"/>
                </a:cubicBezTo>
                <a:cubicBezTo>
                  <a:pt x="10627037" y="44723"/>
                  <a:pt x="10625276" y="45045"/>
                  <a:pt x="10623639" y="45690"/>
                </a:cubicBezTo>
                <a:cubicBezTo>
                  <a:pt x="10622002" y="46335"/>
                  <a:pt x="10620389" y="47327"/>
                  <a:pt x="10618802" y="48667"/>
                </a:cubicBezTo>
                <a:lnTo>
                  <a:pt x="10618802" y="80218"/>
                </a:lnTo>
                <a:lnTo>
                  <a:pt x="10613444" y="80218"/>
                </a:lnTo>
                <a:lnTo>
                  <a:pt x="10613444" y="40481"/>
                </a:lnTo>
                <a:lnTo>
                  <a:pt x="10618430" y="40481"/>
                </a:lnTo>
                <a:lnTo>
                  <a:pt x="10618430" y="44723"/>
                </a:lnTo>
                <a:cubicBezTo>
                  <a:pt x="10621754" y="41250"/>
                  <a:pt x="10625722" y="39514"/>
                  <a:pt x="10630336" y="39514"/>
                </a:cubicBezTo>
                <a:close/>
                <a:moveTo>
                  <a:pt x="10586953" y="39514"/>
                </a:moveTo>
                <a:cubicBezTo>
                  <a:pt x="10591219" y="39514"/>
                  <a:pt x="10594654" y="40580"/>
                  <a:pt x="10597259" y="42714"/>
                </a:cubicBezTo>
                <a:cubicBezTo>
                  <a:pt x="10599863" y="44847"/>
                  <a:pt x="10601166" y="47972"/>
                  <a:pt x="10601166" y="52090"/>
                </a:cubicBezTo>
                <a:lnTo>
                  <a:pt x="10601166" y="80218"/>
                </a:lnTo>
                <a:lnTo>
                  <a:pt x="10596180" y="80218"/>
                </a:lnTo>
                <a:lnTo>
                  <a:pt x="10596180" y="75381"/>
                </a:lnTo>
                <a:cubicBezTo>
                  <a:pt x="10593600" y="79152"/>
                  <a:pt x="10589607" y="81037"/>
                  <a:pt x="10584199" y="81037"/>
                </a:cubicBezTo>
                <a:cubicBezTo>
                  <a:pt x="10580280" y="81037"/>
                  <a:pt x="10577217" y="79995"/>
                  <a:pt x="10575009" y="77911"/>
                </a:cubicBezTo>
                <a:cubicBezTo>
                  <a:pt x="10572801" y="75828"/>
                  <a:pt x="10571698" y="72926"/>
                  <a:pt x="10571698" y="69205"/>
                </a:cubicBezTo>
                <a:cubicBezTo>
                  <a:pt x="10571698" y="64492"/>
                  <a:pt x="10573657" y="61007"/>
                  <a:pt x="10577576" y="58750"/>
                </a:cubicBezTo>
                <a:cubicBezTo>
                  <a:pt x="10581496" y="56493"/>
                  <a:pt x="10587572" y="55339"/>
                  <a:pt x="10595808" y="55290"/>
                </a:cubicBezTo>
                <a:lnTo>
                  <a:pt x="10595808" y="52536"/>
                </a:lnTo>
                <a:cubicBezTo>
                  <a:pt x="10595808" y="49957"/>
                  <a:pt x="10595002" y="47985"/>
                  <a:pt x="10593389" y="46620"/>
                </a:cubicBezTo>
                <a:cubicBezTo>
                  <a:pt x="10591777" y="45256"/>
                  <a:pt x="10589433" y="44574"/>
                  <a:pt x="10586357" y="44574"/>
                </a:cubicBezTo>
                <a:cubicBezTo>
                  <a:pt x="10583133" y="44574"/>
                  <a:pt x="10580008" y="45293"/>
                  <a:pt x="10576981" y="46732"/>
                </a:cubicBezTo>
                <a:lnTo>
                  <a:pt x="10575567" y="42193"/>
                </a:lnTo>
                <a:cubicBezTo>
                  <a:pt x="10579089" y="40407"/>
                  <a:pt x="10582884" y="39514"/>
                  <a:pt x="10586953" y="39514"/>
                </a:cubicBezTo>
                <a:close/>
                <a:moveTo>
                  <a:pt x="10465211" y="39514"/>
                </a:moveTo>
                <a:cubicBezTo>
                  <a:pt x="10470470" y="39514"/>
                  <a:pt x="10474513" y="41287"/>
                  <a:pt x="10477341" y="44834"/>
                </a:cubicBezTo>
                <a:cubicBezTo>
                  <a:pt x="10480168" y="48381"/>
                  <a:pt x="10481582" y="53553"/>
                  <a:pt x="10481582" y="60350"/>
                </a:cubicBezTo>
                <a:cubicBezTo>
                  <a:pt x="10481582" y="67146"/>
                  <a:pt x="10480168" y="72318"/>
                  <a:pt x="10477341" y="75865"/>
                </a:cubicBezTo>
                <a:cubicBezTo>
                  <a:pt x="10474513" y="79412"/>
                  <a:pt x="10470445" y="81186"/>
                  <a:pt x="10465137" y="81186"/>
                </a:cubicBezTo>
                <a:cubicBezTo>
                  <a:pt x="10459878" y="81186"/>
                  <a:pt x="10455835" y="79412"/>
                  <a:pt x="10453007" y="75865"/>
                </a:cubicBezTo>
                <a:cubicBezTo>
                  <a:pt x="10450179" y="72318"/>
                  <a:pt x="10448766" y="67146"/>
                  <a:pt x="10448766" y="60350"/>
                </a:cubicBezTo>
                <a:cubicBezTo>
                  <a:pt x="10448766" y="53553"/>
                  <a:pt x="10450179" y="48381"/>
                  <a:pt x="10453007" y="44834"/>
                </a:cubicBezTo>
                <a:cubicBezTo>
                  <a:pt x="10455835" y="41287"/>
                  <a:pt x="10459903" y="39514"/>
                  <a:pt x="10465211" y="39514"/>
                </a:cubicBezTo>
                <a:close/>
                <a:moveTo>
                  <a:pt x="10373459" y="39514"/>
                </a:moveTo>
                <a:cubicBezTo>
                  <a:pt x="10377328" y="39514"/>
                  <a:pt x="10380355" y="40630"/>
                  <a:pt x="10382537" y="42862"/>
                </a:cubicBezTo>
                <a:cubicBezTo>
                  <a:pt x="10384720" y="45095"/>
                  <a:pt x="10385811" y="48171"/>
                  <a:pt x="10385811" y="52090"/>
                </a:cubicBezTo>
                <a:lnTo>
                  <a:pt x="10385811" y="80218"/>
                </a:lnTo>
                <a:lnTo>
                  <a:pt x="10380453" y="80218"/>
                </a:lnTo>
                <a:lnTo>
                  <a:pt x="10380453" y="52462"/>
                </a:lnTo>
                <a:cubicBezTo>
                  <a:pt x="10380453" y="49932"/>
                  <a:pt x="10379734" y="48009"/>
                  <a:pt x="10378295" y="46695"/>
                </a:cubicBezTo>
                <a:cubicBezTo>
                  <a:pt x="10376857" y="45380"/>
                  <a:pt x="10374774" y="44723"/>
                  <a:pt x="10372045" y="44723"/>
                </a:cubicBezTo>
                <a:cubicBezTo>
                  <a:pt x="10370060" y="44723"/>
                  <a:pt x="10368225" y="45033"/>
                  <a:pt x="10366538" y="45653"/>
                </a:cubicBezTo>
                <a:cubicBezTo>
                  <a:pt x="10364851" y="46273"/>
                  <a:pt x="10363214" y="47278"/>
                  <a:pt x="10361627" y="48667"/>
                </a:cubicBezTo>
                <a:lnTo>
                  <a:pt x="10361627" y="80218"/>
                </a:lnTo>
                <a:lnTo>
                  <a:pt x="10356269" y="80218"/>
                </a:lnTo>
                <a:lnTo>
                  <a:pt x="10356269" y="40481"/>
                </a:lnTo>
                <a:lnTo>
                  <a:pt x="10361255" y="40481"/>
                </a:lnTo>
                <a:lnTo>
                  <a:pt x="10361255" y="44723"/>
                </a:lnTo>
                <a:cubicBezTo>
                  <a:pt x="10364579" y="41250"/>
                  <a:pt x="10368646" y="39514"/>
                  <a:pt x="10373459" y="39514"/>
                </a:cubicBezTo>
                <a:close/>
                <a:moveTo>
                  <a:pt x="10331563" y="39514"/>
                </a:moveTo>
                <a:cubicBezTo>
                  <a:pt x="10336574" y="39514"/>
                  <a:pt x="10340469" y="41200"/>
                  <a:pt x="10343246" y="44574"/>
                </a:cubicBezTo>
                <a:cubicBezTo>
                  <a:pt x="10346024" y="47947"/>
                  <a:pt x="10347414" y="52635"/>
                  <a:pt x="10347414" y="58638"/>
                </a:cubicBezTo>
                <a:cubicBezTo>
                  <a:pt x="10347414" y="59829"/>
                  <a:pt x="10347339" y="60871"/>
                  <a:pt x="10347190" y="61764"/>
                </a:cubicBezTo>
                <a:lnTo>
                  <a:pt x="10320699" y="61764"/>
                </a:lnTo>
                <a:cubicBezTo>
                  <a:pt x="10320898" y="66476"/>
                  <a:pt x="10322051" y="70036"/>
                  <a:pt x="10324159" y="72442"/>
                </a:cubicBezTo>
                <a:cubicBezTo>
                  <a:pt x="10326267" y="74848"/>
                  <a:pt x="10329281" y="76051"/>
                  <a:pt x="10333201" y="76051"/>
                </a:cubicBezTo>
                <a:cubicBezTo>
                  <a:pt x="10336921" y="76051"/>
                  <a:pt x="10340344" y="75009"/>
                  <a:pt x="10343470" y="72926"/>
                </a:cubicBezTo>
                <a:lnTo>
                  <a:pt x="10345553" y="77242"/>
                </a:lnTo>
                <a:cubicBezTo>
                  <a:pt x="10344015" y="78482"/>
                  <a:pt x="10342143" y="79437"/>
                  <a:pt x="10339935" y="80107"/>
                </a:cubicBezTo>
                <a:cubicBezTo>
                  <a:pt x="10337727" y="80776"/>
                  <a:pt x="10335383" y="81111"/>
                  <a:pt x="10332903" y="81111"/>
                </a:cubicBezTo>
                <a:cubicBezTo>
                  <a:pt x="10327346" y="81111"/>
                  <a:pt x="10323019" y="79276"/>
                  <a:pt x="10319918" y="75605"/>
                </a:cubicBezTo>
                <a:cubicBezTo>
                  <a:pt x="10316817" y="71933"/>
                  <a:pt x="10315267" y="66849"/>
                  <a:pt x="10315267" y="60350"/>
                </a:cubicBezTo>
                <a:cubicBezTo>
                  <a:pt x="10315267" y="53801"/>
                  <a:pt x="10316705" y="48691"/>
                  <a:pt x="10319583" y="45020"/>
                </a:cubicBezTo>
                <a:cubicBezTo>
                  <a:pt x="10322461" y="41349"/>
                  <a:pt x="10326453" y="39514"/>
                  <a:pt x="10331563" y="39514"/>
                </a:cubicBezTo>
                <a:close/>
                <a:moveTo>
                  <a:pt x="10249634" y="39514"/>
                </a:moveTo>
                <a:cubicBezTo>
                  <a:pt x="10253503" y="39514"/>
                  <a:pt x="10256530" y="40630"/>
                  <a:pt x="10258712" y="42862"/>
                </a:cubicBezTo>
                <a:cubicBezTo>
                  <a:pt x="10260895" y="45095"/>
                  <a:pt x="10261986" y="48171"/>
                  <a:pt x="10261986" y="52090"/>
                </a:cubicBezTo>
                <a:lnTo>
                  <a:pt x="10261986" y="80218"/>
                </a:lnTo>
                <a:lnTo>
                  <a:pt x="10256628" y="80218"/>
                </a:lnTo>
                <a:lnTo>
                  <a:pt x="10256628" y="52462"/>
                </a:lnTo>
                <a:cubicBezTo>
                  <a:pt x="10256628" y="49932"/>
                  <a:pt x="10255909" y="48009"/>
                  <a:pt x="10254470" y="46695"/>
                </a:cubicBezTo>
                <a:cubicBezTo>
                  <a:pt x="10253032" y="45380"/>
                  <a:pt x="10250949" y="44723"/>
                  <a:pt x="10248220" y="44723"/>
                </a:cubicBezTo>
                <a:cubicBezTo>
                  <a:pt x="10246235" y="44723"/>
                  <a:pt x="10244400" y="45033"/>
                  <a:pt x="10242713" y="45653"/>
                </a:cubicBezTo>
                <a:cubicBezTo>
                  <a:pt x="10241026" y="46273"/>
                  <a:pt x="10239389" y="47278"/>
                  <a:pt x="10237802" y="48667"/>
                </a:cubicBezTo>
                <a:lnTo>
                  <a:pt x="10237802" y="80218"/>
                </a:lnTo>
                <a:lnTo>
                  <a:pt x="10232444" y="80218"/>
                </a:lnTo>
                <a:lnTo>
                  <a:pt x="10232444" y="40481"/>
                </a:lnTo>
                <a:lnTo>
                  <a:pt x="10237430" y="40481"/>
                </a:lnTo>
                <a:lnTo>
                  <a:pt x="10237430" y="44723"/>
                </a:lnTo>
                <a:cubicBezTo>
                  <a:pt x="10240754" y="41250"/>
                  <a:pt x="10244821" y="39514"/>
                  <a:pt x="10249634" y="39514"/>
                </a:cubicBezTo>
                <a:close/>
                <a:moveTo>
                  <a:pt x="10208036" y="39514"/>
                </a:moveTo>
                <a:cubicBezTo>
                  <a:pt x="10213295" y="39514"/>
                  <a:pt x="10217338" y="41287"/>
                  <a:pt x="10220166" y="44834"/>
                </a:cubicBezTo>
                <a:cubicBezTo>
                  <a:pt x="10222993" y="48381"/>
                  <a:pt x="10224407" y="53553"/>
                  <a:pt x="10224407" y="60350"/>
                </a:cubicBezTo>
                <a:cubicBezTo>
                  <a:pt x="10224407" y="67146"/>
                  <a:pt x="10222993" y="72318"/>
                  <a:pt x="10220166" y="75865"/>
                </a:cubicBezTo>
                <a:cubicBezTo>
                  <a:pt x="10217338" y="79412"/>
                  <a:pt x="10213270" y="81186"/>
                  <a:pt x="10207962" y="81186"/>
                </a:cubicBezTo>
                <a:cubicBezTo>
                  <a:pt x="10202703" y="81186"/>
                  <a:pt x="10198660" y="79412"/>
                  <a:pt x="10195832" y="75865"/>
                </a:cubicBezTo>
                <a:cubicBezTo>
                  <a:pt x="10193004" y="72318"/>
                  <a:pt x="10191591" y="67146"/>
                  <a:pt x="10191591" y="60350"/>
                </a:cubicBezTo>
                <a:cubicBezTo>
                  <a:pt x="10191591" y="53553"/>
                  <a:pt x="10193004" y="48381"/>
                  <a:pt x="10195832" y="44834"/>
                </a:cubicBezTo>
                <a:cubicBezTo>
                  <a:pt x="10198660" y="41287"/>
                  <a:pt x="10202728" y="39514"/>
                  <a:pt x="10208036" y="39514"/>
                </a:cubicBezTo>
                <a:close/>
                <a:moveTo>
                  <a:pt x="10170457" y="39514"/>
                </a:moveTo>
                <a:cubicBezTo>
                  <a:pt x="10172342" y="39514"/>
                  <a:pt x="10174277" y="39799"/>
                  <a:pt x="10176261" y="40370"/>
                </a:cubicBezTo>
                <a:cubicBezTo>
                  <a:pt x="10178246" y="40940"/>
                  <a:pt x="10180056" y="41721"/>
                  <a:pt x="10181694" y="42714"/>
                </a:cubicBezTo>
                <a:lnTo>
                  <a:pt x="10179610" y="47104"/>
                </a:lnTo>
                <a:cubicBezTo>
                  <a:pt x="10176386" y="45368"/>
                  <a:pt x="10173285" y="44499"/>
                  <a:pt x="10170308" y="44499"/>
                </a:cubicBezTo>
                <a:cubicBezTo>
                  <a:pt x="10166686" y="44499"/>
                  <a:pt x="10163859" y="45839"/>
                  <a:pt x="10161825" y="48518"/>
                </a:cubicBezTo>
                <a:cubicBezTo>
                  <a:pt x="10159791" y="51197"/>
                  <a:pt x="10158774" y="54942"/>
                  <a:pt x="10158774" y="59754"/>
                </a:cubicBezTo>
                <a:cubicBezTo>
                  <a:pt x="10158774" y="65112"/>
                  <a:pt x="10159829" y="69168"/>
                  <a:pt x="10161937" y="71921"/>
                </a:cubicBezTo>
                <a:cubicBezTo>
                  <a:pt x="10164045" y="74674"/>
                  <a:pt x="10167158" y="76051"/>
                  <a:pt x="10171276" y="76051"/>
                </a:cubicBezTo>
                <a:cubicBezTo>
                  <a:pt x="10174351" y="76051"/>
                  <a:pt x="10177303" y="75208"/>
                  <a:pt x="10180131" y="73521"/>
                </a:cubicBezTo>
                <a:lnTo>
                  <a:pt x="10182140" y="77837"/>
                </a:lnTo>
                <a:cubicBezTo>
                  <a:pt x="10180751" y="78879"/>
                  <a:pt x="10179065" y="79685"/>
                  <a:pt x="10177080" y="80255"/>
                </a:cubicBezTo>
                <a:cubicBezTo>
                  <a:pt x="10175095" y="80826"/>
                  <a:pt x="10173012" y="81111"/>
                  <a:pt x="10170829" y="81111"/>
                </a:cubicBezTo>
                <a:cubicBezTo>
                  <a:pt x="10165272" y="81111"/>
                  <a:pt x="10160945" y="79276"/>
                  <a:pt x="10157844" y="75605"/>
                </a:cubicBezTo>
                <a:cubicBezTo>
                  <a:pt x="10154743" y="71933"/>
                  <a:pt x="10153193" y="66799"/>
                  <a:pt x="10153193" y="60201"/>
                </a:cubicBezTo>
                <a:cubicBezTo>
                  <a:pt x="10153193" y="56083"/>
                  <a:pt x="10153913" y="52462"/>
                  <a:pt x="10155351" y="49336"/>
                </a:cubicBezTo>
                <a:cubicBezTo>
                  <a:pt x="10156789" y="46211"/>
                  <a:pt x="10158811" y="43793"/>
                  <a:pt x="10161416" y="42081"/>
                </a:cubicBezTo>
                <a:cubicBezTo>
                  <a:pt x="10164020" y="40370"/>
                  <a:pt x="10167034" y="39514"/>
                  <a:pt x="10170457" y="39514"/>
                </a:cubicBezTo>
                <a:close/>
                <a:moveTo>
                  <a:pt x="10036288" y="39514"/>
                </a:moveTo>
                <a:cubicBezTo>
                  <a:pt x="10041299" y="39514"/>
                  <a:pt x="10045194" y="41200"/>
                  <a:pt x="10047971" y="44574"/>
                </a:cubicBezTo>
                <a:cubicBezTo>
                  <a:pt x="10050749" y="47947"/>
                  <a:pt x="10052139" y="52635"/>
                  <a:pt x="10052139" y="58638"/>
                </a:cubicBezTo>
                <a:cubicBezTo>
                  <a:pt x="10052139" y="59829"/>
                  <a:pt x="10052064" y="60871"/>
                  <a:pt x="10051915" y="61764"/>
                </a:cubicBezTo>
                <a:lnTo>
                  <a:pt x="10025424" y="61764"/>
                </a:lnTo>
                <a:cubicBezTo>
                  <a:pt x="10025623" y="66476"/>
                  <a:pt x="10026776" y="70036"/>
                  <a:pt x="10028884" y="72442"/>
                </a:cubicBezTo>
                <a:cubicBezTo>
                  <a:pt x="10030992" y="74848"/>
                  <a:pt x="10034006" y="76051"/>
                  <a:pt x="10037926" y="76051"/>
                </a:cubicBezTo>
                <a:cubicBezTo>
                  <a:pt x="10041646" y="76051"/>
                  <a:pt x="10045069" y="75009"/>
                  <a:pt x="10048195" y="72926"/>
                </a:cubicBezTo>
                <a:lnTo>
                  <a:pt x="10050278" y="77242"/>
                </a:lnTo>
                <a:cubicBezTo>
                  <a:pt x="10048740" y="78482"/>
                  <a:pt x="10046868" y="79437"/>
                  <a:pt x="10044660" y="80107"/>
                </a:cubicBezTo>
                <a:cubicBezTo>
                  <a:pt x="10042452" y="80776"/>
                  <a:pt x="10040108" y="81111"/>
                  <a:pt x="10037628" y="81111"/>
                </a:cubicBezTo>
                <a:cubicBezTo>
                  <a:pt x="10032071" y="81111"/>
                  <a:pt x="10027744" y="79276"/>
                  <a:pt x="10024643" y="75605"/>
                </a:cubicBezTo>
                <a:cubicBezTo>
                  <a:pt x="10021542" y="71933"/>
                  <a:pt x="10019992" y="66849"/>
                  <a:pt x="10019992" y="60350"/>
                </a:cubicBezTo>
                <a:cubicBezTo>
                  <a:pt x="10019992" y="53801"/>
                  <a:pt x="10021430" y="48691"/>
                  <a:pt x="10024308" y="45020"/>
                </a:cubicBezTo>
                <a:cubicBezTo>
                  <a:pt x="10027186" y="41349"/>
                  <a:pt x="10031178" y="39514"/>
                  <a:pt x="10036288" y="39514"/>
                </a:cubicBezTo>
                <a:close/>
                <a:moveTo>
                  <a:pt x="9972739" y="39514"/>
                </a:moveTo>
                <a:cubicBezTo>
                  <a:pt x="9977451" y="39514"/>
                  <a:pt x="9981123" y="41374"/>
                  <a:pt x="9983752" y="45095"/>
                </a:cubicBezTo>
                <a:cubicBezTo>
                  <a:pt x="9986381" y="48816"/>
                  <a:pt x="9987696" y="54000"/>
                  <a:pt x="9987696" y="60647"/>
                </a:cubicBezTo>
                <a:cubicBezTo>
                  <a:pt x="9987696" y="67097"/>
                  <a:pt x="9986295" y="72132"/>
                  <a:pt x="9983492" y="75753"/>
                </a:cubicBezTo>
                <a:cubicBezTo>
                  <a:pt x="9980688" y="79375"/>
                  <a:pt x="9976807" y="81186"/>
                  <a:pt x="9971846" y="81186"/>
                </a:cubicBezTo>
                <a:cubicBezTo>
                  <a:pt x="9969812" y="81186"/>
                  <a:pt x="9967915" y="80789"/>
                  <a:pt x="9966153" y="79995"/>
                </a:cubicBezTo>
                <a:cubicBezTo>
                  <a:pt x="9964392" y="79201"/>
                  <a:pt x="9962866" y="78085"/>
                  <a:pt x="9961577" y="76646"/>
                </a:cubicBezTo>
                <a:lnTo>
                  <a:pt x="9961577" y="95622"/>
                </a:lnTo>
                <a:lnTo>
                  <a:pt x="9956219" y="95622"/>
                </a:lnTo>
                <a:lnTo>
                  <a:pt x="9956219" y="40481"/>
                </a:lnTo>
                <a:lnTo>
                  <a:pt x="9961205" y="40481"/>
                </a:lnTo>
                <a:lnTo>
                  <a:pt x="9961205" y="45541"/>
                </a:lnTo>
                <a:cubicBezTo>
                  <a:pt x="9962544" y="43557"/>
                  <a:pt x="9964194" y="42056"/>
                  <a:pt x="9966153" y="41039"/>
                </a:cubicBezTo>
                <a:cubicBezTo>
                  <a:pt x="9968112" y="40022"/>
                  <a:pt x="9970308" y="39514"/>
                  <a:pt x="9972739" y="39514"/>
                </a:cubicBezTo>
                <a:close/>
                <a:moveTo>
                  <a:pt x="9893413" y="39514"/>
                </a:moveTo>
                <a:cubicBezTo>
                  <a:pt x="9898424" y="39514"/>
                  <a:pt x="9902319" y="41200"/>
                  <a:pt x="9905096" y="44574"/>
                </a:cubicBezTo>
                <a:cubicBezTo>
                  <a:pt x="9907874" y="47947"/>
                  <a:pt x="9909264" y="52635"/>
                  <a:pt x="9909264" y="58638"/>
                </a:cubicBezTo>
                <a:cubicBezTo>
                  <a:pt x="9909264" y="59829"/>
                  <a:pt x="9909189" y="60871"/>
                  <a:pt x="9909040" y="61764"/>
                </a:cubicBezTo>
                <a:lnTo>
                  <a:pt x="9882549" y="61764"/>
                </a:lnTo>
                <a:cubicBezTo>
                  <a:pt x="9882748" y="66476"/>
                  <a:pt x="9883901" y="70036"/>
                  <a:pt x="9886009" y="72442"/>
                </a:cubicBezTo>
                <a:cubicBezTo>
                  <a:pt x="9888117" y="74848"/>
                  <a:pt x="9891131" y="76051"/>
                  <a:pt x="9895051" y="76051"/>
                </a:cubicBezTo>
                <a:cubicBezTo>
                  <a:pt x="9898771" y="76051"/>
                  <a:pt x="9902194" y="75009"/>
                  <a:pt x="9905320" y="72926"/>
                </a:cubicBezTo>
                <a:lnTo>
                  <a:pt x="9907403" y="77242"/>
                </a:lnTo>
                <a:cubicBezTo>
                  <a:pt x="9905865" y="78482"/>
                  <a:pt x="9903993" y="79437"/>
                  <a:pt x="9901785" y="80107"/>
                </a:cubicBezTo>
                <a:cubicBezTo>
                  <a:pt x="9899577" y="80776"/>
                  <a:pt x="9897233" y="81111"/>
                  <a:pt x="9894753" y="81111"/>
                </a:cubicBezTo>
                <a:cubicBezTo>
                  <a:pt x="9889196" y="81111"/>
                  <a:pt x="9884869" y="79276"/>
                  <a:pt x="9881768" y="75605"/>
                </a:cubicBezTo>
                <a:cubicBezTo>
                  <a:pt x="9878667" y="71933"/>
                  <a:pt x="9877117" y="66849"/>
                  <a:pt x="9877117" y="60350"/>
                </a:cubicBezTo>
                <a:cubicBezTo>
                  <a:pt x="9877117" y="53801"/>
                  <a:pt x="9878555" y="48691"/>
                  <a:pt x="9881433" y="45020"/>
                </a:cubicBezTo>
                <a:cubicBezTo>
                  <a:pt x="9884311" y="41349"/>
                  <a:pt x="9888303" y="39514"/>
                  <a:pt x="9893413" y="39514"/>
                </a:cubicBezTo>
                <a:close/>
                <a:moveTo>
                  <a:pt x="9836263" y="39514"/>
                </a:moveTo>
                <a:cubicBezTo>
                  <a:pt x="9841274" y="39514"/>
                  <a:pt x="9845169" y="41200"/>
                  <a:pt x="9847946" y="44574"/>
                </a:cubicBezTo>
                <a:cubicBezTo>
                  <a:pt x="9850724" y="47947"/>
                  <a:pt x="9852114" y="52635"/>
                  <a:pt x="9852114" y="58638"/>
                </a:cubicBezTo>
                <a:cubicBezTo>
                  <a:pt x="9852114" y="59829"/>
                  <a:pt x="9852039" y="60871"/>
                  <a:pt x="9851890" y="61764"/>
                </a:cubicBezTo>
                <a:lnTo>
                  <a:pt x="9825399" y="61764"/>
                </a:lnTo>
                <a:cubicBezTo>
                  <a:pt x="9825598" y="66476"/>
                  <a:pt x="9826751" y="70036"/>
                  <a:pt x="9828859" y="72442"/>
                </a:cubicBezTo>
                <a:cubicBezTo>
                  <a:pt x="9830967" y="74848"/>
                  <a:pt x="9833981" y="76051"/>
                  <a:pt x="9837901" y="76051"/>
                </a:cubicBezTo>
                <a:cubicBezTo>
                  <a:pt x="9841621" y="76051"/>
                  <a:pt x="9845044" y="75009"/>
                  <a:pt x="9848170" y="72926"/>
                </a:cubicBezTo>
                <a:lnTo>
                  <a:pt x="9850253" y="77242"/>
                </a:lnTo>
                <a:cubicBezTo>
                  <a:pt x="9848715" y="78482"/>
                  <a:pt x="9846843" y="79437"/>
                  <a:pt x="9844635" y="80107"/>
                </a:cubicBezTo>
                <a:cubicBezTo>
                  <a:pt x="9842427" y="80776"/>
                  <a:pt x="9840083" y="81111"/>
                  <a:pt x="9837603" y="81111"/>
                </a:cubicBezTo>
                <a:cubicBezTo>
                  <a:pt x="9832046" y="81111"/>
                  <a:pt x="9827719" y="79276"/>
                  <a:pt x="9824618" y="75605"/>
                </a:cubicBezTo>
                <a:cubicBezTo>
                  <a:pt x="9821517" y="71933"/>
                  <a:pt x="9819967" y="66849"/>
                  <a:pt x="9819967" y="60350"/>
                </a:cubicBezTo>
                <a:cubicBezTo>
                  <a:pt x="9819967" y="53801"/>
                  <a:pt x="9821405" y="48691"/>
                  <a:pt x="9824283" y="45020"/>
                </a:cubicBezTo>
                <a:cubicBezTo>
                  <a:pt x="9827161" y="41349"/>
                  <a:pt x="9831153" y="39514"/>
                  <a:pt x="9836263" y="39514"/>
                </a:cubicBezTo>
                <a:close/>
                <a:moveTo>
                  <a:pt x="9636536" y="39514"/>
                </a:moveTo>
                <a:cubicBezTo>
                  <a:pt x="9641795" y="39514"/>
                  <a:pt x="9645838" y="41287"/>
                  <a:pt x="9648666" y="44834"/>
                </a:cubicBezTo>
                <a:cubicBezTo>
                  <a:pt x="9651493" y="48381"/>
                  <a:pt x="9652907" y="53553"/>
                  <a:pt x="9652907" y="60350"/>
                </a:cubicBezTo>
                <a:cubicBezTo>
                  <a:pt x="9652907" y="67146"/>
                  <a:pt x="9651493" y="72318"/>
                  <a:pt x="9648666" y="75865"/>
                </a:cubicBezTo>
                <a:cubicBezTo>
                  <a:pt x="9645838" y="79412"/>
                  <a:pt x="9641770" y="81186"/>
                  <a:pt x="9636462" y="81186"/>
                </a:cubicBezTo>
                <a:cubicBezTo>
                  <a:pt x="9631203" y="81186"/>
                  <a:pt x="9627160" y="79412"/>
                  <a:pt x="9624332" y="75865"/>
                </a:cubicBezTo>
                <a:cubicBezTo>
                  <a:pt x="9621504" y="72318"/>
                  <a:pt x="9620091" y="67146"/>
                  <a:pt x="9620091" y="60350"/>
                </a:cubicBezTo>
                <a:cubicBezTo>
                  <a:pt x="9620091" y="53553"/>
                  <a:pt x="9621504" y="48381"/>
                  <a:pt x="9624332" y="44834"/>
                </a:cubicBezTo>
                <a:cubicBezTo>
                  <a:pt x="9627160" y="41287"/>
                  <a:pt x="9631228" y="39514"/>
                  <a:pt x="9636536" y="39514"/>
                </a:cubicBezTo>
                <a:close/>
                <a:moveTo>
                  <a:pt x="9348703" y="39514"/>
                </a:moveTo>
                <a:cubicBezTo>
                  <a:pt x="9352969" y="39514"/>
                  <a:pt x="9356404" y="40580"/>
                  <a:pt x="9359009" y="42714"/>
                </a:cubicBezTo>
                <a:cubicBezTo>
                  <a:pt x="9361613" y="44847"/>
                  <a:pt x="9362916" y="47972"/>
                  <a:pt x="9362916" y="52090"/>
                </a:cubicBezTo>
                <a:lnTo>
                  <a:pt x="9362916" y="80218"/>
                </a:lnTo>
                <a:lnTo>
                  <a:pt x="9357930" y="80218"/>
                </a:lnTo>
                <a:lnTo>
                  <a:pt x="9357930" y="75381"/>
                </a:lnTo>
                <a:cubicBezTo>
                  <a:pt x="9355350" y="79152"/>
                  <a:pt x="9351357" y="81037"/>
                  <a:pt x="9345949" y="81037"/>
                </a:cubicBezTo>
                <a:cubicBezTo>
                  <a:pt x="9342030" y="81037"/>
                  <a:pt x="9338967" y="79995"/>
                  <a:pt x="9336759" y="77911"/>
                </a:cubicBezTo>
                <a:cubicBezTo>
                  <a:pt x="9334551" y="75828"/>
                  <a:pt x="9333448" y="72926"/>
                  <a:pt x="9333448" y="69205"/>
                </a:cubicBezTo>
                <a:cubicBezTo>
                  <a:pt x="9333448" y="64492"/>
                  <a:pt x="9335407" y="61007"/>
                  <a:pt x="9339326" y="58750"/>
                </a:cubicBezTo>
                <a:cubicBezTo>
                  <a:pt x="9343246" y="56493"/>
                  <a:pt x="9349322" y="55339"/>
                  <a:pt x="9357558" y="55290"/>
                </a:cubicBezTo>
                <a:lnTo>
                  <a:pt x="9357558" y="52536"/>
                </a:lnTo>
                <a:cubicBezTo>
                  <a:pt x="9357558" y="49957"/>
                  <a:pt x="9356752" y="47985"/>
                  <a:pt x="9355139" y="46620"/>
                </a:cubicBezTo>
                <a:cubicBezTo>
                  <a:pt x="9353527" y="45256"/>
                  <a:pt x="9351183" y="44574"/>
                  <a:pt x="9348107" y="44574"/>
                </a:cubicBezTo>
                <a:cubicBezTo>
                  <a:pt x="9344883" y="44574"/>
                  <a:pt x="9341758" y="45293"/>
                  <a:pt x="9338731" y="46732"/>
                </a:cubicBezTo>
                <a:lnTo>
                  <a:pt x="9337317" y="42193"/>
                </a:lnTo>
                <a:cubicBezTo>
                  <a:pt x="9340839" y="40407"/>
                  <a:pt x="9344634" y="39514"/>
                  <a:pt x="9348703" y="39514"/>
                </a:cubicBezTo>
                <a:close/>
                <a:moveTo>
                  <a:pt x="9315514" y="39514"/>
                </a:moveTo>
                <a:cubicBezTo>
                  <a:pt x="9320226" y="39514"/>
                  <a:pt x="9323898" y="41374"/>
                  <a:pt x="9326527" y="45095"/>
                </a:cubicBezTo>
                <a:cubicBezTo>
                  <a:pt x="9329156" y="48816"/>
                  <a:pt x="9330471" y="54000"/>
                  <a:pt x="9330471" y="60647"/>
                </a:cubicBezTo>
                <a:cubicBezTo>
                  <a:pt x="9330471" y="67097"/>
                  <a:pt x="9329070" y="72132"/>
                  <a:pt x="9326267" y="75753"/>
                </a:cubicBezTo>
                <a:cubicBezTo>
                  <a:pt x="9323463" y="79375"/>
                  <a:pt x="9319582" y="81186"/>
                  <a:pt x="9314621" y="81186"/>
                </a:cubicBezTo>
                <a:cubicBezTo>
                  <a:pt x="9312587" y="81186"/>
                  <a:pt x="9310690" y="80789"/>
                  <a:pt x="9308928" y="79995"/>
                </a:cubicBezTo>
                <a:cubicBezTo>
                  <a:pt x="9307167" y="79201"/>
                  <a:pt x="9305641" y="78085"/>
                  <a:pt x="9304352" y="76646"/>
                </a:cubicBezTo>
                <a:lnTo>
                  <a:pt x="9304352" y="95622"/>
                </a:lnTo>
                <a:lnTo>
                  <a:pt x="9298994" y="95622"/>
                </a:lnTo>
                <a:lnTo>
                  <a:pt x="9298994" y="40481"/>
                </a:lnTo>
                <a:lnTo>
                  <a:pt x="9303980" y="40481"/>
                </a:lnTo>
                <a:lnTo>
                  <a:pt x="9303980" y="45541"/>
                </a:lnTo>
                <a:cubicBezTo>
                  <a:pt x="9305319" y="43557"/>
                  <a:pt x="9306969" y="42056"/>
                  <a:pt x="9308928" y="41039"/>
                </a:cubicBezTo>
                <a:cubicBezTo>
                  <a:pt x="9310887" y="40022"/>
                  <a:pt x="9313083" y="39514"/>
                  <a:pt x="9315514" y="39514"/>
                </a:cubicBezTo>
                <a:close/>
                <a:moveTo>
                  <a:pt x="9249509" y="39514"/>
                </a:moveTo>
                <a:cubicBezTo>
                  <a:pt x="9253378" y="39514"/>
                  <a:pt x="9256405" y="40630"/>
                  <a:pt x="9258587" y="42862"/>
                </a:cubicBezTo>
                <a:cubicBezTo>
                  <a:pt x="9260770" y="45095"/>
                  <a:pt x="9261861" y="48171"/>
                  <a:pt x="9261861" y="52090"/>
                </a:cubicBezTo>
                <a:lnTo>
                  <a:pt x="9261861" y="80218"/>
                </a:lnTo>
                <a:lnTo>
                  <a:pt x="9256503" y="80218"/>
                </a:lnTo>
                <a:lnTo>
                  <a:pt x="9256503" y="52462"/>
                </a:lnTo>
                <a:cubicBezTo>
                  <a:pt x="9256503" y="49932"/>
                  <a:pt x="9255784" y="48009"/>
                  <a:pt x="9254345" y="46695"/>
                </a:cubicBezTo>
                <a:cubicBezTo>
                  <a:pt x="9252907" y="45380"/>
                  <a:pt x="9250824" y="44723"/>
                  <a:pt x="9248095" y="44723"/>
                </a:cubicBezTo>
                <a:cubicBezTo>
                  <a:pt x="9246110" y="44723"/>
                  <a:pt x="9244275" y="45033"/>
                  <a:pt x="9242588" y="45653"/>
                </a:cubicBezTo>
                <a:cubicBezTo>
                  <a:pt x="9240901" y="46273"/>
                  <a:pt x="9239264" y="47278"/>
                  <a:pt x="9237677" y="48667"/>
                </a:cubicBezTo>
                <a:lnTo>
                  <a:pt x="9237677" y="80218"/>
                </a:lnTo>
                <a:lnTo>
                  <a:pt x="9232319" y="80218"/>
                </a:lnTo>
                <a:lnTo>
                  <a:pt x="9232319" y="40481"/>
                </a:lnTo>
                <a:lnTo>
                  <a:pt x="9237305" y="40481"/>
                </a:lnTo>
                <a:lnTo>
                  <a:pt x="9237305" y="44723"/>
                </a:lnTo>
                <a:cubicBezTo>
                  <a:pt x="9240629" y="41250"/>
                  <a:pt x="9244696" y="39514"/>
                  <a:pt x="9249509" y="39514"/>
                </a:cubicBezTo>
                <a:close/>
                <a:moveTo>
                  <a:pt x="9141236" y="39514"/>
                </a:moveTo>
                <a:cubicBezTo>
                  <a:pt x="9146495" y="39514"/>
                  <a:pt x="9150538" y="41287"/>
                  <a:pt x="9153366" y="44834"/>
                </a:cubicBezTo>
                <a:cubicBezTo>
                  <a:pt x="9156193" y="48381"/>
                  <a:pt x="9157607" y="53553"/>
                  <a:pt x="9157607" y="60350"/>
                </a:cubicBezTo>
                <a:cubicBezTo>
                  <a:pt x="9157607" y="67146"/>
                  <a:pt x="9156193" y="72318"/>
                  <a:pt x="9153366" y="75865"/>
                </a:cubicBezTo>
                <a:cubicBezTo>
                  <a:pt x="9150538" y="79412"/>
                  <a:pt x="9146470" y="81186"/>
                  <a:pt x="9141162" y="81186"/>
                </a:cubicBezTo>
                <a:cubicBezTo>
                  <a:pt x="9135903" y="81186"/>
                  <a:pt x="9131860" y="79412"/>
                  <a:pt x="9129032" y="75865"/>
                </a:cubicBezTo>
                <a:cubicBezTo>
                  <a:pt x="9126204" y="72318"/>
                  <a:pt x="9124791" y="67146"/>
                  <a:pt x="9124791" y="60350"/>
                </a:cubicBezTo>
                <a:cubicBezTo>
                  <a:pt x="9124791" y="53553"/>
                  <a:pt x="9126204" y="48381"/>
                  <a:pt x="9129032" y="44834"/>
                </a:cubicBezTo>
                <a:cubicBezTo>
                  <a:pt x="9131860" y="41287"/>
                  <a:pt x="9135928" y="39514"/>
                  <a:pt x="9141236" y="39514"/>
                </a:cubicBezTo>
                <a:close/>
                <a:moveTo>
                  <a:pt x="9083788" y="39514"/>
                </a:moveTo>
                <a:cubicBezTo>
                  <a:pt x="9088799" y="39514"/>
                  <a:pt x="9092694" y="41200"/>
                  <a:pt x="9095471" y="44574"/>
                </a:cubicBezTo>
                <a:cubicBezTo>
                  <a:pt x="9098249" y="47947"/>
                  <a:pt x="9099639" y="52635"/>
                  <a:pt x="9099639" y="58638"/>
                </a:cubicBezTo>
                <a:cubicBezTo>
                  <a:pt x="9099639" y="59829"/>
                  <a:pt x="9099564" y="60871"/>
                  <a:pt x="9099415" y="61764"/>
                </a:cubicBezTo>
                <a:lnTo>
                  <a:pt x="9072924" y="61764"/>
                </a:lnTo>
                <a:cubicBezTo>
                  <a:pt x="9073123" y="66476"/>
                  <a:pt x="9074276" y="70036"/>
                  <a:pt x="9076384" y="72442"/>
                </a:cubicBezTo>
                <a:cubicBezTo>
                  <a:pt x="9078492" y="74848"/>
                  <a:pt x="9081506" y="76051"/>
                  <a:pt x="9085426" y="76051"/>
                </a:cubicBezTo>
                <a:cubicBezTo>
                  <a:pt x="9089146" y="76051"/>
                  <a:pt x="9092569" y="75009"/>
                  <a:pt x="9095695" y="72926"/>
                </a:cubicBezTo>
                <a:lnTo>
                  <a:pt x="9097778" y="77242"/>
                </a:lnTo>
                <a:cubicBezTo>
                  <a:pt x="9096240" y="78482"/>
                  <a:pt x="9094368" y="79437"/>
                  <a:pt x="9092160" y="80107"/>
                </a:cubicBezTo>
                <a:cubicBezTo>
                  <a:pt x="9089952" y="80776"/>
                  <a:pt x="9087608" y="81111"/>
                  <a:pt x="9085128" y="81111"/>
                </a:cubicBezTo>
                <a:cubicBezTo>
                  <a:pt x="9079571" y="81111"/>
                  <a:pt x="9075244" y="79276"/>
                  <a:pt x="9072143" y="75605"/>
                </a:cubicBezTo>
                <a:cubicBezTo>
                  <a:pt x="9069042" y="71933"/>
                  <a:pt x="9067492" y="66849"/>
                  <a:pt x="9067492" y="60350"/>
                </a:cubicBezTo>
                <a:cubicBezTo>
                  <a:pt x="9067492" y="53801"/>
                  <a:pt x="9068930" y="48691"/>
                  <a:pt x="9071808" y="45020"/>
                </a:cubicBezTo>
                <a:cubicBezTo>
                  <a:pt x="9074686" y="41349"/>
                  <a:pt x="9078678" y="39514"/>
                  <a:pt x="9083788" y="39514"/>
                </a:cubicBezTo>
                <a:close/>
                <a:moveTo>
                  <a:pt x="9026936" y="39514"/>
                </a:moveTo>
                <a:cubicBezTo>
                  <a:pt x="9032195" y="39514"/>
                  <a:pt x="9036238" y="41287"/>
                  <a:pt x="9039066" y="44834"/>
                </a:cubicBezTo>
                <a:cubicBezTo>
                  <a:pt x="9041893" y="48381"/>
                  <a:pt x="9043307" y="53553"/>
                  <a:pt x="9043307" y="60350"/>
                </a:cubicBezTo>
                <a:cubicBezTo>
                  <a:pt x="9043307" y="67146"/>
                  <a:pt x="9041893" y="72318"/>
                  <a:pt x="9039066" y="75865"/>
                </a:cubicBezTo>
                <a:cubicBezTo>
                  <a:pt x="9036238" y="79412"/>
                  <a:pt x="9032170" y="81186"/>
                  <a:pt x="9026862" y="81186"/>
                </a:cubicBezTo>
                <a:cubicBezTo>
                  <a:pt x="9021603" y="81186"/>
                  <a:pt x="9017560" y="79412"/>
                  <a:pt x="9014732" y="75865"/>
                </a:cubicBezTo>
                <a:cubicBezTo>
                  <a:pt x="9011904" y="72318"/>
                  <a:pt x="9010491" y="67146"/>
                  <a:pt x="9010491" y="60350"/>
                </a:cubicBezTo>
                <a:cubicBezTo>
                  <a:pt x="9010491" y="53553"/>
                  <a:pt x="9011904" y="48381"/>
                  <a:pt x="9014732" y="44834"/>
                </a:cubicBezTo>
                <a:cubicBezTo>
                  <a:pt x="9017560" y="41287"/>
                  <a:pt x="9021628" y="39514"/>
                  <a:pt x="9026936" y="39514"/>
                </a:cubicBezTo>
                <a:close/>
                <a:moveTo>
                  <a:pt x="8858984" y="39514"/>
                </a:moveTo>
                <a:cubicBezTo>
                  <a:pt x="8862853" y="39514"/>
                  <a:pt x="8865880" y="40630"/>
                  <a:pt x="8868062" y="42862"/>
                </a:cubicBezTo>
                <a:cubicBezTo>
                  <a:pt x="8870245" y="45095"/>
                  <a:pt x="8871336" y="48171"/>
                  <a:pt x="8871336" y="52090"/>
                </a:cubicBezTo>
                <a:lnTo>
                  <a:pt x="8871336" y="80218"/>
                </a:lnTo>
                <a:lnTo>
                  <a:pt x="8865978" y="80218"/>
                </a:lnTo>
                <a:lnTo>
                  <a:pt x="8865978" y="52462"/>
                </a:lnTo>
                <a:cubicBezTo>
                  <a:pt x="8865978" y="49932"/>
                  <a:pt x="8865259" y="48009"/>
                  <a:pt x="8863820" y="46695"/>
                </a:cubicBezTo>
                <a:cubicBezTo>
                  <a:pt x="8862382" y="45380"/>
                  <a:pt x="8860299" y="44723"/>
                  <a:pt x="8857570" y="44723"/>
                </a:cubicBezTo>
                <a:cubicBezTo>
                  <a:pt x="8855585" y="44723"/>
                  <a:pt x="8853750" y="45033"/>
                  <a:pt x="8852063" y="45653"/>
                </a:cubicBezTo>
                <a:cubicBezTo>
                  <a:pt x="8850376" y="46273"/>
                  <a:pt x="8848739" y="47278"/>
                  <a:pt x="8847152" y="48667"/>
                </a:cubicBezTo>
                <a:lnTo>
                  <a:pt x="8847152" y="80218"/>
                </a:lnTo>
                <a:lnTo>
                  <a:pt x="8841794" y="80218"/>
                </a:lnTo>
                <a:lnTo>
                  <a:pt x="8841794" y="40481"/>
                </a:lnTo>
                <a:lnTo>
                  <a:pt x="8846780" y="40481"/>
                </a:lnTo>
                <a:lnTo>
                  <a:pt x="8846780" y="44723"/>
                </a:lnTo>
                <a:cubicBezTo>
                  <a:pt x="8850104" y="41250"/>
                  <a:pt x="8854171" y="39514"/>
                  <a:pt x="8858984" y="39514"/>
                </a:cubicBezTo>
                <a:close/>
                <a:moveTo>
                  <a:pt x="8740888" y="39514"/>
                </a:moveTo>
                <a:cubicBezTo>
                  <a:pt x="8745899" y="39514"/>
                  <a:pt x="8749794" y="41200"/>
                  <a:pt x="8752571" y="44574"/>
                </a:cubicBezTo>
                <a:cubicBezTo>
                  <a:pt x="8755349" y="47947"/>
                  <a:pt x="8756739" y="52635"/>
                  <a:pt x="8756739" y="58638"/>
                </a:cubicBezTo>
                <a:cubicBezTo>
                  <a:pt x="8756739" y="59829"/>
                  <a:pt x="8756664" y="60871"/>
                  <a:pt x="8756515" y="61764"/>
                </a:cubicBezTo>
                <a:lnTo>
                  <a:pt x="8730024" y="61764"/>
                </a:lnTo>
                <a:cubicBezTo>
                  <a:pt x="8730223" y="66476"/>
                  <a:pt x="8731376" y="70036"/>
                  <a:pt x="8733484" y="72442"/>
                </a:cubicBezTo>
                <a:cubicBezTo>
                  <a:pt x="8735592" y="74848"/>
                  <a:pt x="8738606" y="76051"/>
                  <a:pt x="8742526" y="76051"/>
                </a:cubicBezTo>
                <a:cubicBezTo>
                  <a:pt x="8746246" y="76051"/>
                  <a:pt x="8749669" y="75009"/>
                  <a:pt x="8752795" y="72926"/>
                </a:cubicBezTo>
                <a:lnTo>
                  <a:pt x="8754878" y="77242"/>
                </a:lnTo>
                <a:cubicBezTo>
                  <a:pt x="8753340" y="78482"/>
                  <a:pt x="8751468" y="79437"/>
                  <a:pt x="8749260" y="80107"/>
                </a:cubicBezTo>
                <a:cubicBezTo>
                  <a:pt x="8747052" y="80776"/>
                  <a:pt x="8744708" y="81111"/>
                  <a:pt x="8742228" y="81111"/>
                </a:cubicBezTo>
                <a:cubicBezTo>
                  <a:pt x="8736671" y="81111"/>
                  <a:pt x="8732344" y="79276"/>
                  <a:pt x="8729243" y="75605"/>
                </a:cubicBezTo>
                <a:cubicBezTo>
                  <a:pt x="8726142" y="71933"/>
                  <a:pt x="8724592" y="66849"/>
                  <a:pt x="8724592" y="60350"/>
                </a:cubicBezTo>
                <a:cubicBezTo>
                  <a:pt x="8724592" y="53801"/>
                  <a:pt x="8726030" y="48691"/>
                  <a:pt x="8728908" y="45020"/>
                </a:cubicBezTo>
                <a:cubicBezTo>
                  <a:pt x="8731786" y="41349"/>
                  <a:pt x="8735778" y="39514"/>
                  <a:pt x="8740888" y="39514"/>
                </a:cubicBezTo>
                <a:close/>
                <a:moveTo>
                  <a:pt x="8601511" y="39514"/>
                </a:moveTo>
                <a:cubicBezTo>
                  <a:pt x="8604041" y="39514"/>
                  <a:pt x="8606223" y="40047"/>
                  <a:pt x="8608059" y="41114"/>
                </a:cubicBezTo>
                <a:cubicBezTo>
                  <a:pt x="8609895" y="42180"/>
                  <a:pt x="8611259" y="43681"/>
                  <a:pt x="8612152" y="45616"/>
                </a:cubicBezTo>
                <a:cubicBezTo>
                  <a:pt x="8615674" y="41548"/>
                  <a:pt x="8619916" y="39514"/>
                  <a:pt x="8624877" y="39514"/>
                </a:cubicBezTo>
                <a:cubicBezTo>
                  <a:pt x="8628598" y="39514"/>
                  <a:pt x="8631500" y="40618"/>
                  <a:pt x="8633583" y="42825"/>
                </a:cubicBezTo>
                <a:cubicBezTo>
                  <a:pt x="8635667" y="45033"/>
                  <a:pt x="8636709" y="48121"/>
                  <a:pt x="8636709" y="52090"/>
                </a:cubicBezTo>
                <a:lnTo>
                  <a:pt x="8636709" y="80218"/>
                </a:lnTo>
                <a:lnTo>
                  <a:pt x="8631351" y="80218"/>
                </a:lnTo>
                <a:lnTo>
                  <a:pt x="8631351" y="52462"/>
                </a:lnTo>
                <a:cubicBezTo>
                  <a:pt x="8631351" y="49932"/>
                  <a:pt x="8630681" y="48009"/>
                  <a:pt x="8629342" y="46695"/>
                </a:cubicBezTo>
                <a:cubicBezTo>
                  <a:pt x="8628002" y="45380"/>
                  <a:pt x="8626043" y="44723"/>
                  <a:pt x="8623463" y="44723"/>
                </a:cubicBezTo>
                <a:cubicBezTo>
                  <a:pt x="8619841" y="44723"/>
                  <a:pt x="8616394" y="46112"/>
                  <a:pt x="8613120" y="48890"/>
                </a:cubicBezTo>
                <a:cubicBezTo>
                  <a:pt x="8613318" y="49733"/>
                  <a:pt x="8613417" y="50800"/>
                  <a:pt x="8613417" y="52090"/>
                </a:cubicBezTo>
                <a:lnTo>
                  <a:pt x="8613417" y="80218"/>
                </a:lnTo>
                <a:lnTo>
                  <a:pt x="8608059" y="80218"/>
                </a:lnTo>
                <a:lnTo>
                  <a:pt x="8608059" y="52462"/>
                </a:lnTo>
                <a:cubicBezTo>
                  <a:pt x="8608059" y="49932"/>
                  <a:pt x="8607377" y="48009"/>
                  <a:pt x="8606013" y="46695"/>
                </a:cubicBezTo>
                <a:cubicBezTo>
                  <a:pt x="8604649" y="45380"/>
                  <a:pt x="8602677" y="44723"/>
                  <a:pt x="8600097" y="44723"/>
                </a:cubicBezTo>
                <a:cubicBezTo>
                  <a:pt x="8598212" y="44723"/>
                  <a:pt x="8596451" y="45045"/>
                  <a:pt x="8594814" y="45690"/>
                </a:cubicBezTo>
                <a:cubicBezTo>
                  <a:pt x="8593177" y="46335"/>
                  <a:pt x="8591564" y="47327"/>
                  <a:pt x="8589977" y="48667"/>
                </a:cubicBezTo>
                <a:lnTo>
                  <a:pt x="8589977" y="80218"/>
                </a:lnTo>
                <a:lnTo>
                  <a:pt x="8584619" y="80218"/>
                </a:lnTo>
                <a:lnTo>
                  <a:pt x="8584619" y="40481"/>
                </a:lnTo>
                <a:lnTo>
                  <a:pt x="8589605" y="40481"/>
                </a:lnTo>
                <a:lnTo>
                  <a:pt x="8589605" y="44723"/>
                </a:lnTo>
                <a:cubicBezTo>
                  <a:pt x="8592929" y="41250"/>
                  <a:pt x="8596897" y="39514"/>
                  <a:pt x="8601511" y="39514"/>
                </a:cubicBezTo>
                <a:close/>
                <a:moveTo>
                  <a:pt x="8516084" y="39514"/>
                </a:moveTo>
                <a:cubicBezTo>
                  <a:pt x="8519953" y="39514"/>
                  <a:pt x="8522980" y="40630"/>
                  <a:pt x="8525162" y="42862"/>
                </a:cubicBezTo>
                <a:cubicBezTo>
                  <a:pt x="8527345" y="45095"/>
                  <a:pt x="8528436" y="48171"/>
                  <a:pt x="8528436" y="52090"/>
                </a:cubicBezTo>
                <a:lnTo>
                  <a:pt x="8528436" y="80218"/>
                </a:lnTo>
                <a:lnTo>
                  <a:pt x="8523078" y="80218"/>
                </a:lnTo>
                <a:lnTo>
                  <a:pt x="8523078" y="52462"/>
                </a:lnTo>
                <a:cubicBezTo>
                  <a:pt x="8523078" y="49932"/>
                  <a:pt x="8522359" y="48009"/>
                  <a:pt x="8520920" y="46695"/>
                </a:cubicBezTo>
                <a:cubicBezTo>
                  <a:pt x="8519482" y="45380"/>
                  <a:pt x="8517399" y="44723"/>
                  <a:pt x="8514670" y="44723"/>
                </a:cubicBezTo>
                <a:cubicBezTo>
                  <a:pt x="8512685" y="44723"/>
                  <a:pt x="8510850" y="45033"/>
                  <a:pt x="8509163" y="45653"/>
                </a:cubicBezTo>
                <a:cubicBezTo>
                  <a:pt x="8507476" y="46273"/>
                  <a:pt x="8505839" y="47278"/>
                  <a:pt x="8504252" y="48667"/>
                </a:cubicBezTo>
                <a:lnTo>
                  <a:pt x="8504252" y="80218"/>
                </a:lnTo>
                <a:lnTo>
                  <a:pt x="8498894" y="80218"/>
                </a:lnTo>
                <a:lnTo>
                  <a:pt x="8498894" y="40481"/>
                </a:lnTo>
                <a:lnTo>
                  <a:pt x="8503880" y="40481"/>
                </a:lnTo>
                <a:lnTo>
                  <a:pt x="8503880" y="44723"/>
                </a:lnTo>
                <a:cubicBezTo>
                  <a:pt x="8507204" y="41250"/>
                  <a:pt x="8511271" y="39514"/>
                  <a:pt x="8516084" y="39514"/>
                </a:cubicBezTo>
                <a:close/>
                <a:moveTo>
                  <a:pt x="8472403" y="39514"/>
                </a:moveTo>
                <a:cubicBezTo>
                  <a:pt x="8476669" y="39514"/>
                  <a:pt x="8480104" y="40580"/>
                  <a:pt x="8482709" y="42714"/>
                </a:cubicBezTo>
                <a:cubicBezTo>
                  <a:pt x="8485313" y="44847"/>
                  <a:pt x="8486616" y="47972"/>
                  <a:pt x="8486616" y="52090"/>
                </a:cubicBezTo>
                <a:lnTo>
                  <a:pt x="8486616" y="80218"/>
                </a:lnTo>
                <a:lnTo>
                  <a:pt x="8481630" y="80218"/>
                </a:lnTo>
                <a:lnTo>
                  <a:pt x="8481630" y="75381"/>
                </a:lnTo>
                <a:cubicBezTo>
                  <a:pt x="8479050" y="79152"/>
                  <a:pt x="8475057" y="81037"/>
                  <a:pt x="8469649" y="81037"/>
                </a:cubicBezTo>
                <a:cubicBezTo>
                  <a:pt x="8465730" y="81037"/>
                  <a:pt x="8462667" y="79995"/>
                  <a:pt x="8460459" y="77911"/>
                </a:cubicBezTo>
                <a:cubicBezTo>
                  <a:pt x="8458251" y="75828"/>
                  <a:pt x="8457148" y="72926"/>
                  <a:pt x="8457148" y="69205"/>
                </a:cubicBezTo>
                <a:cubicBezTo>
                  <a:pt x="8457148" y="64492"/>
                  <a:pt x="8459107" y="61007"/>
                  <a:pt x="8463026" y="58750"/>
                </a:cubicBezTo>
                <a:cubicBezTo>
                  <a:pt x="8466946" y="56493"/>
                  <a:pt x="8473022" y="55339"/>
                  <a:pt x="8481258" y="55290"/>
                </a:cubicBezTo>
                <a:lnTo>
                  <a:pt x="8481258" y="52536"/>
                </a:lnTo>
                <a:cubicBezTo>
                  <a:pt x="8481258" y="49957"/>
                  <a:pt x="8480452" y="47985"/>
                  <a:pt x="8478839" y="46620"/>
                </a:cubicBezTo>
                <a:cubicBezTo>
                  <a:pt x="8477227" y="45256"/>
                  <a:pt x="8474883" y="44574"/>
                  <a:pt x="8471807" y="44574"/>
                </a:cubicBezTo>
                <a:cubicBezTo>
                  <a:pt x="8468583" y="44574"/>
                  <a:pt x="8465458" y="45293"/>
                  <a:pt x="8462431" y="46732"/>
                </a:cubicBezTo>
                <a:lnTo>
                  <a:pt x="8461017" y="42193"/>
                </a:lnTo>
                <a:cubicBezTo>
                  <a:pt x="8464539" y="40407"/>
                  <a:pt x="8468334" y="39514"/>
                  <a:pt x="8472403" y="39514"/>
                </a:cubicBezTo>
                <a:close/>
                <a:moveTo>
                  <a:pt x="8302739" y="39514"/>
                </a:moveTo>
                <a:cubicBezTo>
                  <a:pt x="8307749" y="39514"/>
                  <a:pt x="8311643" y="41200"/>
                  <a:pt x="8314421" y="44574"/>
                </a:cubicBezTo>
                <a:cubicBezTo>
                  <a:pt x="8317199" y="47947"/>
                  <a:pt x="8318589" y="52635"/>
                  <a:pt x="8318589" y="58638"/>
                </a:cubicBezTo>
                <a:cubicBezTo>
                  <a:pt x="8318589" y="59829"/>
                  <a:pt x="8318514" y="60871"/>
                  <a:pt x="8318365" y="61764"/>
                </a:cubicBezTo>
                <a:lnTo>
                  <a:pt x="8291874" y="61764"/>
                </a:lnTo>
                <a:cubicBezTo>
                  <a:pt x="8292073" y="66476"/>
                  <a:pt x="8293226" y="70036"/>
                  <a:pt x="8295335" y="72442"/>
                </a:cubicBezTo>
                <a:cubicBezTo>
                  <a:pt x="8297443" y="74848"/>
                  <a:pt x="8300456" y="76051"/>
                  <a:pt x="8304375" y="76051"/>
                </a:cubicBezTo>
                <a:cubicBezTo>
                  <a:pt x="8308097" y="76051"/>
                  <a:pt x="8311519" y="75009"/>
                  <a:pt x="8314645" y="72926"/>
                </a:cubicBezTo>
                <a:lnTo>
                  <a:pt x="8316729" y="77242"/>
                </a:lnTo>
                <a:cubicBezTo>
                  <a:pt x="8315190" y="78482"/>
                  <a:pt x="8313318" y="79437"/>
                  <a:pt x="8311110" y="80107"/>
                </a:cubicBezTo>
                <a:cubicBezTo>
                  <a:pt x="8308902" y="80776"/>
                  <a:pt x="8306558" y="81111"/>
                  <a:pt x="8304078" y="81111"/>
                </a:cubicBezTo>
                <a:cubicBezTo>
                  <a:pt x="8298521" y="81111"/>
                  <a:pt x="8294193" y="79276"/>
                  <a:pt x="8291093" y="75605"/>
                </a:cubicBezTo>
                <a:cubicBezTo>
                  <a:pt x="8287991" y="71933"/>
                  <a:pt x="8286442" y="66849"/>
                  <a:pt x="8286442" y="60350"/>
                </a:cubicBezTo>
                <a:cubicBezTo>
                  <a:pt x="8286442" y="53801"/>
                  <a:pt x="8287880" y="48691"/>
                  <a:pt x="8290758" y="45020"/>
                </a:cubicBezTo>
                <a:cubicBezTo>
                  <a:pt x="8293635" y="41349"/>
                  <a:pt x="8297629" y="39514"/>
                  <a:pt x="8302739" y="39514"/>
                </a:cubicBezTo>
                <a:close/>
                <a:moveTo>
                  <a:pt x="8226836" y="39514"/>
                </a:moveTo>
                <a:cubicBezTo>
                  <a:pt x="8232095" y="39514"/>
                  <a:pt x="8236138" y="41287"/>
                  <a:pt x="8238965" y="44834"/>
                </a:cubicBezTo>
                <a:cubicBezTo>
                  <a:pt x="8241793" y="48381"/>
                  <a:pt x="8243207" y="53553"/>
                  <a:pt x="8243207" y="60350"/>
                </a:cubicBezTo>
                <a:cubicBezTo>
                  <a:pt x="8243207" y="67146"/>
                  <a:pt x="8241793" y="72318"/>
                  <a:pt x="8238965" y="75865"/>
                </a:cubicBezTo>
                <a:cubicBezTo>
                  <a:pt x="8236138" y="79412"/>
                  <a:pt x="8232069" y="81186"/>
                  <a:pt x="8226761" y="81186"/>
                </a:cubicBezTo>
                <a:cubicBezTo>
                  <a:pt x="8221503" y="81186"/>
                  <a:pt x="8217460" y="79412"/>
                  <a:pt x="8214632" y="75865"/>
                </a:cubicBezTo>
                <a:cubicBezTo>
                  <a:pt x="8211805" y="72318"/>
                  <a:pt x="8210391" y="67146"/>
                  <a:pt x="8210391" y="60350"/>
                </a:cubicBezTo>
                <a:cubicBezTo>
                  <a:pt x="8210391" y="53553"/>
                  <a:pt x="8211805" y="48381"/>
                  <a:pt x="8214632" y="44834"/>
                </a:cubicBezTo>
                <a:cubicBezTo>
                  <a:pt x="8217460" y="41287"/>
                  <a:pt x="8221529" y="39514"/>
                  <a:pt x="8226836" y="39514"/>
                </a:cubicBezTo>
                <a:close/>
                <a:moveTo>
                  <a:pt x="8170207" y="39514"/>
                </a:moveTo>
                <a:cubicBezTo>
                  <a:pt x="8172092" y="39514"/>
                  <a:pt x="8174027" y="39799"/>
                  <a:pt x="8176011" y="40370"/>
                </a:cubicBezTo>
                <a:cubicBezTo>
                  <a:pt x="8177996" y="40940"/>
                  <a:pt x="8179807" y="41721"/>
                  <a:pt x="8181443" y="42714"/>
                </a:cubicBezTo>
                <a:lnTo>
                  <a:pt x="8179360" y="47104"/>
                </a:lnTo>
                <a:cubicBezTo>
                  <a:pt x="8176135" y="45368"/>
                  <a:pt x="8173035" y="44499"/>
                  <a:pt x="8170058" y="44499"/>
                </a:cubicBezTo>
                <a:cubicBezTo>
                  <a:pt x="8166437" y="44499"/>
                  <a:pt x="8163609" y="45839"/>
                  <a:pt x="8161575" y="48518"/>
                </a:cubicBezTo>
                <a:cubicBezTo>
                  <a:pt x="8159541" y="51197"/>
                  <a:pt x="8158524" y="54942"/>
                  <a:pt x="8158524" y="59754"/>
                </a:cubicBezTo>
                <a:cubicBezTo>
                  <a:pt x="8158524" y="65112"/>
                  <a:pt x="8159579" y="69168"/>
                  <a:pt x="8161687" y="71921"/>
                </a:cubicBezTo>
                <a:cubicBezTo>
                  <a:pt x="8163795" y="74674"/>
                  <a:pt x="8166909" y="76051"/>
                  <a:pt x="8171025" y="76051"/>
                </a:cubicBezTo>
                <a:cubicBezTo>
                  <a:pt x="8174101" y="76051"/>
                  <a:pt x="8177053" y="75208"/>
                  <a:pt x="8179881" y="73521"/>
                </a:cubicBezTo>
                <a:lnTo>
                  <a:pt x="8181890" y="77837"/>
                </a:lnTo>
                <a:cubicBezTo>
                  <a:pt x="8180501" y="78879"/>
                  <a:pt x="8178815" y="79685"/>
                  <a:pt x="8176830" y="80255"/>
                </a:cubicBezTo>
                <a:cubicBezTo>
                  <a:pt x="8174845" y="80826"/>
                  <a:pt x="8172761" y="81111"/>
                  <a:pt x="8170579" y="81111"/>
                </a:cubicBezTo>
                <a:cubicBezTo>
                  <a:pt x="8165023" y="81111"/>
                  <a:pt x="8160695" y="79276"/>
                  <a:pt x="8157594" y="75605"/>
                </a:cubicBezTo>
                <a:cubicBezTo>
                  <a:pt x="8154493" y="71933"/>
                  <a:pt x="8152943" y="66799"/>
                  <a:pt x="8152943" y="60201"/>
                </a:cubicBezTo>
                <a:cubicBezTo>
                  <a:pt x="8152943" y="56083"/>
                  <a:pt x="8153663" y="52462"/>
                  <a:pt x="8155101" y="49336"/>
                </a:cubicBezTo>
                <a:cubicBezTo>
                  <a:pt x="8156539" y="46211"/>
                  <a:pt x="8158561" y="43793"/>
                  <a:pt x="8161165" y="42081"/>
                </a:cubicBezTo>
                <a:cubicBezTo>
                  <a:pt x="8163770" y="40370"/>
                  <a:pt x="8166784" y="39514"/>
                  <a:pt x="8170207" y="39514"/>
                </a:cubicBezTo>
                <a:close/>
                <a:moveTo>
                  <a:pt x="7950313" y="39514"/>
                </a:moveTo>
                <a:cubicBezTo>
                  <a:pt x="7955323" y="39514"/>
                  <a:pt x="7959219" y="41200"/>
                  <a:pt x="7961997" y="44574"/>
                </a:cubicBezTo>
                <a:cubicBezTo>
                  <a:pt x="7964774" y="47947"/>
                  <a:pt x="7966163" y="52635"/>
                  <a:pt x="7966163" y="58638"/>
                </a:cubicBezTo>
                <a:cubicBezTo>
                  <a:pt x="7966163" y="59829"/>
                  <a:pt x="7966089" y="60871"/>
                  <a:pt x="7965941" y="61764"/>
                </a:cubicBezTo>
                <a:lnTo>
                  <a:pt x="7939449" y="61764"/>
                </a:lnTo>
                <a:cubicBezTo>
                  <a:pt x="7939648" y="66476"/>
                  <a:pt x="7940801" y="70036"/>
                  <a:pt x="7942910" y="72442"/>
                </a:cubicBezTo>
                <a:cubicBezTo>
                  <a:pt x="7945017" y="74848"/>
                  <a:pt x="7948031" y="76051"/>
                  <a:pt x="7951951" y="76051"/>
                </a:cubicBezTo>
                <a:cubicBezTo>
                  <a:pt x="7955671" y="76051"/>
                  <a:pt x="7959095" y="75009"/>
                  <a:pt x="7962219" y="72926"/>
                </a:cubicBezTo>
                <a:lnTo>
                  <a:pt x="7964303" y="77242"/>
                </a:lnTo>
                <a:cubicBezTo>
                  <a:pt x="7962765" y="78482"/>
                  <a:pt x="7960893" y="79437"/>
                  <a:pt x="7958685" y="80107"/>
                </a:cubicBezTo>
                <a:cubicBezTo>
                  <a:pt x="7956477" y="80776"/>
                  <a:pt x="7954133" y="81111"/>
                  <a:pt x="7951653" y="81111"/>
                </a:cubicBezTo>
                <a:cubicBezTo>
                  <a:pt x="7946097" y="81111"/>
                  <a:pt x="7941769" y="79276"/>
                  <a:pt x="7938668" y="75605"/>
                </a:cubicBezTo>
                <a:cubicBezTo>
                  <a:pt x="7935567" y="71933"/>
                  <a:pt x="7934017" y="66849"/>
                  <a:pt x="7934017" y="60350"/>
                </a:cubicBezTo>
                <a:cubicBezTo>
                  <a:pt x="7934017" y="53801"/>
                  <a:pt x="7935455" y="48691"/>
                  <a:pt x="7938333" y="45020"/>
                </a:cubicBezTo>
                <a:cubicBezTo>
                  <a:pt x="7941211" y="41349"/>
                  <a:pt x="7945203" y="39514"/>
                  <a:pt x="7950313" y="39514"/>
                </a:cubicBezTo>
                <a:close/>
                <a:moveTo>
                  <a:pt x="7896289" y="39514"/>
                </a:moveTo>
                <a:cubicBezTo>
                  <a:pt x="7901002" y="39514"/>
                  <a:pt x="7904673" y="41374"/>
                  <a:pt x="7907302" y="45095"/>
                </a:cubicBezTo>
                <a:cubicBezTo>
                  <a:pt x="7909931" y="48816"/>
                  <a:pt x="7911246" y="54000"/>
                  <a:pt x="7911246" y="60647"/>
                </a:cubicBezTo>
                <a:cubicBezTo>
                  <a:pt x="7911246" y="67097"/>
                  <a:pt x="7909845" y="72132"/>
                  <a:pt x="7907042" y="75753"/>
                </a:cubicBezTo>
                <a:cubicBezTo>
                  <a:pt x="7904239" y="79375"/>
                  <a:pt x="7900357" y="81186"/>
                  <a:pt x="7895396" y="81186"/>
                </a:cubicBezTo>
                <a:cubicBezTo>
                  <a:pt x="7893363" y="81186"/>
                  <a:pt x="7891464" y="80789"/>
                  <a:pt x="7889703" y="79995"/>
                </a:cubicBezTo>
                <a:cubicBezTo>
                  <a:pt x="7887943" y="79201"/>
                  <a:pt x="7886417" y="78085"/>
                  <a:pt x="7885127" y="76646"/>
                </a:cubicBezTo>
                <a:lnTo>
                  <a:pt x="7885127" y="95622"/>
                </a:lnTo>
                <a:lnTo>
                  <a:pt x="7879769" y="95622"/>
                </a:lnTo>
                <a:lnTo>
                  <a:pt x="7879769" y="40481"/>
                </a:lnTo>
                <a:lnTo>
                  <a:pt x="7884755" y="40481"/>
                </a:lnTo>
                <a:lnTo>
                  <a:pt x="7884755" y="45541"/>
                </a:lnTo>
                <a:cubicBezTo>
                  <a:pt x="7886094" y="43557"/>
                  <a:pt x="7887744" y="42056"/>
                  <a:pt x="7889703" y="41039"/>
                </a:cubicBezTo>
                <a:cubicBezTo>
                  <a:pt x="7891663" y="40022"/>
                  <a:pt x="7893858" y="39514"/>
                  <a:pt x="7896289" y="39514"/>
                </a:cubicBezTo>
                <a:close/>
                <a:moveTo>
                  <a:pt x="7855361" y="39514"/>
                </a:moveTo>
                <a:cubicBezTo>
                  <a:pt x="7860620" y="39514"/>
                  <a:pt x="7864663" y="41287"/>
                  <a:pt x="7867491" y="44834"/>
                </a:cubicBezTo>
                <a:cubicBezTo>
                  <a:pt x="7870319" y="48381"/>
                  <a:pt x="7871732" y="53553"/>
                  <a:pt x="7871732" y="60350"/>
                </a:cubicBezTo>
                <a:cubicBezTo>
                  <a:pt x="7871732" y="67146"/>
                  <a:pt x="7870319" y="72318"/>
                  <a:pt x="7867491" y="75865"/>
                </a:cubicBezTo>
                <a:cubicBezTo>
                  <a:pt x="7864663" y="79412"/>
                  <a:pt x="7860595" y="81186"/>
                  <a:pt x="7855287" y="81186"/>
                </a:cubicBezTo>
                <a:cubicBezTo>
                  <a:pt x="7850029" y="81186"/>
                  <a:pt x="7845985" y="79412"/>
                  <a:pt x="7843157" y="75865"/>
                </a:cubicBezTo>
                <a:cubicBezTo>
                  <a:pt x="7840330" y="72318"/>
                  <a:pt x="7838916" y="67146"/>
                  <a:pt x="7838916" y="60350"/>
                </a:cubicBezTo>
                <a:cubicBezTo>
                  <a:pt x="7838916" y="53553"/>
                  <a:pt x="7840330" y="48381"/>
                  <a:pt x="7843157" y="44834"/>
                </a:cubicBezTo>
                <a:cubicBezTo>
                  <a:pt x="7845985" y="41287"/>
                  <a:pt x="7850053" y="39514"/>
                  <a:pt x="7855361" y="39514"/>
                </a:cubicBezTo>
                <a:close/>
                <a:moveTo>
                  <a:pt x="7817782" y="39514"/>
                </a:moveTo>
                <a:cubicBezTo>
                  <a:pt x="7819668" y="39514"/>
                  <a:pt x="7821602" y="39799"/>
                  <a:pt x="7823587" y="40370"/>
                </a:cubicBezTo>
                <a:cubicBezTo>
                  <a:pt x="7825571" y="40940"/>
                  <a:pt x="7827382" y="41721"/>
                  <a:pt x="7829019" y="42714"/>
                </a:cubicBezTo>
                <a:lnTo>
                  <a:pt x="7826935" y="47104"/>
                </a:lnTo>
                <a:cubicBezTo>
                  <a:pt x="7823710" y="45368"/>
                  <a:pt x="7820610" y="44499"/>
                  <a:pt x="7817633" y="44499"/>
                </a:cubicBezTo>
                <a:cubicBezTo>
                  <a:pt x="7814012" y="44499"/>
                  <a:pt x="7811184" y="45839"/>
                  <a:pt x="7809150" y="48518"/>
                </a:cubicBezTo>
                <a:cubicBezTo>
                  <a:pt x="7807116" y="51197"/>
                  <a:pt x="7806099" y="54942"/>
                  <a:pt x="7806099" y="59754"/>
                </a:cubicBezTo>
                <a:cubicBezTo>
                  <a:pt x="7806099" y="65112"/>
                  <a:pt x="7807153" y="69168"/>
                  <a:pt x="7809262" y="71921"/>
                </a:cubicBezTo>
                <a:cubicBezTo>
                  <a:pt x="7811370" y="74674"/>
                  <a:pt x="7814483" y="76051"/>
                  <a:pt x="7818601" y="76051"/>
                </a:cubicBezTo>
                <a:cubicBezTo>
                  <a:pt x="7821677" y="76051"/>
                  <a:pt x="7824628" y="75208"/>
                  <a:pt x="7827456" y="73521"/>
                </a:cubicBezTo>
                <a:lnTo>
                  <a:pt x="7829465" y="77837"/>
                </a:lnTo>
                <a:cubicBezTo>
                  <a:pt x="7828076" y="78879"/>
                  <a:pt x="7826389" y="79685"/>
                  <a:pt x="7824405" y="80255"/>
                </a:cubicBezTo>
                <a:cubicBezTo>
                  <a:pt x="7822421" y="80826"/>
                  <a:pt x="7820337" y="81111"/>
                  <a:pt x="7818154" y="81111"/>
                </a:cubicBezTo>
                <a:cubicBezTo>
                  <a:pt x="7812598" y="81111"/>
                  <a:pt x="7808269" y="79276"/>
                  <a:pt x="7805169" y="75605"/>
                </a:cubicBezTo>
                <a:cubicBezTo>
                  <a:pt x="7802069" y="71933"/>
                  <a:pt x="7800518" y="66799"/>
                  <a:pt x="7800518" y="60201"/>
                </a:cubicBezTo>
                <a:cubicBezTo>
                  <a:pt x="7800518" y="56083"/>
                  <a:pt x="7801237" y="52462"/>
                  <a:pt x="7802676" y="49336"/>
                </a:cubicBezTo>
                <a:cubicBezTo>
                  <a:pt x="7804115" y="46211"/>
                  <a:pt x="7806136" y="43793"/>
                  <a:pt x="7808741" y="42081"/>
                </a:cubicBezTo>
                <a:cubicBezTo>
                  <a:pt x="7811345" y="40370"/>
                  <a:pt x="7814359" y="39514"/>
                  <a:pt x="7817782" y="39514"/>
                </a:cubicBezTo>
                <a:close/>
                <a:moveTo>
                  <a:pt x="7693139" y="39514"/>
                </a:moveTo>
                <a:cubicBezTo>
                  <a:pt x="7698149" y="39514"/>
                  <a:pt x="7702043" y="41200"/>
                  <a:pt x="7704822" y="44574"/>
                </a:cubicBezTo>
                <a:cubicBezTo>
                  <a:pt x="7707600" y="47947"/>
                  <a:pt x="7708989" y="52635"/>
                  <a:pt x="7708989" y="58638"/>
                </a:cubicBezTo>
                <a:cubicBezTo>
                  <a:pt x="7708989" y="59829"/>
                  <a:pt x="7708914" y="60871"/>
                  <a:pt x="7708766" y="61764"/>
                </a:cubicBezTo>
                <a:lnTo>
                  <a:pt x="7682274" y="61764"/>
                </a:lnTo>
                <a:cubicBezTo>
                  <a:pt x="7682472" y="66476"/>
                  <a:pt x="7683626" y="70036"/>
                  <a:pt x="7685735" y="72442"/>
                </a:cubicBezTo>
                <a:cubicBezTo>
                  <a:pt x="7687843" y="74848"/>
                  <a:pt x="7690857" y="76051"/>
                  <a:pt x="7694776" y="76051"/>
                </a:cubicBezTo>
                <a:cubicBezTo>
                  <a:pt x="7698497" y="76051"/>
                  <a:pt x="7701920" y="75009"/>
                  <a:pt x="7705045" y="72926"/>
                </a:cubicBezTo>
                <a:lnTo>
                  <a:pt x="7707129" y="77242"/>
                </a:lnTo>
                <a:cubicBezTo>
                  <a:pt x="7705591" y="78482"/>
                  <a:pt x="7703718" y="79437"/>
                  <a:pt x="7701510" y="80107"/>
                </a:cubicBezTo>
                <a:cubicBezTo>
                  <a:pt x="7699303" y="80776"/>
                  <a:pt x="7696959" y="81111"/>
                  <a:pt x="7694478" y="81111"/>
                </a:cubicBezTo>
                <a:cubicBezTo>
                  <a:pt x="7688922" y="81111"/>
                  <a:pt x="7684593" y="79276"/>
                  <a:pt x="7681493" y="75605"/>
                </a:cubicBezTo>
                <a:cubicBezTo>
                  <a:pt x="7678393" y="71933"/>
                  <a:pt x="7676842" y="66849"/>
                  <a:pt x="7676842" y="60350"/>
                </a:cubicBezTo>
                <a:cubicBezTo>
                  <a:pt x="7676842" y="53801"/>
                  <a:pt x="7678281" y="48691"/>
                  <a:pt x="7681158" y="45020"/>
                </a:cubicBezTo>
                <a:cubicBezTo>
                  <a:pt x="7684035" y="41349"/>
                  <a:pt x="7688029" y="39514"/>
                  <a:pt x="7693139" y="39514"/>
                </a:cubicBezTo>
                <a:close/>
                <a:moveTo>
                  <a:pt x="7655857" y="39514"/>
                </a:moveTo>
                <a:cubicBezTo>
                  <a:pt x="7657743" y="39514"/>
                  <a:pt x="7659677" y="39799"/>
                  <a:pt x="7661662" y="40370"/>
                </a:cubicBezTo>
                <a:cubicBezTo>
                  <a:pt x="7663646" y="40940"/>
                  <a:pt x="7665457" y="41721"/>
                  <a:pt x="7667094" y="42714"/>
                </a:cubicBezTo>
                <a:lnTo>
                  <a:pt x="7665010" y="47104"/>
                </a:lnTo>
                <a:cubicBezTo>
                  <a:pt x="7661785" y="45368"/>
                  <a:pt x="7658685" y="44499"/>
                  <a:pt x="7655708" y="44499"/>
                </a:cubicBezTo>
                <a:cubicBezTo>
                  <a:pt x="7652087" y="44499"/>
                  <a:pt x="7649259" y="45839"/>
                  <a:pt x="7647225" y="48518"/>
                </a:cubicBezTo>
                <a:cubicBezTo>
                  <a:pt x="7645191" y="51197"/>
                  <a:pt x="7644174" y="54942"/>
                  <a:pt x="7644174" y="59754"/>
                </a:cubicBezTo>
                <a:cubicBezTo>
                  <a:pt x="7644174" y="65112"/>
                  <a:pt x="7645228" y="69168"/>
                  <a:pt x="7647337" y="71921"/>
                </a:cubicBezTo>
                <a:cubicBezTo>
                  <a:pt x="7649445" y="74674"/>
                  <a:pt x="7652558" y="76051"/>
                  <a:pt x="7656676" y="76051"/>
                </a:cubicBezTo>
                <a:cubicBezTo>
                  <a:pt x="7659752" y="76051"/>
                  <a:pt x="7662703" y="75208"/>
                  <a:pt x="7665531" y="73521"/>
                </a:cubicBezTo>
                <a:lnTo>
                  <a:pt x="7667540" y="77837"/>
                </a:lnTo>
                <a:cubicBezTo>
                  <a:pt x="7666151" y="78879"/>
                  <a:pt x="7664464" y="79685"/>
                  <a:pt x="7662480" y="80255"/>
                </a:cubicBezTo>
                <a:cubicBezTo>
                  <a:pt x="7660496" y="80826"/>
                  <a:pt x="7658412" y="81111"/>
                  <a:pt x="7656229" y="81111"/>
                </a:cubicBezTo>
                <a:cubicBezTo>
                  <a:pt x="7650673" y="81111"/>
                  <a:pt x="7646344" y="79276"/>
                  <a:pt x="7643244" y="75605"/>
                </a:cubicBezTo>
                <a:cubicBezTo>
                  <a:pt x="7640144" y="71933"/>
                  <a:pt x="7638593" y="66799"/>
                  <a:pt x="7638593" y="60201"/>
                </a:cubicBezTo>
                <a:cubicBezTo>
                  <a:pt x="7638593" y="56083"/>
                  <a:pt x="7639312" y="52462"/>
                  <a:pt x="7640751" y="49336"/>
                </a:cubicBezTo>
                <a:cubicBezTo>
                  <a:pt x="7642190" y="46211"/>
                  <a:pt x="7644211" y="43793"/>
                  <a:pt x="7646816" y="42081"/>
                </a:cubicBezTo>
                <a:cubicBezTo>
                  <a:pt x="7649420" y="40370"/>
                  <a:pt x="7652434" y="39514"/>
                  <a:pt x="7655857" y="39514"/>
                </a:cubicBezTo>
                <a:close/>
                <a:moveTo>
                  <a:pt x="7541036" y="39514"/>
                </a:moveTo>
                <a:cubicBezTo>
                  <a:pt x="7546295" y="39514"/>
                  <a:pt x="7550338" y="41287"/>
                  <a:pt x="7553166" y="44834"/>
                </a:cubicBezTo>
                <a:cubicBezTo>
                  <a:pt x="7555994" y="48381"/>
                  <a:pt x="7557407" y="53553"/>
                  <a:pt x="7557407" y="60350"/>
                </a:cubicBezTo>
                <a:cubicBezTo>
                  <a:pt x="7557407" y="67146"/>
                  <a:pt x="7555994" y="72318"/>
                  <a:pt x="7553166" y="75865"/>
                </a:cubicBezTo>
                <a:cubicBezTo>
                  <a:pt x="7550338" y="79412"/>
                  <a:pt x="7546270" y="81186"/>
                  <a:pt x="7540962" y="81186"/>
                </a:cubicBezTo>
                <a:cubicBezTo>
                  <a:pt x="7535704" y="81186"/>
                  <a:pt x="7531660" y="79412"/>
                  <a:pt x="7528832" y="75865"/>
                </a:cubicBezTo>
                <a:cubicBezTo>
                  <a:pt x="7526005" y="72318"/>
                  <a:pt x="7524591" y="67146"/>
                  <a:pt x="7524591" y="60350"/>
                </a:cubicBezTo>
                <a:cubicBezTo>
                  <a:pt x="7524591" y="53553"/>
                  <a:pt x="7526005" y="48381"/>
                  <a:pt x="7528832" y="44834"/>
                </a:cubicBezTo>
                <a:cubicBezTo>
                  <a:pt x="7531660" y="41287"/>
                  <a:pt x="7535728" y="39514"/>
                  <a:pt x="7541036" y="39514"/>
                </a:cubicBezTo>
                <a:close/>
                <a:moveTo>
                  <a:pt x="7477189" y="39514"/>
                </a:moveTo>
                <a:cubicBezTo>
                  <a:pt x="7481902" y="39514"/>
                  <a:pt x="7485573" y="41374"/>
                  <a:pt x="7488202" y="45095"/>
                </a:cubicBezTo>
                <a:cubicBezTo>
                  <a:pt x="7490832" y="48816"/>
                  <a:pt x="7492146" y="54000"/>
                  <a:pt x="7492146" y="60647"/>
                </a:cubicBezTo>
                <a:cubicBezTo>
                  <a:pt x="7492146" y="67097"/>
                  <a:pt x="7490745" y="72132"/>
                  <a:pt x="7487942" y="75753"/>
                </a:cubicBezTo>
                <a:cubicBezTo>
                  <a:pt x="7485139" y="79375"/>
                  <a:pt x="7481257" y="81186"/>
                  <a:pt x="7476296" y="81186"/>
                </a:cubicBezTo>
                <a:cubicBezTo>
                  <a:pt x="7474262" y="81186"/>
                  <a:pt x="7472364" y="80789"/>
                  <a:pt x="7470603" y="79995"/>
                </a:cubicBezTo>
                <a:cubicBezTo>
                  <a:pt x="7468843" y="79201"/>
                  <a:pt x="7467317" y="78085"/>
                  <a:pt x="7466027" y="76646"/>
                </a:cubicBezTo>
                <a:lnTo>
                  <a:pt x="7466027" y="95622"/>
                </a:lnTo>
                <a:lnTo>
                  <a:pt x="7460669" y="95622"/>
                </a:lnTo>
                <a:lnTo>
                  <a:pt x="7460669" y="40481"/>
                </a:lnTo>
                <a:lnTo>
                  <a:pt x="7465655" y="40481"/>
                </a:lnTo>
                <a:lnTo>
                  <a:pt x="7465655" y="45541"/>
                </a:lnTo>
                <a:cubicBezTo>
                  <a:pt x="7466994" y="43557"/>
                  <a:pt x="7468644" y="42056"/>
                  <a:pt x="7470603" y="41039"/>
                </a:cubicBezTo>
                <a:cubicBezTo>
                  <a:pt x="7472563" y="40022"/>
                  <a:pt x="7474758" y="39514"/>
                  <a:pt x="7477189" y="39514"/>
                </a:cubicBezTo>
                <a:close/>
                <a:moveTo>
                  <a:pt x="7435964" y="39514"/>
                </a:moveTo>
                <a:cubicBezTo>
                  <a:pt x="7440974" y="39514"/>
                  <a:pt x="7444868" y="41200"/>
                  <a:pt x="7447647" y="44574"/>
                </a:cubicBezTo>
                <a:cubicBezTo>
                  <a:pt x="7450425" y="47947"/>
                  <a:pt x="7451814" y="52635"/>
                  <a:pt x="7451814" y="58638"/>
                </a:cubicBezTo>
                <a:cubicBezTo>
                  <a:pt x="7451814" y="59829"/>
                  <a:pt x="7451739" y="60871"/>
                  <a:pt x="7451591" y="61764"/>
                </a:cubicBezTo>
                <a:lnTo>
                  <a:pt x="7425099" y="61764"/>
                </a:lnTo>
                <a:cubicBezTo>
                  <a:pt x="7425297" y="66476"/>
                  <a:pt x="7426451" y="70036"/>
                  <a:pt x="7428560" y="72442"/>
                </a:cubicBezTo>
                <a:cubicBezTo>
                  <a:pt x="7430668" y="74848"/>
                  <a:pt x="7433682" y="76051"/>
                  <a:pt x="7437601" y="76051"/>
                </a:cubicBezTo>
                <a:cubicBezTo>
                  <a:pt x="7441322" y="76051"/>
                  <a:pt x="7444745" y="75009"/>
                  <a:pt x="7447870" y="72926"/>
                </a:cubicBezTo>
                <a:lnTo>
                  <a:pt x="7449954" y="77242"/>
                </a:lnTo>
                <a:cubicBezTo>
                  <a:pt x="7448416" y="78482"/>
                  <a:pt x="7446543" y="79437"/>
                  <a:pt x="7444335" y="80107"/>
                </a:cubicBezTo>
                <a:cubicBezTo>
                  <a:pt x="7442128" y="80776"/>
                  <a:pt x="7439784" y="81111"/>
                  <a:pt x="7437303" y="81111"/>
                </a:cubicBezTo>
                <a:cubicBezTo>
                  <a:pt x="7431747" y="81111"/>
                  <a:pt x="7427418" y="79276"/>
                  <a:pt x="7424318" y="75605"/>
                </a:cubicBezTo>
                <a:cubicBezTo>
                  <a:pt x="7421218" y="71933"/>
                  <a:pt x="7419667" y="66849"/>
                  <a:pt x="7419667" y="60350"/>
                </a:cubicBezTo>
                <a:cubicBezTo>
                  <a:pt x="7419667" y="53801"/>
                  <a:pt x="7421106" y="48691"/>
                  <a:pt x="7423983" y="45020"/>
                </a:cubicBezTo>
                <a:cubicBezTo>
                  <a:pt x="7426860" y="41349"/>
                  <a:pt x="7430854" y="39514"/>
                  <a:pt x="7435964" y="39514"/>
                </a:cubicBezTo>
                <a:close/>
                <a:moveTo>
                  <a:pt x="7293089" y="39514"/>
                </a:moveTo>
                <a:cubicBezTo>
                  <a:pt x="7298099" y="39514"/>
                  <a:pt x="7301993" y="41200"/>
                  <a:pt x="7304772" y="44574"/>
                </a:cubicBezTo>
                <a:cubicBezTo>
                  <a:pt x="7307550" y="47947"/>
                  <a:pt x="7308939" y="52635"/>
                  <a:pt x="7308939" y="58638"/>
                </a:cubicBezTo>
                <a:cubicBezTo>
                  <a:pt x="7308939" y="59829"/>
                  <a:pt x="7308864" y="60871"/>
                  <a:pt x="7308716" y="61764"/>
                </a:cubicBezTo>
                <a:lnTo>
                  <a:pt x="7282224" y="61764"/>
                </a:lnTo>
                <a:cubicBezTo>
                  <a:pt x="7282423" y="66476"/>
                  <a:pt x="7283576" y="70036"/>
                  <a:pt x="7285685" y="72442"/>
                </a:cubicBezTo>
                <a:cubicBezTo>
                  <a:pt x="7287793" y="74848"/>
                  <a:pt x="7290807" y="76051"/>
                  <a:pt x="7294726" y="76051"/>
                </a:cubicBezTo>
                <a:cubicBezTo>
                  <a:pt x="7298447" y="76051"/>
                  <a:pt x="7301870" y="75009"/>
                  <a:pt x="7304995" y="72926"/>
                </a:cubicBezTo>
                <a:lnTo>
                  <a:pt x="7307079" y="77242"/>
                </a:lnTo>
                <a:cubicBezTo>
                  <a:pt x="7305541" y="78482"/>
                  <a:pt x="7303668" y="79437"/>
                  <a:pt x="7301460" y="80107"/>
                </a:cubicBezTo>
                <a:cubicBezTo>
                  <a:pt x="7299253" y="80776"/>
                  <a:pt x="7296909" y="81111"/>
                  <a:pt x="7294428" y="81111"/>
                </a:cubicBezTo>
                <a:cubicBezTo>
                  <a:pt x="7288872" y="81111"/>
                  <a:pt x="7284543" y="79276"/>
                  <a:pt x="7281443" y="75605"/>
                </a:cubicBezTo>
                <a:cubicBezTo>
                  <a:pt x="7278343" y="71933"/>
                  <a:pt x="7276792" y="66849"/>
                  <a:pt x="7276792" y="60350"/>
                </a:cubicBezTo>
                <a:cubicBezTo>
                  <a:pt x="7276792" y="53801"/>
                  <a:pt x="7278231" y="48691"/>
                  <a:pt x="7281108" y="45020"/>
                </a:cubicBezTo>
                <a:cubicBezTo>
                  <a:pt x="7283986" y="41349"/>
                  <a:pt x="7287979" y="39514"/>
                  <a:pt x="7293089" y="39514"/>
                </a:cubicBezTo>
                <a:close/>
                <a:moveTo>
                  <a:pt x="7159739" y="39514"/>
                </a:moveTo>
                <a:cubicBezTo>
                  <a:pt x="7164749" y="39514"/>
                  <a:pt x="7168644" y="41200"/>
                  <a:pt x="7171422" y="44574"/>
                </a:cubicBezTo>
                <a:cubicBezTo>
                  <a:pt x="7174200" y="47947"/>
                  <a:pt x="7175589" y="52635"/>
                  <a:pt x="7175589" y="58638"/>
                </a:cubicBezTo>
                <a:cubicBezTo>
                  <a:pt x="7175589" y="59829"/>
                  <a:pt x="7175514" y="60871"/>
                  <a:pt x="7175366" y="61764"/>
                </a:cubicBezTo>
                <a:lnTo>
                  <a:pt x="7148874" y="61764"/>
                </a:lnTo>
                <a:cubicBezTo>
                  <a:pt x="7149072" y="66476"/>
                  <a:pt x="7150226" y="70036"/>
                  <a:pt x="7152335" y="72442"/>
                </a:cubicBezTo>
                <a:cubicBezTo>
                  <a:pt x="7154443" y="74848"/>
                  <a:pt x="7157457" y="76051"/>
                  <a:pt x="7161376" y="76051"/>
                </a:cubicBezTo>
                <a:cubicBezTo>
                  <a:pt x="7165097" y="76051"/>
                  <a:pt x="7168520" y="75009"/>
                  <a:pt x="7171645" y="72926"/>
                </a:cubicBezTo>
                <a:lnTo>
                  <a:pt x="7173729" y="77242"/>
                </a:lnTo>
                <a:cubicBezTo>
                  <a:pt x="7172191" y="78482"/>
                  <a:pt x="7170318" y="79437"/>
                  <a:pt x="7168110" y="80107"/>
                </a:cubicBezTo>
                <a:cubicBezTo>
                  <a:pt x="7165903" y="80776"/>
                  <a:pt x="7163559" y="81111"/>
                  <a:pt x="7161078" y="81111"/>
                </a:cubicBezTo>
                <a:cubicBezTo>
                  <a:pt x="7155522" y="81111"/>
                  <a:pt x="7151194" y="79276"/>
                  <a:pt x="7148093" y="75605"/>
                </a:cubicBezTo>
                <a:cubicBezTo>
                  <a:pt x="7144993" y="71933"/>
                  <a:pt x="7143442" y="66849"/>
                  <a:pt x="7143442" y="60350"/>
                </a:cubicBezTo>
                <a:cubicBezTo>
                  <a:pt x="7143442" y="53801"/>
                  <a:pt x="7144881" y="48691"/>
                  <a:pt x="7147758" y="45020"/>
                </a:cubicBezTo>
                <a:cubicBezTo>
                  <a:pt x="7150635" y="41349"/>
                  <a:pt x="7154629" y="39514"/>
                  <a:pt x="7159739" y="39514"/>
                </a:cubicBezTo>
                <a:close/>
                <a:moveTo>
                  <a:pt x="7036211" y="39514"/>
                </a:moveTo>
                <a:cubicBezTo>
                  <a:pt x="7041470" y="39514"/>
                  <a:pt x="7045513" y="41287"/>
                  <a:pt x="7048341" y="44834"/>
                </a:cubicBezTo>
                <a:cubicBezTo>
                  <a:pt x="7051169" y="48381"/>
                  <a:pt x="7052582" y="53553"/>
                  <a:pt x="7052582" y="60350"/>
                </a:cubicBezTo>
                <a:cubicBezTo>
                  <a:pt x="7052582" y="67146"/>
                  <a:pt x="7051169" y="72318"/>
                  <a:pt x="7048341" y="75865"/>
                </a:cubicBezTo>
                <a:cubicBezTo>
                  <a:pt x="7045513" y="79412"/>
                  <a:pt x="7041445" y="81186"/>
                  <a:pt x="7036137" y="81186"/>
                </a:cubicBezTo>
                <a:cubicBezTo>
                  <a:pt x="7030879" y="81186"/>
                  <a:pt x="7026835" y="79412"/>
                  <a:pt x="7024007" y="75865"/>
                </a:cubicBezTo>
                <a:cubicBezTo>
                  <a:pt x="7021180" y="72318"/>
                  <a:pt x="7019766" y="67146"/>
                  <a:pt x="7019766" y="60350"/>
                </a:cubicBezTo>
                <a:cubicBezTo>
                  <a:pt x="7019766" y="53553"/>
                  <a:pt x="7021180" y="48381"/>
                  <a:pt x="7024007" y="44834"/>
                </a:cubicBezTo>
                <a:cubicBezTo>
                  <a:pt x="7026835" y="41287"/>
                  <a:pt x="7030903" y="39514"/>
                  <a:pt x="7036211" y="39514"/>
                </a:cubicBezTo>
                <a:close/>
                <a:moveTo>
                  <a:pt x="6992084" y="39514"/>
                </a:moveTo>
                <a:cubicBezTo>
                  <a:pt x="6995953" y="39514"/>
                  <a:pt x="6998980" y="40630"/>
                  <a:pt x="7001162" y="42862"/>
                </a:cubicBezTo>
                <a:cubicBezTo>
                  <a:pt x="7003345" y="45095"/>
                  <a:pt x="7004437" y="48171"/>
                  <a:pt x="7004437" y="52090"/>
                </a:cubicBezTo>
                <a:lnTo>
                  <a:pt x="7004437" y="80218"/>
                </a:lnTo>
                <a:lnTo>
                  <a:pt x="6999079" y="80218"/>
                </a:lnTo>
                <a:lnTo>
                  <a:pt x="6999079" y="52462"/>
                </a:lnTo>
                <a:cubicBezTo>
                  <a:pt x="6999079" y="49932"/>
                  <a:pt x="6998360" y="48009"/>
                  <a:pt x="6996921" y="46695"/>
                </a:cubicBezTo>
                <a:cubicBezTo>
                  <a:pt x="6995482" y="45380"/>
                  <a:pt x="6993398" y="44723"/>
                  <a:pt x="6990670" y="44723"/>
                </a:cubicBezTo>
                <a:cubicBezTo>
                  <a:pt x="6988686" y="44723"/>
                  <a:pt x="6986850" y="45033"/>
                  <a:pt x="6985163" y="45653"/>
                </a:cubicBezTo>
                <a:cubicBezTo>
                  <a:pt x="6983477" y="46273"/>
                  <a:pt x="6981840" y="47278"/>
                  <a:pt x="6980252" y="48667"/>
                </a:cubicBezTo>
                <a:lnTo>
                  <a:pt x="6980252" y="80218"/>
                </a:lnTo>
                <a:lnTo>
                  <a:pt x="6974894" y="80218"/>
                </a:lnTo>
                <a:lnTo>
                  <a:pt x="6974894" y="40481"/>
                </a:lnTo>
                <a:lnTo>
                  <a:pt x="6979880" y="40481"/>
                </a:lnTo>
                <a:lnTo>
                  <a:pt x="6979880" y="44723"/>
                </a:lnTo>
                <a:cubicBezTo>
                  <a:pt x="6983204" y="41250"/>
                  <a:pt x="6987272" y="39514"/>
                  <a:pt x="6992084" y="39514"/>
                </a:cubicBezTo>
                <a:close/>
                <a:moveTo>
                  <a:pt x="6891253" y="39514"/>
                </a:moveTo>
                <a:cubicBezTo>
                  <a:pt x="6895519" y="39514"/>
                  <a:pt x="6898955" y="40580"/>
                  <a:pt x="6901559" y="42714"/>
                </a:cubicBezTo>
                <a:cubicBezTo>
                  <a:pt x="6904164" y="44847"/>
                  <a:pt x="6905466" y="47972"/>
                  <a:pt x="6905466" y="52090"/>
                </a:cubicBezTo>
                <a:lnTo>
                  <a:pt x="6905466" y="80218"/>
                </a:lnTo>
                <a:lnTo>
                  <a:pt x="6900480" y="80218"/>
                </a:lnTo>
                <a:lnTo>
                  <a:pt x="6900480" y="75381"/>
                </a:lnTo>
                <a:cubicBezTo>
                  <a:pt x="6897901" y="79152"/>
                  <a:pt x="6893907" y="81037"/>
                  <a:pt x="6888499" y="81037"/>
                </a:cubicBezTo>
                <a:cubicBezTo>
                  <a:pt x="6884580" y="81037"/>
                  <a:pt x="6881517" y="79995"/>
                  <a:pt x="6879309" y="77911"/>
                </a:cubicBezTo>
                <a:cubicBezTo>
                  <a:pt x="6877102" y="75828"/>
                  <a:pt x="6875998" y="72926"/>
                  <a:pt x="6875998" y="69205"/>
                </a:cubicBezTo>
                <a:cubicBezTo>
                  <a:pt x="6875998" y="64492"/>
                  <a:pt x="6877958" y="61007"/>
                  <a:pt x="6881877" y="58750"/>
                </a:cubicBezTo>
                <a:cubicBezTo>
                  <a:pt x="6885796" y="56493"/>
                  <a:pt x="6891873" y="55339"/>
                  <a:pt x="6900108" y="55290"/>
                </a:cubicBezTo>
                <a:lnTo>
                  <a:pt x="6900108" y="52536"/>
                </a:lnTo>
                <a:cubicBezTo>
                  <a:pt x="6900108" y="49957"/>
                  <a:pt x="6899302" y="47985"/>
                  <a:pt x="6897690" y="46620"/>
                </a:cubicBezTo>
                <a:cubicBezTo>
                  <a:pt x="6896077" y="45256"/>
                  <a:pt x="6893733" y="44574"/>
                  <a:pt x="6890657" y="44574"/>
                </a:cubicBezTo>
                <a:cubicBezTo>
                  <a:pt x="6887433" y="44574"/>
                  <a:pt x="6884307" y="45293"/>
                  <a:pt x="6881281" y="46732"/>
                </a:cubicBezTo>
                <a:lnTo>
                  <a:pt x="6879867" y="42193"/>
                </a:lnTo>
                <a:cubicBezTo>
                  <a:pt x="6883390" y="40407"/>
                  <a:pt x="6887185" y="39514"/>
                  <a:pt x="6891253" y="39514"/>
                </a:cubicBezTo>
                <a:close/>
                <a:moveTo>
                  <a:pt x="6729328" y="39514"/>
                </a:moveTo>
                <a:cubicBezTo>
                  <a:pt x="6733594" y="39514"/>
                  <a:pt x="6737030" y="40580"/>
                  <a:pt x="6739634" y="42714"/>
                </a:cubicBezTo>
                <a:cubicBezTo>
                  <a:pt x="6742239" y="44847"/>
                  <a:pt x="6743541" y="47972"/>
                  <a:pt x="6743541" y="52090"/>
                </a:cubicBezTo>
                <a:lnTo>
                  <a:pt x="6743541" y="80218"/>
                </a:lnTo>
                <a:lnTo>
                  <a:pt x="6738555" y="80218"/>
                </a:lnTo>
                <a:lnTo>
                  <a:pt x="6738555" y="75381"/>
                </a:lnTo>
                <a:cubicBezTo>
                  <a:pt x="6735976" y="79152"/>
                  <a:pt x="6731982" y="81037"/>
                  <a:pt x="6726574" y="81037"/>
                </a:cubicBezTo>
                <a:cubicBezTo>
                  <a:pt x="6722655" y="81037"/>
                  <a:pt x="6719592" y="79995"/>
                  <a:pt x="6717384" y="77911"/>
                </a:cubicBezTo>
                <a:cubicBezTo>
                  <a:pt x="6715177" y="75828"/>
                  <a:pt x="6714073" y="72926"/>
                  <a:pt x="6714073" y="69205"/>
                </a:cubicBezTo>
                <a:cubicBezTo>
                  <a:pt x="6714073" y="64492"/>
                  <a:pt x="6716033" y="61007"/>
                  <a:pt x="6719952" y="58750"/>
                </a:cubicBezTo>
                <a:cubicBezTo>
                  <a:pt x="6723871" y="56493"/>
                  <a:pt x="6729948" y="55339"/>
                  <a:pt x="6738183" y="55290"/>
                </a:cubicBezTo>
                <a:lnTo>
                  <a:pt x="6738183" y="52536"/>
                </a:lnTo>
                <a:cubicBezTo>
                  <a:pt x="6738183" y="49957"/>
                  <a:pt x="6737377" y="47985"/>
                  <a:pt x="6735765" y="46620"/>
                </a:cubicBezTo>
                <a:cubicBezTo>
                  <a:pt x="6734152" y="45256"/>
                  <a:pt x="6731808" y="44574"/>
                  <a:pt x="6728732" y="44574"/>
                </a:cubicBezTo>
                <a:cubicBezTo>
                  <a:pt x="6725508" y="44574"/>
                  <a:pt x="6722383" y="45293"/>
                  <a:pt x="6719356" y="46732"/>
                </a:cubicBezTo>
                <a:lnTo>
                  <a:pt x="6717942" y="42193"/>
                </a:lnTo>
                <a:cubicBezTo>
                  <a:pt x="6721465" y="40407"/>
                  <a:pt x="6725260" y="39514"/>
                  <a:pt x="6729328" y="39514"/>
                </a:cubicBezTo>
                <a:close/>
                <a:moveTo>
                  <a:pt x="6645389" y="39514"/>
                </a:moveTo>
                <a:cubicBezTo>
                  <a:pt x="6650399" y="39514"/>
                  <a:pt x="6654294" y="41200"/>
                  <a:pt x="6657072" y="44574"/>
                </a:cubicBezTo>
                <a:cubicBezTo>
                  <a:pt x="6659850" y="47947"/>
                  <a:pt x="6661239" y="52635"/>
                  <a:pt x="6661239" y="58638"/>
                </a:cubicBezTo>
                <a:cubicBezTo>
                  <a:pt x="6661239" y="59829"/>
                  <a:pt x="6661164" y="60871"/>
                  <a:pt x="6661016" y="61764"/>
                </a:cubicBezTo>
                <a:lnTo>
                  <a:pt x="6634524" y="61764"/>
                </a:lnTo>
                <a:cubicBezTo>
                  <a:pt x="6634723" y="66476"/>
                  <a:pt x="6635876" y="70036"/>
                  <a:pt x="6637985" y="72442"/>
                </a:cubicBezTo>
                <a:cubicBezTo>
                  <a:pt x="6640093" y="74848"/>
                  <a:pt x="6643107" y="76051"/>
                  <a:pt x="6647026" y="76051"/>
                </a:cubicBezTo>
                <a:cubicBezTo>
                  <a:pt x="6650747" y="76051"/>
                  <a:pt x="6654170" y="75009"/>
                  <a:pt x="6657295" y="72926"/>
                </a:cubicBezTo>
                <a:lnTo>
                  <a:pt x="6659379" y="77242"/>
                </a:lnTo>
                <a:cubicBezTo>
                  <a:pt x="6657841" y="78482"/>
                  <a:pt x="6655968" y="79437"/>
                  <a:pt x="6653760" y="80107"/>
                </a:cubicBezTo>
                <a:cubicBezTo>
                  <a:pt x="6651553" y="80776"/>
                  <a:pt x="6649209" y="81111"/>
                  <a:pt x="6646728" y="81111"/>
                </a:cubicBezTo>
                <a:cubicBezTo>
                  <a:pt x="6641172" y="81111"/>
                  <a:pt x="6636844" y="79276"/>
                  <a:pt x="6633743" y="75605"/>
                </a:cubicBezTo>
                <a:cubicBezTo>
                  <a:pt x="6630643" y="71933"/>
                  <a:pt x="6629092" y="66849"/>
                  <a:pt x="6629092" y="60350"/>
                </a:cubicBezTo>
                <a:cubicBezTo>
                  <a:pt x="6629092" y="53801"/>
                  <a:pt x="6630531" y="48691"/>
                  <a:pt x="6633408" y="45020"/>
                </a:cubicBezTo>
                <a:cubicBezTo>
                  <a:pt x="6636286" y="41349"/>
                  <a:pt x="6640279" y="39514"/>
                  <a:pt x="6645389" y="39514"/>
                </a:cubicBezTo>
                <a:close/>
                <a:moveTo>
                  <a:pt x="6576928" y="39514"/>
                </a:moveTo>
                <a:cubicBezTo>
                  <a:pt x="6581194" y="39514"/>
                  <a:pt x="6584630" y="40580"/>
                  <a:pt x="6587234" y="42714"/>
                </a:cubicBezTo>
                <a:cubicBezTo>
                  <a:pt x="6589839" y="44847"/>
                  <a:pt x="6591141" y="47972"/>
                  <a:pt x="6591141" y="52090"/>
                </a:cubicBezTo>
                <a:lnTo>
                  <a:pt x="6591141" y="80218"/>
                </a:lnTo>
                <a:lnTo>
                  <a:pt x="6586155" y="80218"/>
                </a:lnTo>
                <a:lnTo>
                  <a:pt x="6586155" y="75381"/>
                </a:lnTo>
                <a:cubicBezTo>
                  <a:pt x="6583576" y="79152"/>
                  <a:pt x="6579582" y="81037"/>
                  <a:pt x="6574174" y="81037"/>
                </a:cubicBezTo>
                <a:cubicBezTo>
                  <a:pt x="6570255" y="81037"/>
                  <a:pt x="6567192" y="79995"/>
                  <a:pt x="6564984" y="77911"/>
                </a:cubicBezTo>
                <a:cubicBezTo>
                  <a:pt x="6562777" y="75828"/>
                  <a:pt x="6561673" y="72926"/>
                  <a:pt x="6561673" y="69205"/>
                </a:cubicBezTo>
                <a:cubicBezTo>
                  <a:pt x="6561673" y="64492"/>
                  <a:pt x="6563633" y="61007"/>
                  <a:pt x="6567552" y="58750"/>
                </a:cubicBezTo>
                <a:cubicBezTo>
                  <a:pt x="6571471" y="56493"/>
                  <a:pt x="6577548" y="55339"/>
                  <a:pt x="6585783" y="55290"/>
                </a:cubicBezTo>
                <a:lnTo>
                  <a:pt x="6585783" y="52536"/>
                </a:lnTo>
                <a:cubicBezTo>
                  <a:pt x="6585783" y="49957"/>
                  <a:pt x="6584977" y="47985"/>
                  <a:pt x="6583365" y="46620"/>
                </a:cubicBezTo>
                <a:cubicBezTo>
                  <a:pt x="6581752" y="45256"/>
                  <a:pt x="6579408" y="44574"/>
                  <a:pt x="6576332" y="44574"/>
                </a:cubicBezTo>
                <a:cubicBezTo>
                  <a:pt x="6573108" y="44574"/>
                  <a:pt x="6569983" y="45293"/>
                  <a:pt x="6566956" y="46732"/>
                </a:cubicBezTo>
                <a:lnTo>
                  <a:pt x="6565542" y="42193"/>
                </a:lnTo>
                <a:cubicBezTo>
                  <a:pt x="6569065" y="40407"/>
                  <a:pt x="6572860" y="39514"/>
                  <a:pt x="6576928" y="39514"/>
                </a:cubicBezTo>
                <a:close/>
                <a:moveTo>
                  <a:pt x="6525061" y="39514"/>
                </a:moveTo>
                <a:cubicBezTo>
                  <a:pt x="6527591" y="39514"/>
                  <a:pt x="6529774" y="40047"/>
                  <a:pt x="6531610" y="41114"/>
                </a:cubicBezTo>
                <a:cubicBezTo>
                  <a:pt x="6533446" y="42180"/>
                  <a:pt x="6534809" y="43681"/>
                  <a:pt x="6535702" y="45616"/>
                </a:cubicBezTo>
                <a:cubicBezTo>
                  <a:pt x="6539225" y="41548"/>
                  <a:pt x="6543466" y="39514"/>
                  <a:pt x="6548427" y="39514"/>
                </a:cubicBezTo>
                <a:cubicBezTo>
                  <a:pt x="6552148" y="39514"/>
                  <a:pt x="6555050" y="40618"/>
                  <a:pt x="6557134" y="42825"/>
                </a:cubicBezTo>
                <a:cubicBezTo>
                  <a:pt x="6559217" y="45033"/>
                  <a:pt x="6560259" y="48121"/>
                  <a:pt x="6560259" y="52090"/>
                </a:cubicBezTo>
                <a:lnTo>
                  <a:pt x="6560259" y="80218"/>
                </a:lnTo>
                <a:lnTo>
                  <a:pt x="6554901" y="80218"/>
                </a:lnTo>
                <a:lnTo>
                  <a:pt x="6554901" y="52462"/>
                </a:lnTo>
                <a:cubicBezTo>
                  <a:pt x="6554901" y="49932"/>
                  <a:pt x="6554231" y="48009"/>
                  <a:pt x="6552892" y="46695"/>
                </a:cubicBezTo>
                <a:cubicBezTo>
                  <a:pt x="6551553" y="45380"/>
                  <a:pt x="6549593" y="44723"/>
                  <a:pt x="6547013" y="44723"/>
                </a:cubicBezTo>
                <a:cubicBezTo>
                  <a:pt x="6543392" y="44723"/>
                  <a:pt x="6539944" y="46112"/>
                  <a:pt x="6536670" y="48890"/>
                </a:cubicBezTo>
                <a:cubicBezTo>
                  <a:pt x="6536869" y="49733"/>
                  <a:pt x="6536967" y="50800"/>
                  <a:pt x="6536967" y="52090"/>
                </a:cubicBezTo>
                <a:lnTo>
                  <a:pt x="6536967" y="80218"/>
                </a:lnTo>
                <a:lnTo>
                  <a:pt x="6531610" y="80218"/>
                </a:lnTo>
                <a:lnTo>
                  <a:pt x="6531610" y="52462"/>
                </a:lnTo>
                <a:cubicBezTo>
                  <a:pt x="6531610" y="49932"/>
                  <a:pt x="6530928" y="48009"/>
                  <a:pt x="6529563" y="46695"/>
                </a:cubicBezTo>
                <a:cubicBezTo>
                  <a:pt x="6528199" y="45380"/>
                  <a:pt x="6526227" y="44723"/>
                  <a:pt x="6523647" y="44723"/>
                </a:cubicBezTo>
                <a:cubicBezTo>
                  <a:pt x="6521763" y="44723"/>
                  <a:pt x="6520001" y="45045"/>
                  <a:pt x="6518364" y="45690"/>
                </a:cubicBezTo>
                <a:cubicBezTo>
                  <a:pt x="6516727" y="46335"/>
                  <a:pt x="6515115" y="47327"/>
                  <a:pt x="6513527" y="48667"/>
                </a:cubicBezTo>
                <a:lnTo>
                  <a:pt x="6513527" y="80218"/>
                </a:lnTo>
                <a:lnTo>
                  <a:pt x="6508169" y="80218"/>
                </a:lnTo>
                <a:lnTo>
                  <a:pt x="6508169" y="40481"/>
                </a:lnTo>
                <a:lnTo>
                  <a:pt x="6513155" y="40481"/>
                </a:lnTo>
                <a:lnTo>
                  <a:pt x="6513155" y="44723"/>
                </a:lnTo>
                <a:cubicBezTo>
                  <a:pt x="6516479" y="41250"/>
                  <a:pt x="6520447" y="39514"/>
                  <a:pt x="6525061" y="39514"/>
                </a:cubicBezTo>
                <a:close/>
                <a:moveTo>
                  <a:pt x="6246157" y="39514"/>
                </a:moveTo>
                <a:cubicBezTo>
                  <a:pt x="6248043" y="39514"/>
                  <a:pt x="6249977" y="39799"/>
                  <a:pt x="6251962" y="40370"/>
                </a:cubicBezTo>
                <a:cubicBezTo>
                  <a:pt x="6253946" y="40940"/>
                  <a:pt x="6255757" y="41721"/>
                  <a:pt x="6257394" y="42714"/>
                </a:cubicBezTo>
                <a:lnTo>
                  <a:pt x="6255310" y="47104"/>
                </a:lnTo>
                <a:cubicBezTo>
                  <a:pt x="6252086" y="45368"/>
                  <a:pt x="6248985" y="44499"/>
                  <a:pt x="6246008" y="44499"/>
                </a:cubicBezTo>
                <a:cubicBezTo>
                  <a:pt x="6242387" y="44499"/>
                  <a:pt x="6239559" y="45839"/>
                  <a:pt x="6237525" y="48518"/>
                </a:cubicBezTo>
                <a:cubicBezTo>
                  <a:pt x="6235492" y="51197"/>
                  <a:pt x="6234474" y="54942"/>
                  <a:pt x="6234474" y="59754"/>
                </a:cubicBezTo>
                <a:cubicBezTo>
                  <a:pt x="6234474" y="65112"/>
                  <a:pt x="6235529" y="69168"/>
                  <a:pt x="6237637" y="71921"/>
                </a:cubicBezTo>
                <a:cubicBezTo>
                  <a:pt x="6239745" y="74674"/>
                  <a:pt x="6242859" y="76051"/>
                  <a:pt x="6246976" y="76051"/>
                </a:cubicBezTo>
                <a:cubicBezTo>
                  <a:pt x="6250052" y="76051"/>
                  <a:pt x="6253003" y="75208"/>
                  <a:pt x="6255831" y="73521"/>
                </a:cubicBezTo>
                <a:lnTo>
                  <a:pt x="6257840" y="77837"/>
                </a:lnTo>
                <a:cubicBezTo>
                  <a:pt x="6256451" y="78879"/>
                  <a:pt x="6254765" y="79685"/>
                  <a:pt x="6252780" y="80255"/>
                </a:cubicBezTo>
                <a:cubicBezTo>
                  <a:pt x="6250796" y="80826"/>
                  <a:pt x="6248712" y="81111"/>
                  <a:pt x="6246529" y="81111"/>
                </a:cubicBezTo>
                <a:cubicBezTo>
                  <a:pt x="6240973" y="81111"/>
                  <a:pt x="6236645" y="79276"/>
                  <a:pt x="6233544" y="75605"/>
                </a:cubicBezTo>
                <a:cubicBezTo>
                  <a:pt x="6230444" y="71933"/>
                  <a:pt x="6228893" y="66799"/>
                  <a:pt x="6228893" y="60201"/>
                </a:cubicBezTo>
                <a:cubicBezTo>
                  <a:pt x="6228893" y="56083"/>
                  <a:pt x="6229613" y="52462"/>
                  <a:pt x="6231051" y="49336"/>
                </a:cubicBezTo>
                <a:cubicBezTo>
                  <a:pt x="6232490" y="46211"/>
                  <a:pt x="6234511" y="43793"/>
                  <a:pt x="6237116" y="42081"/>
                </a:cubicBezTo>
                <a:cubicBezTo>
                  <a:pt x="6239720" y="40370"/>
                  <a:pt x="6242734" y="39514"/>
                  <a:pt x="6246157" y="39514"/>
                </a:cubicBezTo>
                <a:close/>
                <a:moveTo>
                  <a:pt x="6182459" y="39514"/>
                </a:moveTo>
                <a:cubicBezTo>
                  <a:pt x="6186328" y="39514"/>
                  <a:pt x="6189355" y="40630"/>
                  <a:pt x="6191537" y="42862"/>
                </a:cubicBezTo>
                <a:cubicBezTo>
                  <a:pt x="6193720" y="45095"/>
                  <a:pt x="6194812" y="48171"/>
                  <a:pt x="6194812" y="52090"/>
                </a:cubicBezTo>
                <a:lnTo>
                  <a:pt x="6194812" y="80218"/>
                </a:lnTo>
                <a:lnTo>
                  <a:pt x="6189454" y="80218"/>
                </a:lnTo>
                <a:lnTo>
                  <a:pt x="6189454" y="52462"/>
                </a:lnTo>
                <a:cubicBezTo>
                  <a:pt x="6189454" y="49932"/>
                  <a:pt x="6188735" y="48009"/>
                  <a:pt x="6187296" y="46695"/>
                </a:cubicBezTo>
                <a:cubicBezTo>
                  <a:pt x="6185857" y="45380"/>
                  <a:pt x="6183774" y="44723"/>
                  <a:pt x="6181045" y="44723"/>
                </a:cubicBezTo>
                <a:cubicBezTo>
                  <a:pt x="6179061" y="44723"/>
                  <a:pt x="6177225" y="45033"/>
                  <a:pt x="6175538" y="45653"/>
                </a:cubicBezTo>
                <a:cubicBezTo>
                  <a:pt x="6173852" y="46273"/>
                  <a:pt x="6172215" y="47278"/>
                  <a:pt x="6170627" y="48667"/>
                </a:cubicBezTo>
                <a:lnTo>
                  <a:pt x="6170627" y="80218"/>
                </a:lnTo>
                <a:lnTo>
                  <a:pt x="6165269" y="80218"/>
                </a:lnTo>
                <a:lnTo>
                  <a:pt x="6165269" y="40481"/>
                </a:lnTo>
                <a:lnTo>
                  <a:pt x="6170255" y="40481"/>
                </a:lnTo>
                <a:lnTo>
                  <a:pt x="6170255" y="44723"/>
                </a:lnTo>
                <a:cubicBezTo>
                  <a:pt x="6173579" y="41250"/>
                  <a:pt x="6177647" y="39514"/>
                  <a:pt x="6182459" y="39514"/>
                </a:cubicBezTo>
                <a:close/>
                <a:moveTo>
                  <a:pt x="6140861" y="39514"/>
                </a:moveTo>
                <a:cubicBezTo>
                  <a:pt x="6146120" y="39514"/>
                  <a:pt x="6150163" y="41287"/>
                  <a:pt x="6152991" y="44834"/>
                </a:cubicBezTo>
                <a:cubicBezTo>
                  <a:pt x="6155819" y="48381"/>
                  <a:pt x="6157232" y="53553"/>
                  <a:pt x="6157232" y="60350"/>
                </a:cubicBezTo>
                <a:cubicBezTo>
                  <a:pt x="6157232" y="67146"/>
                  <a:pt x="6155819" y="72318"/>
                  <a:pt x="6152991" y="75865"/>
                </a:cubicBezTo>
                <a:cubicBezTo>
                  <a:pt x="6150163" y="79412"/>
                  <a:pt x="6146095" y="81186"/>
                  <a:pt x="6140787" y="81186"/>
                </a:cubicBezTo>
                <a:cubicBezTo>
                  <a:pt x="6135529" y="81186"/>
                  <a:pt x="6131485" y="79412"/>
                  <a:pt x="6128657" y="75865"/>
                </a:cubicBezTo>
                <a:cubicBezTo>
                  <a:pt x="6125830" y="72318"/>
                  <a:pt x="6124416" y="67146"/>
                  <a:pt x="6124416" y="60350"/>
                </a:cubicBezTo>
                <a:cubicBezTo>
                  <a:pt x="6124416" y="53553"/>
                  <a:pt x="6125830" y="48381"/>
                  <a:pt x="6128657" y="44834"/>
                </a:cubicBezTo>
                <a:cubicBezTo>
                  <a:pt x="6131485" y="41287"/>
                  <a:pt x="6135554" y="39514"/>
                  <a:pt x="6140861" y="39514"/>
                </a:cubicBezTo>
                <a:close/>
                <a:moveTo>
                  <a:pt x="6046132" y="39514"/>
                </a:moveTo>
                <a:cubicBezTo>
                  <a:pt x="6048018" y="39514"/>
                  <a:pt x="6049952" y="39799"/>
                  <a:pt x="6051937" y="40370"/>
                </a:cubicBezTo>
                <a:cubicBezTo>
                  <a:pt x="6053921" y="40940"/>
                  <a:pt x="6055732" y="41721"/>
                  <a:pt x="6057369" y="42714"/>
                </a:cubicBezTo>
                <a:lnTo>
                  <a:pt x="6055285" y="47104"/>
                </a:lnTo>
                <a:cubicBezTo>
                  <a:pt x="6052060" y="45368"/>
                  <a:pt x="6048960" y="44499"/>
                  <a:pt x="6045983" y="44499"/>
                </a:cubicBezTo>
                <a:cubicBezTo>
                  <a:pt x="6042362" y="44499"/>
                  <a:pt x="6039534" y="45839"/>
                  <a:pt x="6037500" y="48518"/>
                </a:cubicBezTo>
                <a:cubicBezTo>
                  <a:pt x="6035466" y="51197"/>
                  <a:pt x="6034449" y="54942"/>
                  <a:pt x="6034449" y="59754"/>
                </a:cubicBezTo>
                <a:cubicBezTo>
                  <a:pt x="6034449" y="65112"/>
                  <a:pt x="6035503" y="69168"/>
                  <a:pt x="6037612" y="71921"/>
                </a:cubicBezTo>
                <a:cubicBezTo>
                  <a:pt x="6039720" y="74674"/>
                  <a:pt x="6042833" y="76051"/>
                  <a:pt x="6046951" y="76051"/>
                </a:cubicBezTo>
                <a:cubicBezTo>
                  <a:pt x="6050027" y="76051"/>
                  <a:pt x="6052978" y="75208"/>
                  <a:pt x="6055806" y="73521"/>
                </a:cubicBezTo>
                <a:lnTo>
                  <a:pt x="6057815" y="77837"/>
                </a:lnTo>
                <a:cubicBezTo>
                  <a:pt x="6056426" y="78879"/>
                  <a:pt x="6054739" y="79685"/>
                  <a:pt x="6052755" y="80255"/>
                </a:cubicBezTo>
                <a:cubicBezTo>
                  <a:pt x="6050771" y="80826"/>
                  <a:pt x="6048687" y="81111"/>
                  <a:pt x="6046504" y="81111"/>
                </a:cubicBezTo>
                <a:cubicBezTo>
                  <a:pt x="6040948" y="81111"/>
                  <a:pt x="6036619" y="79276"/>
                  <a:pt x="6033519" y="75605"/>
                </a:cubicBezTo>
                <a:cubicBezTo>
                  <a:pt x="6030419" y="71933"/>
                  <a:pt x="6028868" y="66799"/>
                  <a:pt x="6028868" y="60201"/>
                </a:cubicBezTo>
                <a:cubicBezTo>
                  <a:pt x="6028868" y="56083"/>
                  <a:pt x="6029587" y="52462"/>
                  <a:pt x="6031026" y="49336"/>
                </a:cubicBezTo>
                <a:cubicBezTo>
                  <a:pt x="6032465" y="46211"/>
                  <a:pt x="6034486" y="43793"/>
                  <a:pt x="6037091" y="42081"/>
                </a:cubicBezTo>
                <a:cubicBezTo>
                  <a:pt x="6039695" y="40370"/>
                  <a:pt x="6042709" y="39514"/>
                  <a:pt x="6046132" y="39514"/>
                </a:cubicBezTo>
                <a:close/>
                <a:moveTo>
                  <a:pt x="6007214" y="39514"/>
                </a:moveTo>
                <a:cubicBezTo>
                  <a:pt x="6012224" y="39514"/>
                  <a:pt x="6016118" y="41200"/>
                  <a:pt x="6018897" y="44574"/>
                </a:cubicBezTo>
                <a:cubicBezTo>
                  <a:pt x="6021675" y="47947"/>
                  <a:pt x="6023064" y="52635"/>
                  <a:pt x="6023064" y="58638"/>
                </a:cubicBezTo>
                <a:cubicBezTo>
                  <a:pt x="6023064" y="59829"/>
                  <a:pt x="6022989" y="60871"/>
                  <a:pt x="6022841" y="61764"/>
                </a:cubicBezTo>
                <a:lnTo>
                  <a:pt x="5996349" y="61764"/>
                </a:lnTo>
                <a:cubicBezTo>
                  <a:pt x="5996547" y="66476"/>
                  <a:pt x="5997701" y="70036"/>
                  <a:pt x="5999810" y="72442"/>
                </a:cubicBezTo>
                <a:cubicBezTo>
                  <a:pt x="6001918" y="74848"/>
                  <a:pt x="6004932" y="76051"/>
                  <a:pt x="6008851" y="76051"/>
                </a:cubicBezTo>
                <a:cubicBezTo>
                  <a:pt x="6012572" y="76051"/>
                  <a:pt x="6015995" y="75009"/>
                  <a:pt x="6019120" y="72926"/>
                </a:cubicBezTo>
                <a:lnTo>
                  <a:pt x="6021204" y="77242"/>
                </a:lnTo>
                <a:cubicBezTo>
                  <a:pt x="6019666" y="78482"/>
                  <a:pt x="6017793" y="79437"/>
                  <a:pt x="6015585" y="80107"/>
                </a:cubicBezTo>
                <a:cubicBezTo>
                  <a:pt x="6013378" y="80776"/>
                  <a:pt x="6011034" y="81111"/>
                  <a:pt x="6008553" y="81111"/>
                </a:cubicBezTo>
                <a:cubicBezTo>
                  <a:pt x="6002997" y="81111"/>
                  <a:pt x="5998668" y="79276"/>
                  <a:pt x="5995568" y="75605"/>
                </a:cubicBezTo>
                <a:cubicBezTo>
                  <a:pt x="5992468" y="71933"/>
                  <a:pt x="5990917" y="66849"/>
                  <a:pt x="5990917" y="60350"/>
                </a:cubicBezTo>
                <a:cubicBezTo>
                  <a:pt x="5990917" y="53801"/>
                  <a:pt x="5992356" y="48691"/>
                  <a:pt x="5995233" y="45020"/>
                </a:cubicBezTo>
                <a:cubicBezTo>
                  <a:pt x="5998110" y="41349"/>
                  <a:pt x="6002104" y="39514"/>
                  <a:pt x="6007214" y="39514"/>
                </a:cubicBezTo>
                <a:close/>
                <a:moveTo>
                  <a:pt x="5883240" y="39514"/>
                </a:moveTo>
                <a:cubicBezTo>
                  <a:pt x="5885423" y="39514"/>
                  <a:pt x="5887432" y="39960"/>
                  <a:pt x="5889267" y="40853"/>
                </a:cubicBezTo>
                <a:cubicBezTo>
                  <a:pt x="5891103" y="41746"/>
                  <a:pt x="5892665" y="43011"/>
                  <a:pt x="5893955" y="44648"/>
                </a:cubicBezTo>
                <a:lnTo>
                  <a:pt x="5893955" y="40481"/>
                </a:lnTo>
                <a:lnTo>
                  <a:pt x="5898941" y="40481"/>
                </a:lnTo>
                <a:lnTo>
                  <a:pt x="5898941" y="80516"/>
                </a:lnTo>
                <a:cubicBezTo>
                  <a:pt x="5898941" y="85576"/>
                  <a:pt x="5897428" y="89520"/>
                  <a:pt x="5894402" y="92348"/>
                </a:cubicBezTo>
                <a:cubicBezTo>
                  <a:pt x="5891376" y="95175"/>
                  <a:pt x="5887159" y="96589"/>
                  <a:pt x="5881752" y="96589"/>
                </a:cubicBezTo>
                <a:cubicBezTo>
                  <a:pt x="5879767" y="96589"/>
                  <a:pt x="5877820" y="96391"/>
                  <a:pt x="5875910" y="95994"/>
                </a:cubicBezTo>
                <a:cubicBezTo>
                  <a:pt x="5874000" y="95597"/>
                  <a:pt x="5872375" y="95051"/>
                  <a:pt x="5871036" y="94357"/>
                </a:cubicBezTo>
                <a:lnTo>
                  <a:pt x="5872673" y="89520"/>
                </a:lnTo>
                <a:cubicBezTo>
                  <a:pt x="5875451" y="90909"/>
                  <a:pt x="5878477" y="91604"/>
                  <a:pt x="5881752" y="91604"/>
                </a:cubicBezTo>
                <a:cubicBezTo>
                  <a:pt x="5885621" y="91604"/>
                  <a:pt x="5888560" y="90661"/>
                  <a:pt x="5890570" y="88776"/>
                </a:cubicBezTo>
                <a:cubicBezTo>
                  <a:pt x="5892579" y="86891"/>
                  <a:pt x="5893583" y="84137"/>
                  <a:pt x="5893583" y="80516"/>
                </a:cubicBezTo>
                <a:lnTo>
                  <a:pt x="5893583" y="73447"/>
                </a:lnTo>
                <a:cubicBezTo>
                  <a:pt x="5890905" y="77118"/>
                  <a:pt x="5887159" y="78953"/>
                  <a:pt x="5882347" y="78953"/>
                </a:cubicBezTo>
                <a:cubicBezTo>
                  <a:pt x="5877634" y="78953"/>
                  <a:pt x="5873938" y="77192"/>
                  <a:pt x="5871259" y="73670"/>
                </a:cubicBezTo>
                <a:cubicBezTo>
                  <a:pt x="5868580" y="70148"/>
                  <a:pt x="5867241" y="65236"/>
                  <a:pt x="5867241" y="58936"/>
                </a:cubicBezTo>
                <a:cubicBezTo>
                  <a:pt x="5867241" y="52834"/>
                  <a:pt x="5868655" y="48071"/>
                  <a:pt x="5871482" y="44648"/>
                </a:cubicBezTo>
                <a:cubicBezTo>
                  <a:pt x="5874310" y="41225"/>
                  <a:pt x="5878229" y="39514"/>
                  <a:pt x="5883240" y="39514"/>
                </a:cubicBezTo>
                <a:close/>
                <a:moveTo>
                  <a:pt x="5839559" y="39514"/>
                </a:moveTo>
                <a:cubicBezTo>
                  <a:pt x="5843428" y="39514"/>
                  <a:pt x="5846454" y="40630"/>
                  <a:pt x="5848637" y="42862"/>
                </a:cubicBezTo>
                <a:cubicBezTo>
                  <a:pt x="5850820" y="45095"/>
                  <a:pt x="5851912" y="48171"/>
                  <a:pt x="5851912" y="52090"/>
                </a:cubicBezTo>
                <a:lnTo>
                  <a:pt x="5851912" y="80218"/>
                </a:lnTo>
                <a:lnTo>
                  <a:pt x="5846554" y="80218"/>
                </a:lnTo>
                <a:lnTo>
                  <a:pt x="5846554" y="52462"/>
                </a:lnTo>
                <a:cubicBezTo>
                  <a:pt x="5846554" y="49932"/>
                  <a:pt x="5845835" y="48009"/>
                  <a:pt x="5844396" y="46695"/>
                </a:cubicBezTo>
                <a:cubicBezTo>
                  <a:pt x="5842957" y="45380"/>
                  <a:pt x="5840873" y="44723"/>
                  <a:pt x="5838145" y="44723"/>
                </a:cubicBezTo>
                <a:cubicBezTo>
                  <a:pt x="5836161" y="44723"/>
                  <a:pt x="5834325" y="45033"/>
                  <a:pt x="5832639" y="45653"/>
                </a:cubicBezTo>
                <a:cubicBezTo>
                  <a:pt x="5830952" y="46273"/>
                  <a:pt x="5829315" y="47278"/>
                  <a:pt x="5827727" y="48667"/>
                </a:cubicBezTo>
                <a:lnTo>
                  <a:pt x="5827727" y="80218"/>
                </a:lnTo>
                <a:lnTo>
                  <a:pt x="5822369" y="80218"/>
                </a:lnTo>
                <a:lnTo>
                  <a:pt x="5822369" y="40481"/>
                </a:lnTo>
                <a:lnTo>
                  <a:pt x="5827355" y="40481"/>
                </a:lnTo>
                <a:lnTo>
                  <a:pt x="5827355" y="44723"/>
                </a:lnTo>
                <a:cubicBezTo>
                  <a:pt x="5830679" y="41250"/>
                  <a:pt x="5834747" y="39514"/>
                  <a:pt x="5839559" y="39514"/>
                </a:cubicBezTo>
                <a:close/>
                <a:moveTo>
                  <a:pt x="5696386" y="39514"/>
                </a:moveTo>
                <a:cubicBezTo>
                  <a:pt x="5698916" y="39514"/>
                  <a:pt x="5701100" y="40047"/>
                  <a:pt x="5702935" y="41114"/>
                </a:cubicBezTo>
                <a:cubicBezTo>
                  <a:pt x="5704770" y="42180"/>
                  <a:pt x="5706134" y="43681"/>
                  <a:pt x="5707027" y="45616"/>
                </a:cubicBezTo>
                <a:cubicBezTo>
                  <a:pt x="5710550" y="41548"/>
                  <a:pt x="5714791" y="39514"/>
                  <a:pt x="5719752" y="39514"/>
                </a:cubicBezTo>
                <a:cubicBezTo>
                  <a:pt x="5723473" y="39514"/>
                  <a:pt x="5726375" y="40618"/>
                  <a:pt x="5728459" y="42825"/>
                </a:cubicBezTo>
                <a:cubicBezTo>
                  <a:pt x="5730542" y="45033"/>
                  <a:pt x="5731584" y="48121"/>
                  <a:pt x="5731584" y="52090"/>
                </a:cubicBezTo>
                <a:lnTo>
                  <a:pt x="5731584" y="80218"/>
                </a:lnTo>
                <a:lnTo>
                  <a:pt x="5726226" y="80218"/>
                </a:lnTo>
                <a:lnTo>
                  <a:pt x="5726226" y="52462"/>
                </a:lnTo>
                <a:cubicBezTo>
                  <a:pt x="5726226" y="49932"/>
                  <a:pt x="5725556" y="48009"/>
                  <a:pt x="5724217" y="46695"/>
                </a:cubicBezTo>
                <a:cubicBezTo>
                  <a:pt x="5722878" y="45380"/>
                  <a:pt x="5720918" y="44723"/>
                  <a:pt x="5718338" y="44723"/>
                </a:cubicBezTo>
                <a:cubicBezTo>
                  <a:pt x="5714717" y="44723"/>
                  <a:pt x="5711269" y="46112"/>
                  <a:pt x="5707995" y="48890"/>
                </a:cubicBezTo>
                <a:cubicBezTo>
                  <a:pt x="5708193" y="49733"/>
                  <a:pt x="5708292" y="50800"/>
                  <a:pt x="5708292" y="52090"/>
                </a:cubicBezTo>
                <a:lnTo>
                  <a:pt x="5708292" y="80218"/>
                </a:lnTo>
                <a:lnTo>
                  <a:pt x="5702935" y="80218"/>
                </a:lnTo>
                <a:lnTo>
                  <a:pt x="5702935" y="52462"/>
                </a:lnTo>
                <a:cubicBezTo>
                  <a:pt x="5702935" y="49932"/>
                  <a:pt x="5702253" y="48009"/>
                  <a:pt x="5700888" y="46695"/>
                </a:cubicBezTo>
                <a:cubicBezTo>
                  <a:pt x="5699524" y="45380"/>
                  <a:pt x="5697552" y="44723"/>
                  <a:pt x="5694972" y="44723"/>
                </a:cubicBezTo>
                <a:cubicBezTo>
                  <a:pt x="5693087" y="44723"/>
                  <a:pt x="5691326" y="45045"/>
                  <a:pt x="5689689" y="45690"/>
                </a:cubicBezTo>
                <a:cubicBezTo>
                  <a:pt x="5688052" y="46335"/>
                  <a:pt x="5686440" y="47327"/>
                  <a:pt x="5684852" y="48667"/>
                </a:cubicBezTo>
                <a:lnTo>
                  <a:pt x="5684852" y="80218"/>
                </a:lnTo>
                <a:lnTo>
                  <a:pt x="5679494" y="80218"/>
                </a:lnTo>
                <a:lnTo>
                  <a:pt x="5679494" y="40481"/>
                </a:lnTo>
                <a:lnTo>
                  <a:pt x="5684480" y="40481"/>
                </a:lnTo>
                <a:lnTo>
                  <a:pt x="5684480" y="44723"/>
                </a:lnTo>
                <a:cubicBezTo>
                  <a:pt x="5687804" y="41250"/>
                  <a:pt x="5691772" y="39514"/>
                  <a:pt x="5696386" y="39514"/>
                </a:cubicBezTo>
                <a:close/>
                <a:moveTo>
                  <a:pt x="5653003" y="39514"/>
                </a:moveTo>
                <a:cubicBezTo>
                  <a:pt x="5657269" y="39514"/>
                  <a:pt x="5660705" y="40580"/>
                  <a:pt x="5663309" y="42714"/>
                </a:cubicBezTo>
                <a:cubicBezTo>
                  <a:pt x="5665914" y="44847"/>
                  <a:pt x="5667216" y="47972"/>
                  <a:pt x="5667216" y="52090"/>
                </a:cubicBezTo>
                <a:lnTo>
                  <a:pt x="5667216" y="80218"/>
                </a:lnTo>
                <a:lnTo>
                  <a:pt x="5662230" y="80218"/>
                </a:lnTo>
                <a:lnTo>
                  <a:pt x="5662230" y="75381"/>
                </a:lnTo>
                <a:cubicBezTo>
                  <a:pt x="5659651" y="79152"/>
                  <a:pt x="5655657" y="81037"/>
                  <a:pt x="5650250" y="81037"/>
                </a:cubicBezTo>
                <a:cubicBezTo>
                  <a:pt x="5646331" y="81037"/>
                  <a:pt x="5643267" y="79995"/>
                  <a:pt x="5641060" y="77911"/>
                </a:cubicBezTo>
                <a:cubicBezTo>
                  <a:pt x="5638852" y="75828"/>
                  <a:pt x="5637748" y="72926"/>
                  <a:pt x="5637748" y="69205"/>
                </a:cubicBezTo>
                <a:cubicBezTo>
                  <a:pt x="5637748" y="64492"/>
                  <a:pt x="5639708" y="61007"/>
                  <a:pt x="5643627" y="58750"/>
                </a:cubicBezTo>
                <a:cubicBezTo>
                  <a:pt x="5647546" y="56493"/>
                  <a:pt x="5653624" y="55339"/>
                  <a:pt x="5661858" y="55290"/>
                </a:cubicBezTo>
                <a:lnTo>
                  <a:pt x="5661858" y="52536"/>
                </a:lnTo>
                <a:cubicBezTo>
                  <a:pt x="5661858" y="49957"/>
                  <a:pt x="5661052" y="47985"/>
                  <a:pt x="5659440" y="46620"/>
                </a:cubicBezTo>
                <a:cubicBezTo>
                  <a:pt x="5657828" y="45256"/>
                  <a:pt x="5655483" y="44574"/>
                  <a:pt x="5652407" y="44574"/>
                </a:cubicBezTo>
                <a:cubicBezTo>
                  <a:pt x="5649183" y="44574"/>
                  <a:pt x="5646058" y="45293"/>
                  <a:pt x="5643031" y="46732"/>
                </a:cubicBezTo>
                <a:lnTo>
                  <a:pt x="5641617" y="42193"/>
                </a:lnTo>
                <a:cubicBezTo>
                  <a:pt x="5645140" y="40407"/>
                  <a:pt x="5648935" y="39514"/>
                  <a:pt x="5653003" y="39514"/>
                </a:cubicBezTo>
                <a:close/>
                <a:moveTo>
                  <a:pt x="5531261" y="39514"/>
                </a:moveTo>
                <a:cubicBezTo>
                  <a:pt x="5536520" y="39514"/>
                  <a:pt x="5540564" y="41287"/>
                  <a:pt x="5543391" y="44834"/>
                </a:cubicBezTo>
                <a:cubicBezTo>
                  <a:pt x="5546219" y="48381"/>
                  <a:pt x="5547632" y="53553"/>
                  <a:pt x="5547632" y="60350"/>
                </a:cubicBezTo>
                <a:cubicBezTo>
                  <a:pt x="5547632" y="67146"/>
                  <a:pt x="5546219" y="72318"/>
                  <a:pt x="5543391" y="75865"/>
                </a:cubicBezTo>
                <a:cubicBezTo>
                  <a:pt x="5540564" y="79412"/>
                  <a:pt x="5536495" y="81186"/>
                  <a:pt x="5531187" y="81186"/>
                </a:cubicBezTo>
                <a:cubicBezTo>
                  <a:pt x="5525929" y="81186"/>
                  <a:pt x="5521885" y="79412"/>
                  <a:pt x="5519058" y="75865"/>
                </a:cubicBezTo>
                <a:cubicBezTo>
                  <a:pt x="5516230" y="72318"/>
                  <a:pt x="5514816" y="67146"/>
                  <a:pt x="5514816" y="60350"/>
                </a:cubicBezTo>
                <a:cubicBezTo>
                  <a:pt x="5514816" y="53553"/>
                  <a:pt x="5516230" y="48381"/>
                  <a:pt x="5519058" y="44834"/>
                </a:cubicBezTo>
                <a:cubicBezTo>
                  <a:pt x="5521885" y="41287"/>
                  <a:pt x="5525953" y="39514"/>
                  <a:pt x="5531261" y="39514"/>
                </a:cubicBezTo>
                <a:close/>
                <a:moveTo>
                  <a:pt x="5378564" y="39514"/>
                </a:moveTo>
                <a:cubicBezTo>
                  <a:pt x="5383574" y="39514"/>
                  <a:pt x="5387469" y="41200"/>
                  <a:pt x="5390247" y="44574"/>
                </a:cubicBezTo>
                <a:cubicBezTo>
                  <a:pt x="5393025" y="47947"/>
                  <a:pt x="5394414" y="52635"/>
                  <a:pt x="5394414" y="58638"/>
                </a:cubicBezTo>
                <a:cubicBezTo>
                  <a:pt x="5394414" y="59829"/>
                  <a:pt x="5394339" y="60871"/>
                  <a:pt x="5394191" y="61764"/>
                </a:cubicBezTo>
                <a:lnTo>
                  <a:pt x="5367699" y="61764"/>
                </a:lnTo>
                <a:cubicBezTo>
                  <a:pt x="5367897" y="66476"/>
                  <a:pt x="5369051" y="70036"/>
                  <a:pt x="5371160" y="72442"/>
                </a:cubicBezTo>
                <a:cubicBezTo>
                  <a:pt x="5373268" y="74848"/>
                  <a:pt x="5376282" y="76051"/>
                  <a:pt x="5380201" y="76051"/>
                </a:cubicBezTo>
                <a:cubicBezTo>
                  <a:pt x="5383922" y="76051"/>
                  <a:pt x="5387345" y="75009"/>
                  <a:pt x="5390470" y="72926"/>
                </a:cubicBezTo>
                <a:lnTo>
                  <a:pt x="5392554" y="77242"/>
                </a:lnTo>
                <a:cubicBezTo>
                  <a:pt x="5391016" y="78482"/>
                  <a:pt x="5389143" y="79437"/>
                  <a:pt x="5386935" y="80107"/>
                </a:cubicBezTo>
                <a:cubicBezTo>
                  <a:pt x="5384728" y="80776"/>
                  <a:pt x="5382384" y="81111"/>
                  <a:pt x="5379903" y="81111"/>
                </a:cubicBezTo>
                <a:cubicBezTo>
                  <a:pt x="5374347" y="81111"/>
                  <a:pt x="5370019" y="79276"/>
                  <a:pt x="5366918" y="75605"/>
                </a:cubicBezTo>
                <a:cubicBezTo>
                  <a:pt x="5363818" y="71933"/>
                  <a:pt x="5362267" y="66849"/>
                  <a:pt x="5362267" y="60350"/>
                </a:cubicBezTo>
                <a:cubicBezTo>
                  <a:pt x="5362267" y="53801"/>
                  <a:pt x="5363706" y="48691"/>
                  <a:pt x="5366583" y="45020"/>
                </a:cubicBezTo>
                <a:cubicBezTo>
                  <a:pt x="5369460" y="41349"/>
                  <a:pt x="5373455" y="39514"/>
                  <a:pt x="5378564" y="39514"/>
                </a:cubicBezTo>
                <a:close/>
                <a:moveTo>
                  <a:pt x="5343589" y="39514"/>
                </a:moveTo>
                <a:cubicBezTo>
                  <a:pt x="5348302" y="39514"/>
                  <a:pt x="5351973" y="41374"/>
                  <a:pt x="5354602" y="45095"/>
                </a:cubicBezTo>
                <a:cubicBezTo>
                  <a:pt x="5357231" y="48816"/>
                  <a:pt x="5358546" y="54000"/>
                  <a:pt x="5358546" y="60647"/>
                </a:cubicBezTo>
                <a:cubicBezTo>
                  <a:pt x="5358546" y="67097"/>
                  <a:pt x="5357145" y="72132"/>
                  <a:pt x="5354342" y="75753"/>
                </a:cubicBezTo>
                <a:cubicBezTo>
                  <a:pt x="5351539" y="79375"/>
                  <a:pt x="5347657" y="81186"/>
                  <a:pt x="5342696" y="81186"/>
                </a:cubicBezTo>
                <a:cubicBezTo>
                  <a:pt x="5340663" y="81186"/>
                  <a:pt x="5338765" y="80789"/>
                  <a:pt x="5337003" y="79995"/>
                </a:cubicBezTo>
                <a:cubicBezTo>
                  <a:pt x="5335242" y="79201"/>
                  <a:pt x="5333716" y="78085"/>
                  <a:pt x="5332427" y="76646"/>
                </a:cubicBezTo>
                <a:lnTo>
                  <a:pt x="5332427" y="95622"/>
                </a:lnTo>
                <a:lnTo>
                  <a:pt x="5327070" y="95622"/>
                </a:lnTo>
                <a:lnTo>
                  <a:pt x="5327070" y="40481"/>
                </a:lnTo>
                <a:lnTo>
                  <a:pt x="5332055" y="40481"/>
                </a:lnTo>
                <a:lnTo>
                  <a:pt x="5332055" y="45541"/>
                </a:lnTo>
                <a:cubicBezTo>
                  <a:pt x="5333394" y="43557"/>
                  <a:pt x="5335045" y="42056"/>
                  <a:pt x="5337003" y="41039"/>
                </a:cubicBezTo>
                <a:cubicBezTo>
                  <a:pt x="5338963" y="40022"/>
                  <a:pt x="5341158" y="39514"/>
                  <a:pt x="5343589" y="39514"/>
                </a:cubicBezTo>
                <a:close/>
                <a:moveTo>
                  <a:pt x="5302662" y="39514"/>
                </a:moveTo>
                <a:cubicBezTo>
                  <a:pt x="5307921" y="39514"/>
                  <a:pt x="5311963" y="41287"/>
                  <a:pt x="5314791" y="44834"/>
                </a:cubicBezTo>
                <a:cubicBezTo>
                  <a:pt x="5317619" y="48381"/>
                  <a:pt x="5319032" y="53553"/>
                  <a:pt x="5319032" y="60350"/>
                </a:cubicBezTo>
                <a:cubicBezTo>
                  <a:pt x="5319032" y="67146"/>
                  <a:pt x="5317619" y="72318"/>
                  <a:pt x="5314791" y="75865"/>
                </a:cubicBezTo>
                <a:cubicBezTo>
                  <a:pt x="5311963" y="79412"/>
                  <a:pt x="5307895" y="81186"/>
                  <a:pt x="5302587" y="81186"/>
                </a:cubicBezTo>
                <a:cubicBezTo>
                  <a:pt x="5297328" y="81186"/>
                  <a:pt x="5293285" y="79412"/>
                  <a:pt x="5290457" y="75865"/>
                </a:cubicBezTo>
                <a:cubicBezTo>
                  <a:pt x="5287630" y="72318"/>
                  <a:pt x="5286216" y="67146"/>
                  <a:pt x="5286216" y="60350"/>
                </a:cubicBezTo>
                <a:cubicBezTo>
                  <a:pt x="5286216" y="53553"/>
                  <a:pt x="5287630" y="48381"/>
                  <a:pt x="5290457" y="44834"/>
                </a:cubicBezTo>
                <a:cubicBezTo>
                  <a:pt x="5293285" y="41287"/>
                  <a:pt x="5297354" y="39514"/>
                  <a:pt x="5302662" y="39514"/>
                </a:cubicBezTo>
                <a:close/>
                <a:moveTo>
                  <a:pt x="5238815" y="39514"/>
                </a:moveTo>
                <a:cubicBezTo>
                  <a:pt x="5243527" y="39514"/>
                  <a:pt x="5247199" y="41374"/>
                  <a:pt x="5249827" y="45095"/>
                </a:cubicBezTo>
                <a:cubicBezTo>
                  <a:pt x="5252456" y="48816"/>
                  <a:pt x="5253771" y="54000"/>
                  <a:pt x="5253771" y="60647"/>
                </a:cubicBezTo>
                <a:cubicBezTo>
                  <a:pt x="5253771" y="67097"/>
                  <a:pt x="5252370" y="72132"/>
                  <a:pt x="5249567" y="75753"/>
                </a:cubicBezTo>
                <a:cubicBezTo>
                  <a:pt x="5246764" y="79375"/>
                  <a:pt x="5242882" y="81186"/>
                  <a:pt x="5237921" y="81186"/>
                </a:cubicBezTo>
                <a:cubicBezTo>
                  <a:pt x="5235888" y="81186"/>
                  <a:pt x="5233990" y="80789"/>
                  <a:pt x="5232228" y="79995"/>
                </a:cubicBezTo>
                <a:cubicBezTo>
                  <a:pt x="5230467" y="79201"/>
                  <a:pt x="5228941" y="78085"/>
                  <a:pt x="5227652" y="76646"/>
                </a:cubicBezTo>
                <a:lnTo>
                  <a:pt x="5227652" y="95622"/>
                </a:lnTo>
                <a:lnTo>
                  <a:pt x="5222294" y="95622"/>
                </a:lnTo>
                <a:lnTo>
                  <a:pt x="5222294" y="40481"/>
                </a:lnTo>
                <a:lnTo>
                  <a:pt x="5227280" y="40481"/>
                </a:lnTo>
                <a:lnTo>
                  <a:pt x="5227280" y="45541"/>
                </a:lnTo>
                <a:cubicBezTo>
                  <a:pt x="5228619" y="43557"/>
                  <a:pt x="5230269" y="42056"/>
                  <a:pt x="5232228" y="41039"/>
                </a:cubicBezTo>
                <a:cubicBezTo>
                  <a:pt x="5234188" y="40022"/>
                  <a:pt x="5236383" y="39514"/>
                  <a:pt x="5238815" y="39514"/>
                </a:cubicBezTo>
                <a:close/>
                <a:moveTo>
                  <a:pt x="5178539" y="39514"/>
                </a:moveTo>
                <a:cubicBezTo>
                  <a:pt x="5183549" y="39514"/>
                  <a:pt x="5187444" y="41200"/>
                  <a:pt x="5190222" y="44574"/>
                </a:cubicBezTo>
                <a:cubicBezTo>
                  <a:pt x="5192999" y="47947"/>
                  <a:pt x="5194389" y="52635"/>
                  <a:pt x="5194389" y="58638"/>
                </a:cubicBezTo>
                <a:cubicBezTo>
                  <a:pt x="5194389" y="59829"/>
                  <a:pt x="5194314" y="60871"/>
                  <a:pt x="5194167" y="61764"/>
                </a:cubicBezTo>
                <a:lnTo>
                  <a:pt x="5167675" y="61764"/>
                </a:lnTo>
                <a:cubicBezTo>
                  <a:pt x="5167873" y="66476"/>
                  <a:pt x="5169027" y="70036"/>
                  <a:pt x="5171135" y="72442"/>
                </a:cubicBezTo>
                <a:cubicBezTo>
                  <a:pt x="5173243" y="74848"/>
                  <a:pt x="5176256" y="76051"/>
                  <a:pt x="5180176" y="76051"/>
                </a:cubicBezTo>
                <a:cubicBezTo>
                  <a:pt x="5183897" y="76051"/>
                  <a:pt x="5187320" y="75009"/>
                  <a:pt x="5190445" y="72926"/>
                </a:cubicBezTo>
                <a:lnTo>
                  <a:pt x="5192529" y="77242"/>
                </a:lnTo>
                <a:cubicBezTo>
                  <a:pt x="5190990" y="78482"/>
                  <a:pt x="5189118" y="79437"/>
                  <a:pt x="5186910" y="80107"/>
                </a:cubicBezTo>
                <a:cubicBezTo>
                  <a:pt x="5184702" y="80776"/>
                  <a:pt x="5182359" y="81111"/>
                  <a:pt x="5179878" y="81111"/>
                </a:cubicBezTo>
                <a:cubicBezTo>
                  <a:pt x="5174322" y="81111"/>
                  <a:pt x="5169994" y="79276"/>
                  <a:pt x="5166893" y="75605"/>
                </a:cubicBezTo>
                <a:cubicBezTo>
                  <a:pt x="5163792" y="71933"/>
                  <a:pt x="5162242" y="66849"/>
                  <a:pt x="5162242" y="60350"/>
                </a:cubicBezTo>
                <a:cubicBezTo>
                  <a:pt x="5162242" y="53801"/>
                  <a:pt x="5163680" y="48691"/>
                  <a:pt x="5166558" y="45020"/>
                </a:cubicBezTo>
                <a:cubicBezTo>
                  <a:pt x="5169436" y="41349"/>
                  <a:pt x="5173429" y="39514"/>
                  <a:pt x="5178539" y="39514"/>
                </a:cubicBezTo>
                <a:close/>
                <a:moveTo>
                  <a:pt x="4941232" y="39514"/>
                </a:moveTo>
                <a:cubicBezTo>
                  <a:pt x="4943117" y="39514"/>
                  <a:pt x="4945052" y="39799"/>
                  <a:pt x="4947037" y="40370"/>
                </a:cubicBezTo>
                <a:cubicBezTo>
                  <a:pt x="4949021" y="40940"/>
                  <a:pt x="4950832" y="41721"/>
                  <a:pt x="4952469" y="42714"/>
                </a:cubicBezTo>
                <a:lnTo>
                  <a:pt x="4950385" y="47104"/>
                </a:lnTo>
                <a:cubicBezTo>
                  <a:pt x="4947161" y="45368"/>
                  <a:pt x="4944060" y="44499"/>
                  <a:pt x="4941083" y="44499"/>
                </a:cubicBezTo>
                <a:cubicBezTo>
                  <a:pt x="4937462" y="44499"/>
                  <a:pt x="4934634" y="45839"/>
                  <a:pt x="4932600" y="48518"/>
                </a:cubicBezTo>
                <a:cubicBezTo>
                  <a:pt x="4930567" y="51197"/>
                  <a:pt x="4929549" y="54942"/>
                  <a:pt x="4929549" y="59754"/>
                </a:cubicBezTo>
                <a:cubicBezTo>
                  <a:pt x="4929549" y="65112"/>
                  <a:pt x="4930604" y="69168"/>
                  <a:pt x="4932712" y="71921"/>
                </a:cubicBezTo>
                <a:cubicBezTo>
                  <a:pt x="4934820" y="74674"/>
                  <a:pt x="4937934" y="76051"/>
                  <a:pt x="4942051" y="76051"/>
                </a:cubicBezTo>
                <a:cubicBezTo>
                  <a:pt x="4945127" y="76051"/>
                  <a:pt x="4948078" y="75208"/>
                  <a:pt x="4950906" y="73521"/>
                </a:cubicBezTo>
                <a:lnTo>
                  <a:pt x="4952915" y="77837"/>
                </a:lnTo>
                <a:cubicBezTo>
                  <a:pt x="4951526" y="78879"/>
                  <a:pt x="4949840" y="79685"/>
                  <a:pt x="4947855" y="80255"/>
                </a:cubicBezTo>
                <a:cubicBezTo>
                  <a:pt x="4945871" y="80826"/>
                  <a:pt x="4943787" y="81111"/>
                  <a:pt x="4941605" y="81111"/>
                </a:cubicBezTo>
                <a:cubicBezTo>
                  <a:pt x="4936048" y="81111"/>
                  <a:pt x="4931721" y="79276"/>
                  <a:pt x="4928619" y="75605"/>
                </a:cubicBezTo>
                <a:cubicBezTo>
                  <a:pt x="4925518" y="71933"/>
                  <a:pt x="4923968" y="66799"/>
                  <a:pt x="4923968" y="60201"/>
                </a:cubicBezTo>
                <a:cubicBezTo>
                  <a:pt x="4923968" y="56083"/>
                  <a:pt x="4924688" y="52462"/>
                  <a:pt x="4926126" y="49336"/>
                </a:cubicBezTo>
                <a:cubicBezTo>
                  <a:pt x="4927564" y="46211"/>
                  <a:pt x="4929586" y="43793"/>
                  <a:pt x="4932191" y="42081"/>
                </a:cubicBezTo>
                <a:cubicBezTo>
                  <a:pt x="4934795" y="40370"/>
                  <a:pt x="4937810" y="39514"/>
                  <a:pt x="4941232" y="39514"/>
                </a:cubicBezTo>
                <a:close/>
                <a:moveTo>
                  <a:pt x="4753709" y="39514"/>
                </a:moveTo>
                <a:cubicBezTo>
                  <a:pt x="4757578" y="39514"/>
                  <a:pt x="4760605" y="40630"/>
                  <a:pt x="4762787" y="42862"/>
                </a:cubicBezTo>
                <a:cubicBezTo>
                  <a:pt x="4764970" y="45095"/>
                  <a:pt x="4766062" y="48171"/>
                  <a:pt x="4766062" y="52090"/>
                </a:cubicBezTo>
                <a:lnTo>
                  <a:pt x="4766062" y="80218"/>
                </a:lnTo>
                <a:lnTo>
                  <a:pt x="4760704" y="80218"/>
                </a:lnTo>
                <a:lnTo>
                  <a:pt x="4760704" y="52462"/>
                </a:lnTo>
                <a:cubicBezTo>
                  <a:pt x="4760704" y="49932"/>
                  <a:pt x="4759984" y="48009"/>
                  <a:pt x="4758546" y="46695"/>
                </a:cubicBezTo>
                <a:cubicBezTo>
                  <a:pt x="4757107" y="45380"/>
                  <a:pt x="4755024" y="44723"/>
                  <a:pt x="4752295" y="44723"/>
                </a:cubicBezTo>
                <a:cubicBezTo>
                  <a:pt x="4750310" y="44723"/>
                  <a:pt x="4748475" y="45033"/>
                  <a:pt x="4746788" y="45653"/>
                </a:cubicBezTo>
                <a:cubicBezTo>
                  <a:pt x="4745101" y="46273"/>
                  <a:pt x="4743465" y="47278"/>
                  <a:pt x="4741877" y="48667"/>
                </a:cubicBezTo>
                <a:lnTo>
                  <a:pt x="4741877" y="80218"/>
                </a:lnTo>
                <a:lnTo>
                  <a:pt x="4736519" y="80218"/>
                </a:lnTo>
                <a:lnTo>
                  <a:pt x="4736519" y="40481"/>
                </a:lnTo>
                <a:lnTo>
                  <a:pt x="4741505" y="40481"/>
                </a:lnTo>
                <a:lnTo>
                  <a:pt x="4741505" y="44723"/>
                </a:lnTo>
                <a:cubicBezTo>
                  <a:pt x="4744829" y="41250"/>
                  <a:pt x="4748897" y="39514"/>
                  <a:pt x="4753709" y="39514"/>
                </a:cubicBezTo>
                <a:close/>
                <a:moveTo>
                  <a:pt x="4712111" y="39514"/>
                </a:moveTo>
                <a:cubicBezTo>
                  <a:pt x="4717370" y="39514"/>
                  <a:pt x="4721414" y="41287"/>
                  <a:pt x="4724241" y="44834"/>
                </a:cubicBezTo>
                <a:cubicBezTo>
                  <a:pt x="4727069" y="48381"/>
                  <a:pt x="4728482" y="53553"/>
                  <a:pt x="4728482" y="60350"/>
                </a:cubicBezTo>
                <a:cubicBezTo>
                  <a:pt x="4728482" y="67146"/>
                  <a:pt x="4727069" y="72318"/>
                  <a:pt x="4724241" y="75865"/>
                </a:cubicBezTo>
                <a:cubicBezTo>
                  <a:pt x="4721414" y="79412"/>
                  <a:pt x="4717345" y="81186"/>
                  <a:pt x="4712037" y="81186"/>
                </a:cubicBezTo>
                <a:cubicBezTo>
                  <a:pt x="4706778" y="81186"/>
                  <a:pt x="4702735" y="79412"/>
                  <a:pt x="4699908" y="75865"/>
                </a:cubicBezTo>
                <a:cubicBezTo>
                  <a:pt x="4697080" y="72318"/>
                  <a:pt x="4695666" y="67146"/>
                  <a:pt x="4695666" y="60350"/>
                </a:cubicBezTo>
                <a:cubicBezTo>
                  <a:pt x="4695666" y="53553"/>
                  <a:pt x="4697080" y="48381"/>
                  <a:pt x="4699908" y="44834"/>
                </a:cubicBezTo>
                <a:cubicBezTo>
                  <a:pt x="4702735" y="41287"/>
                  <a:pt x="4706804" y="39514"/>
                  <a:pt x="4712111" y="39514"/>
                </a:cubicBezTo>
                <a:close/>
                <a:moveTo>
                  <a:pt x="4624303" y="39514"/>
                </a:moveTo>
                <a:cubicBezTo>
                  <a:pt x="4628569" y="39514"/>
                  <a:pt x="4632005" y="40580"/>
                  <a:pt x="4634609" y="42714"/>
                </a:cubicBezTo>
                <a:cubicBezTo>
                  <a:pt x="4637214" y="44847"/>
                  <a:pt x="4638516" y="47972"/>
                  <a:pt x="4638516" y="52090"/>
                </a:cubicBezTo>
                <a:lnTo>
                  <a:pt x="4638516" y="80218"/>
                </a:lnTo>
                <a:lnTo>
                  <a:pt x="4633530" y="80218"/>
                </a:lnTo>
                <a:lnTo>
                  <a:pt x="4633530" y="75381"/>
                </a:lnTo>
                <a:cubicBezTo>
                  <a:pt x="4630950" y="79152"/>
                  <a:pt x="4626957" y="81037"/>
                  <a:pt x="4621549" y="81037"/>
                </a:cubicBezTo>
                <a:cubicBezTo>
                  <a:pt x="4617630" y="81037"/>
                  <a:pt x="4614567" y="79995"/>
                  <a:pt x="4612359" y="77911"/>
                </a:cubicBezTo>
                <a:cubicBezTo>
                  <a:pt x="4610152" y="75828"/>
                  <a:pt x="4609048" y="72926"/>
                  <a:pt x="4609048" y="69205"/>
                </a:cubicBezTo>
                <a:cubicBezTo>
                  <a:pt x="4609048" y="64492"/>
                  <a:pt x="4611007" y="61007"/>
                  <a:pt x="4614927" y="58750"/>
                </a:cubicBezTo>
                <a:cubicBezTo>
                  <a:pt x="4618846" y="56493"/>
                  <a:pt x="4624923" y="55339"/>
                  <a:pt x="4633159" y="55290"/>
                </a:cubicBezTo>
                <a:lnTo>
                  <a:pt x="4633159" y="52536"/>
                </a:lnTo>
                <a:cubicBezTo>
                  <a:pt x="4633159" y="49957"/>
                  <a:pt x="4632352" y="47985"/>
                  <a:pt x="4630740" y="46620"/>
                </a:cubicBezTo>
                <a:cubicBezTo>
                  <a:pt x="4629127" y="45256"/>
                  <a:pt x="4626783" y="44574"/>
                  <a:pt x="4623707" y="44574"/>
                </a:cubicBezTo>
                <a:cubicBezTo>
                  <a:pt x="4620483" y="44574"/>
                  <a:pt x="4617358" y="45293"/>
                  <a:pt x="4614331" y="46732"/>
                </a:cubicBezTo>
                <a:lnTo>
                  <a:pt x="4612917" y="42193"/>
                </a:lnTo>
                <a:cubicBezTo>
                  <a:pt x="4616440" y="40407"/>
                  <a:pt x="4620235" y="39514"/>
                  <a:pt x="4624303" y="39514"/>
                </a:cubicBezTo>
                <a:close/>
                <a:moveTo>
                  <a:pt x="4562911" y="39514"/>
                </a:moveTo>
                <a:cubicBezTo>
                  <a:pt x="4565441" y="39514"/>
                  <a:pt x="4567624" y="40047"/>
                  <a:pt x="4569460" y="41114"/>
                </a:cubicBezTo>
                <a:cubicBezTo>
                  <a:pt x="4571295" y="42180"/>
                  <a:pt x="4572659" y="43681"/>
                  <a:pt x="4573552" y="45616"/>
                </a:cubicBezTo>
                <a:cubicBezTo>
                  <a:pt x="4577075" y="41548"/>
                  <a:pt x="4581316" y="39514"/>
                  <a:pt x="4586277" y="39514"/>
                </a:cubicBezTo>
                <a:cubicBezTo>
                  <a:pt x="4589998" y="39514"/>
                  <a:pt x="4592900" y="40618"/>
                  <a:pt x="4594984" y="42825"/>
                </a:cubicBezTo>
                <a:cubicBezTo>
                  <a:pt x="4597067" y="45033"/>
                  <a:pt x="4598109" y="48121"/>
                  <a:pt x="4598109" y="52090"/>
                </a:cubicBezTo>
                <a:lnTo>
                  <a:pt x="4598109" y="80218"/>
                </a:lnTo>
                <a:lnTo>
                  <a:pt x="4592751" y="80218"/>
                </a:lnTo>
                <a:lnTo>
                  <a:pt x="4592751" y="52462"/>
                </a:lnTo>
                <a:cubicBezTo>
                  <a:pt x="4592751" y="49932"/>
                  <a:pt x="4592081" y="48009"/>
                  <a:pt x="4590742" y="46695"/>
                </a:cubicBezTo>
                <a:cubicBezTo>
                  <a:pt x="4589403" y="45380"/>
                  <a:pt x="4587444" y="44723"/>
                  <a:pt x="4584863" y="44723"/>
                </a:cubicBezTo>
                <a:cubicBezTo>
                  <a:pt x="4581242" y="44723"/>
                  <a:pt x="4577794" y="46112"/>
                  <a:pt x="4574520" y="48890"/>
                </a:cubicBezTo>
                <a:cubicBezTo>
                  <a:pt x="4574718" y="49733"/>
                  <a:pt x="4574817" y="50800"/>
                  <a:pt x="4574817" y="52090"/>
                </a:cubicBezTo>
                <a:lnTo>
                  <a:pt x="4574817" y="80218"/>
                </a:lnTo>
                <a:lnTo>
                  <a:pt x="4569460" y="80218"/>
                </a:lnTo>
                <a:lnTo>
                  <a:pt x="4569460" y="52462"/>
                </a:lnTo>
                <a:cubicBezTo>
                  <a:pt x="4569460" y="49932"/>
                  <a:pt x="4568777" y="48009"/>
                  <a:pt x="4567413" y="46695"/>
                </a:cubicBezTo>
                <a:cubicBezTo>
                  <a:pt x="4566049" y="45380"/>
                  <a:pt x="4564077" y="44723"/>
                  <a:pt x="4561497" y="44723"/>
                </a:cubicBezTo>
                <a:cubicBezTo>
                  <a:pt x="4559612" y="44723"/>
                  <a:pt x="4557851" y="45045"/>
                  <a:pt x="4556214" y="45690"/>
                </a:cubicBezTo>
                <a:cubicBezTo>
                  <a:pt x="4554577" y="46335"/>
                  <a:pt x="4552965" y="47327"/>
                  <a:pt x="4551377" y="48667"/>
                </a:cubicBezTo>
                <a:lnTo>
                  <a:pt x="4551377" y="80218"/>
                </a:lnTo>
                <a:lnTo>
                  <a:pt x="4546019" y="80218"/>
                </a:lnTo>
                <a:lnTo>
                  <a:pt x="4546019" y="40481"/>
                </a:lnTo>
                <a:lnTo>
                  <a:pt x="4551005" y="40481"/>
                </a:lnTo>
                <a:lnTo>
                  <a:pt x="4551005" y="44723"/>
                </a:lnTo>
                <a:cubicBezTo>
                  <a:pt x="4554329" y="41250"/>
                  <a:pt x="4558297" y="39514"/>
                  <a:pt x="4562911" y="39514"/>
                </a:cubicBezTo>
                <a:close/>
                <a:moveTo>
                  <a:pt x="4493036" y="39514"/>
                </a:moveTo>
                <a:cubicBezTo>
                  <a:pt x="4498295" y="39514"/>
                  <a:pt x="4502338" y="41287"/>
                  <a:pt x="4505166" y="44834"/>
                </a:cubicBezTo>
                <a:cubicBezTo>
                  <a:pt x="4507994" y="48381"/>
                  <a:pt x="4509408" y="53553"/>
                  <a:pt x="4509408" y="60350"/>
                </a:cubicBezTo>
                <a:cubicBezTo>
                  <a:pt x="4509408" y="67146"/>
                  <a:pt x="4507994" y="72318"/>
                  <a:pt x="4505166" y="75865"/>
                </a:cubicBezTo>
                <a:cubicBezTo>
                  <a:pt x="4502338" y="79412"/>
                  <a:pt x="4498270" y="81186"/>
                  <a:pt x="4492962" y="81186"/>
                </a:cubicBezTo>
                <a:cubicBezTo>
                  <a:pt x="4487704" y="81186"/>
                  <a:pt x="4483660" y="79412"/>
                  <a:pt x="4480832" y="75865"/>
                </a:cubicBezTo>
                <a:cubicBezTo>
                  <a:pt x="4478005" y="72318"/>
                  <a:pt x="4476591" y="67146"/>
                  <a:pt x="4476591" y="60350"/>
                </a:cubicBezTo>
                <a:cubicBezTo>
                  <a:pt x="4476591" y="53553"/>
                  <a:pt x="4478005" y="48381"/>
                  <a:pt x="4480832" y="44834"/>
                </a:cubicBezTo>
                <a:cubicBezTo>
                  <a:pt x="4483660" y="41287"/>
                  <a:pt x="4487728" y="39514"/>
                  <a:pt x="4493036" y="39514"/>
                </a:cubicBezTo>
                <a:close/>
                <a:moveTo>
                  <a:pt x="4420334" y="39514"/>
                </a:moveTo>
                <a:cubicBezTo>
                  <a:pt x="4424204" y="39514"/>
                  <a:pt x="4427230" y="40630"/>
                  <a:pt x="4429412" y="42862"/>
                </a:cubicBezTo>
                <a:cubicBezTo>
                  <a:pt x="4431595" y="45095"/>
                  <a:pt x="4432687" y="48171"/>
                  <a:pt x="4432687" y="52090"/>
                </a:cubicBezTo>
                <a:lnTo>
                  <a:pt x="4432687" y="80218"/>
                </a:lnTo>
                <a:lnTo>
                  <a:pt x="4427329" y="80218"/>
                </a:lnTo>
                <a:lnTo>
                  <a:pt x="4427329" y="52462"/>
                </a:lnTo>
                <a:cubicBezTo>
                  <a:pt x="4427329" y="49932"/>
                  <a:pt x="4426609" y="48009"/>
                  <a:pt x="4425171" y="46695"/>
                </a:cubicBezTo>
                <a:cubicBezTo>
                  <a:pt x="4423732" y="45380"/>
                  <a:pt x="4421649" y="44723"/>
                  <a:pt x="4418920" y="44723"/>
                </a:cubicBezTo>
                <a:cubicBezTo>
                  <a:pt x="4416935" y="44723"/>
                  <a:pt x="4415100" y="45033"/>
                  <a:pt x="4413413" y="45653"/>
                </a:cubicBezTo>
                <a:cubicBezTo>
                  <a:pt x="4411726" y="46273"/>
                  <a:pt x="4410089" y="47278"/>
                  <a:pt x="4408502" y="48667"/>
                </a:cubicBezTo>
                <a:lnTo>
                  <a:pt x="4408502" y="80218"/>
                </a:lnTo>
                <a:lnTo>
                  <a:pt x="4403144" y="80218"/>
                </a:lnTo>
                <a:lnTo>
                  <a:pt x="4403144" y="40481"/>
                </a:lnTo>
                <a:lnTo>
                  <a:pt x="4408130" y="40481"/>
                </a:lnTo>
                <a:lnTo>
                  <a:pt x="4408130" y="44723"/>
                </a:lnTo>
                <a:cubicBezTo>
                  <a:pt x="4411454" y="41250"/>
                  <a:pt x="4415522" y="39514"/>
                  <a:pt x="4420334" y="39514"/>
                </a:cubicBezTo>
                <a:close/>
                <a:moveTo>
                  <a:pt x="4319503" y="39514"/>
                </a:moveTo>
                <a:cubicBezTo>
                  <a:pt x="4323770" y="39514"/>
                  <a:pt x="4327205" y="40580"/>
                  <a:pt x="4329809" y="42714"/>
                </a:cubicBezTo>
                <a:cubicBezTo>
                  <a:pt x="4332414" y="44847"/>
                  <a:pt x="4333716" y="47972"/>
                  <a:pt x="4333716" y="52090"/>
                </a:cubicBezTo>
                <a:lnTo>
                  <a:pt x="4333716" y="80218"/>
                </a:lnTo>
                <a:lnTo>
                  <a:pt x="4328730" y="80218"/>
                </a:lnTo>
                <a:lnTo>
                  <a:pt x="4328730" y="75381"/>
                </a:lnTo>
                <a:cubicBezTo>
                  <a:pt x="4326150" y="79152"/>
                  <a:pt x="4322157" y="81037"/>
                  <a:pt x="4316750" y="81037"/>
                </a:cubicBezTo>
                <a:cubicBezTo>
                  <a:pt x="4312830" y="81037"/>
                  <a:pt x="4309768" y="79995"/>
                  <a:pt x="4307559" y="77911"/>
                </a:cubicBezTo>
                <a:cubicBezTo>
                  <a:pt x="4305352" y="75828"/>
                  <a:pt x="4304248" y="72926"/>
                  <a:pt x="4304248" y="69205"/>
                </a:cubicBezTo>
                <a:cubicBezTo>
                  <a:pt x="4304248" y="64492"/>
                  <a:pt x="4306207" y="61007"/>
                  <a:pt x="4310127" y="58750"/>
                </a:cubicBezTo>
                <a:cubicBezTo>
                  <a:pt x="4314046" y="56493"/>
                  <a:pt x="4320123" y="55339"/>
                  <a:pt x="4328358" y="55290"/>
                </a:cubicBezTo>
                <a:lnTo>
                  <a:pt x="4328358" y="52536"/>
                </a:lnTo>
                <a:cubicBezTo>
                  <a:pt x="4328358" y="49957"/>
                  <a:pt x="4327552" y="47985"/>
                  <a:pt x="4325940" y="46620"/>
                </a:cubicBezTo>
                <a:cubicBezTo>
                  <a:pt x="4324327" y="45256"/>
                  <a:pt x="4321983" y="44574"/>
                  <a:pt x="4318908" y="44574"/>
                </a:cubicBezTo>
                <a:cubicBezTo>
                  <a:pt x="4315683" y="44574"/>
                  <a:pt x="4312558" y="45293"/>
                  <a:pt x="4309531" y="46732"/>
                </a:cubicBezTo>
                <a:lnTo>
                  <a:pt x="4308117" y="42193"/>
                </a:lnTo>
                <a:cubicBezTo>
                  <a:pt x="4311640" y="40407"/>
                  <a:pt x="4315435" y="39514"/>
                  <a:pt x="4319503" y="39514"/>
                </a:cubicBezTo>
                <a:close/>
                <a:moveTo>
                  <a:pt x="4229834" y="39514"/>
                </a:moveTo>
                <a:cubicBezTo>
                  <a:pt x="4233704" y="39514"/>
                  <a:pt x="4236730" y="40630"/>
                  <a:pt x="4238912" y="42862"/>
                </a:cubicBezTo>
                <a:cubicBezTo>
                  <a:pt x="4241095" y="45095"/>
                  <a:pt x="4242187" y="48171"/>
                  <a:pt x="4242187" y="52090"/>
                </a:cubicBezTo>
                <a:lnTo>
                  <a:pt x="4242187" y="80218"/>
                </a:lnTo>
                <a:lnTo>
                  <a:pt x="4236829" y="80218"/>
                </a:lnTo>
                <a:lnTo>
                  <a:pt x="4236829" y="52462"/>
                </a:lnTo>
                <a:cubicBezTo>
                  <a:pt x="4236829" y="49932"/>
                  <a:pt x="4236109" y="48009"/>
                  <a:pt x="4234671" y="46695"/>
                </a:cubicBezTo>
                <a:cubicBezTo>
                  <a:pt x="4233232" y="45380"/>
                  <a:pt x="4231149" y="44723"/>
                  <a:pt x="4228420" y="44723"/>
                </a:cubicBezTo>
                <a:cubicBezTo>
                  <a:pt x="4226435" y="44723"/>
                  <a:pt x="4224600" y="45033"/>
                  <a:pt x="4222913" y="45653"/>
                </a:cubicBezTo>
                <a:cubicBezTo>
                  <a:pt x="4221226" y="46273"/>
                  <a:pt x="4219589" y="47278"/>
                  <a:pt x="4218002" y="48667"/>
                </a:cubicBezTo>
                <a:lnTo>
                  <a:pt x="4218002" y="80218"/>
                </a:lnTo>
                <a:lnTo>
                  <a:pt x="4212644" y="80218"/>
                </a:lnTo>
                <a:lnTo>
                  <a:pt x="4212644" y="40481"/>
                </a:lnTo>
                <a:lnTo>
                  <a:pt x="4217630" y="40481"/>
                </a:lnTo>
                <a:lnTo>
                  <a:pt x="4217630" y="44723"/>
                </a:lnTo>
                <a:cubicBezTo>
                  <a:pt x="4220954" y="41250"/>
                  <a:pt x="4225022" y="39514"/>
                  <a:pt x="4229834" y="39514"/>
                </a:cubicBezTo>
                <a:close/>
                <a:moveTo>
                  <a:pt x="4187939" y="39514"/>
                </a:moveTo>
                <a:cubicBezTo>
                  <a:pt x="4192949" y="39514"/>
                  <a:pt x="4196844" y="41200"/>
                  <a:pt x="4199622" y="44574"/>
                </a:cubicBezTo>
                <a:cubicBezTo>
                  <a:pt x="4202400" y="47947"/>
                  <a:pt x="4203789" y="52635"/>
                  <a:pt x="4203789" y="58638"/>
                </a:cubicBezTo>
                <a:cubicBezTo>
                  <a:pt x="4203789" y="59829"/>
                  <a:pt x="4203714" y="60871"/>
                  <a:pt x="4203566" y="61764"/>
                </a:cubicBezTo>
                <a:lnTo>
                  <a:pt x="4177074" y="61764"/>
                </a:lnTo>
                <a:cubicBezTo>
                  <a:pt x="4177273" y="66476"/>
                  <a:pt x="4178426" y="70036"/>
                  <a:pt x="4180534" y="72442"/>
                </a:cubicBezTo>
                <a:cubicBezTo>
                  <a:pt x="4182643" y="74848"/>
                  <a:pt x="4185656" y="76051"/>
                  <a:pt x="4189576" y="76051"/>
                </a:cubicBezTo>
                <a:cubicBezTo>
                  <a:pt x="4193297" y="76051"/>
                  <a:pt x="4196720" y="75009"/>
                  <a:pt x="4199845" y="72926"/>
                </a:cubicBezTo>
                <a:lnTo>
                  <a:pt x="4201929" y="77242"/>
                </a:lnTo>
                <a:cubicBezTo>
                  <a:pt x="4200391" y="78482"/>
                  <a:pt x="4198518" y="79437"/>
                  <a:pt x="4196310" y="80107"/>
                </a:cubicBezTo>
                <a:cubicBezTo>
                  <a:pt x="4194103" y="80776"/>
                  <a:pt x="4191759" y="81111"/>
                  <a:pt x="4189278" y="81111"/>
                </a:cubicBezTo>
                <a:cubicBezTo>
                  <a:pt x="4183722" y="81111"/>
                  <a:pt x="4179394" y="79276"/>
                  <a:pt x="4176293" y="75605"/>
                </a:cubicBezTo>
                <a:cubicBezTo>
                  <a:pt x="4173192" y="71933"/>
                  <a:pt x="4171642" y="66849"/>
                  <a:pt x="4171642" y="60350"/>
                </a:cubicBezTo>
                <a:cubicBezTo>
                  <a:pt x="4171642" y="53801"/>
                  <a:pt x="4173080" y="48691"/>
                  <a:pt x="4175958" y="45020"/>
                </a:cubicBezTo>
                <a:cubicBezTo>
                  <a:pt x="4178835" y="41349"/>
                  <a:pt x="4182829" y="39514"/>
                  <a:pt x="4187939" y="39514"/>
                </a:cubicBezTo>
                <a:close/>
                <a:moveTo>
                  <a:pt x="4058384" y="39514"/>
                </a:moveTo>
                <a:cubicBezTo>
                  <a:pt x="4062253" y="39514"/>
                  <a:pt x="4065279" y="40630"/>
                  <a:pt x="4067462" y="42862"/>
                </a:cubicBezTo>
                <a:cubicBezTo>
                  <a:pt x="4069645" y="45095"/>
                  <a:pt x="4070736" y="48171"/>
                  <a:pt x="4070736" y="52090"/>
                </a:cubicBezTo>
                <a:lnTo>
                  <a:pt x="4070736" y="80218"/>
                </a:lnTo>
                <a:lnTo>
                  <a:pt x="4065379" y="80218"/>
                </a:lnTo>
                <a:lnTo>
                  <a:pt x="4065379" y="52462"/>
                </a:lnTo>
                <a:cubicBezTo>
                  <a:pt x="4065379" y="49932"/>
                  <a:pt x="4064659" y="48009"/>
                  <a:pt x="4063221" y="46695"/>
                </a:cubicBezTo>
                <a:cubicBezTo>
                  <a:pt x="4061783" y="45380"/>
                  <a:pt x="4059699" y="44723"/>
                  <a:pt x="4056970" y="44723"/>
                </a:cubicBezTo>
                <a:cubicBezTo>
                  <a:pt x="4054985" y="44723"/>
                  <a:pt x="4053150" y="45033"/>
                  <a:pt x="4051463" y="45653"/>
                </a:cubicBezTo>
                <a:cubicBezTo>
                  <a:pt x="4049776" y="46273"/>
                  <a:pt x="4048140" y="47278"/>
                  <a:pt x="4046552" y="48667"/>
                </a:cubicBezTo>
                <a:lnTo>
                  <a:pt x="4046552" y="80218"/>
                </a:lnTo>
                <a:lnTo>
                  <a:pt x="4041194" y="80218"/>
                </a:lnTo>
                <a:lnTo>
                  <a:pt x="4041194" y="40481"/>
                </a:lnTo>
                <a:lnTo>
                  <a:pt x="4046180" y="40481"/>
                </a:lnTo>
                <a:lnTo>
                  <a:pt x="4046180" y="44723"/>
                </a:lnTo>
                <a:cubicBezTo>
                  <a:pt x="4049504" y="41250"/>
                  <a:pt x="4053571" y="39514"/>
                  <a:pt x="4058384" y="39514"/>
                </a:cubicBezTo>
                <a:close/>
                <a:moveTo>
                  <a:pt x="4016786" y="39514"/>
                </a:moveTo>
                <a:cubicBezTo>
                  <a:pt x="4022045" y="39514"/>
                  <a:pt x="4026088" y="41287"/>
                  <a:pt x="4028916" y="44834"/>
                </a:cubicBezTo>
                <a:cubicBezTo>
                  <a:pt x="4031743" y="48381"/>
                  <a:pt x="4033157" y="53553"/>
                  <a:pt x="4033157" y="60350"/>
                </a:cubicBezTo>
                <a:cubicBezTo>
                  <a:pt x="4033157" y="67146"/>
                  <a:pt x="4031743" y="72318"/>
                  <a:pt x="4028916" y="75865"/>
                </a:cubicBezTo>
                <a:cubicBezTo>
                  <a:pt x="4026088" y="79412"/>
                  <a:pt x="4022021" y="81186"/>
                  <a:pt x="4016712" y="81186"/>
                </a:cubicBezTo>
                <a:cubicBezTo>
                  <a:pt x="4011453" y="81186"/>
                  <a:pt x="4007410" y="79412"/>
                  <a:pt x="4004583" y="75865"/>
                </a:cubicBezTo>
                <a:cubicBezTo>
                  <a:pt x="4001755" y="72318"/>
                  <a:pt x="4000341" y="67146"/>
                  <a:pt x="4000341" y="60350"/>
                </a:cubicBezTo>
                <a:cubicBezTo>
                  <a:pt x="4000341" y="53553"/>
                  <a:pt x="4001755" y="48381"/>
                  <a:pt x="4004583" y="44834"/>
                </a:cubicBezTo>
                <a:cubicBezTo>
                  <a:pt x="4007410" y="41287"/>
                  <a:pt x="4011479" y="39514"/>
                  <a:pt x="4016786" y="39514"/>
                </a:cubicBezTo>
                <a:close/>
                <a:moveTo>
                  <a:pt x="3979207" y="39514"/>
                </a:moveTo>
                <a:cubicBezTo>
                  <a:pt x="3981092" y="39514"/>
                  <a:pt x="3983027" y="39799"/>
                  <a:pt x="3985011" y="40370"/>
                </a:cubicBezTo>
                <a:cubicBezTo>
                  <a:pt x="3986996" y="40940"/>
                  <a:pt x="3988807" y="41721"/>
                  <a:pt x="3990444" y="42714"/>
                </a:cubicBezTo>
                <a:lnTo>
                  <a:pt x="3988360" y="47104"/>
                </a:lnTo>
                <a:cubicBezTo>
                  <a:pt x="3985136" y="45368"/>
                  <a:pt x="3982035" y="44499"/>
                  <a:pt x="3979058" y="44499"/>
                </a:cubicBezTo>
                <a:cubicBezTo>
                  <a:pt x="3975437" y="44499"/>
                  <a:pt x="3972609" y="45839"/>
                  <a:pt x="3970575" y="48518"/>
                </a:cubicBezTo>
                <a:cubicBezTo>
                  <a:pt x="3968541" y="51197"/>
                  <a:pt x="3967525" y="54942"/>
                  <a:pt x="3967525" y="59754"/>
                </a:cubicBezTo>
                <a:cubicBezTo>
                  <a:pt x="3967525" y="65112"/>
                  <a:pt x="3968578" y="69168"/>
                  <a:pt x="3970687" y="71921"/>
                </a:cubicBezTo>
                <a:cubicBezTo>
                  <a:pt x="3972796" y="74674"/>
                  <a:pt x="3975909" y="76051"/>
                  <a:pt x="3980026" y="76051"/>
                </a:cubicBezTo>
                <a:cubicBezTo>
                  <a:pt x="3983101" y="76051"/>
                  <a:pt x="3986054" y="75208"/>
                  <a:pt x="3988881" y="73521"/>
                </a:cubicBezTo>
                <a:lnTo>
                  <a:pt x="3990890" y="77837"/>
                </a:lnTo>
                <a:cubicBezTo>
                  <a:pt x="3989502" y="78879"/>
                  <a:pt x="3987815" y="79685"/>
                  <a:pt x="3985830" y="80255"/>
                </a:cubicBezTo>
                <a:cubicBezTo>
                  <a:pt x="3983846" y="80826"/>
                  <a:pt x="3981762" y="81111"/>
                  <a:pt x="3979579" y="81111"/>
                </a:cubicBezTo>
                <a:cubicBezTo>
                  <a:pt x="3974023" y="81111"/>
                  <a:pt x="3969695" y="79276"/>
                  <a:pt x="3966594" y="75605"/>
                </a:cubicBezTo>
                <a:cubicBezTo>
                  <a:pt x="3963493" y="71933"/>
                  <a:pt x="3961943" y="66799"/>
                  <a:pt x="3961943" y="60201"/>
                </a:cubicBezTo>
                <a:cubicBezTo>
                  <a:pt x="3961943" y="56083"/>
                  <a:pt x="3962663" y="52462"/>
                  <a:pt x="3964101" y="49336"/>
                </a:cubicBezTo>
                <a:cubicBezTo>
                  <a:pt x="3965540" y="46211"/>
                  <a:pt x="3967561" y="43793"/>
                  <a:pt x="3970166" y="42081"/>
                </a:cubicBezTo>
                <a:cubicBezTo>
                  <a:pt x="3972770" y="40370"/>
                  <a:pt x="3975784" y="39514"/>
                  <a:pt x="3979207" y="39514"/>
                </a:cubicBezTo>
                <a:close/>
                <a:moveTo>
                  <a:pt x="3877409" y="39514"/>
                </a:moveTo>
                <a:cubicBezTo>
                  <a:pt x="3881278" y="39514"/>
                  <a:pt x="3884304" y="40630"/>
                  <a:pt x="3886487" y="42862"/>
                </a:cubicBezTo>
                <a:cubicBezTo>
                  <a:pt x="3888671" y="45095"/>
                  <a:pt x="3889762" y="48171"/>
                  <a:pt x="3889762" y="52090"/>
                </a:cubicBezTo>
                <a:lnTo>
                  <a:pt x="3889762" y="80218"/>
                </a:lnTo>
                <a:lnTo>
                  <a:pt x="3884404" y="80218"/>
                </a:lnTo>
                <a:lnTo>
                  <a:pt x="3884404" y="52462"/>
                </a:lnTo>
                <a:cubicBezTo>
                  <a:pt x="3884404" y="49932"/>
                  <a:pt x="3883684" y="48009"/>
                  <a:pt x="3882246" y="46695"/>
                </a:cubicBezTo>
                <a:cubicBezTo>
                  <a:pt x="3880807" y="45380"/>
                  <a:pt x="3878723" y="44723"/>
                  <a:pt x="3875995" y="44723"/>
                </a:cubicBezTo>
                <a:cubicBezTo>
                  <a:pt x="3874010" y="44723"/>
                  <a:pt x="3872175" y="45033"/>
                  <a:pt x="3870488" y="45653"/>
                </a:cubicBezTo>
                <a:cubicBezTo>
                  <a:pt x="3868801" y="46273"/>
                  <a:pt x="3867165" y="47278"/>
                  <a:pt x="3865577" y="48667"/>
                </a:cubicBezTo>
                <a:lnTo>
                  <a:pt x="3865577" y="80218"/>
                </a:lnTo>
                <a:lnTo>
                  <a:pt x="3860219" y="80218"/>
                </a:lnTo>
                <a:lnTo>
                  <a:pt x="3860219" y="40481"/>
                </a:lnTo>
                <a:lnTo>
                  <a:pt x="3865206" y="40481"/>
                </a:lnTo>
                <a:lnTo>
                  <a:pt x="3865206" y="44723"/>
                </a:lnTo>
                <a:cubicBezTo>
                  <a:pt x="3868529" y="41250"/>
                  <a:pt x="3872596" y="39514"/>
                  <a:pt x="3877409" y="39514"/>
                </a:cubicBezTo>
                <a:close/>
                <a:moveTo>
                  <a:pt x="3833728" y="39514"/>
                </a:moveTo>
                <a:cubicBezTo>
                  <a:pt x="3837994" y="39514"/>
                  <a:pt x="3841429" y="40580"/>
                  <a:pt x="3844035" y="42714"/>
                </a:cubicBezTo>
                <a:cubicBezTo>
                  <a:pt x="3846638" y="44847"/>
                  <a:pt x="3847941" y="47972"/>
                  <a:pt x="3847941" y="52090"/>
                </a:cubicBezTo>
                <a:lnTo>
                  <a:pt x="3847941" y="80218"/>
                </a:lnTo>
                <a:lnTo>
                  <a:pt x="3842956" y="80218"/>
                </a:lnTo>
                <a:lnTo>
                  <a:pt x="3842956" y="75381"/>
                </a:lnTo>
                <a:cubicBezTo>
                  <a:pt x="3840375" y="79152"/>
                  <a:pt x="3836383" y="81037"/>
                  <a:pt x="3830974" y="81037"/>
                </a:cubicBezTo>
                <a:cubicBezTo>
                  <a:pt x="3827055" y="81037"/>
                  <a:pt x="3823992" y="79995"/>
                  <a:pt x="3821785" y="77911"/>
                </a:cubicBezTo>
                <a:cubicBezTo>
                  <a:pt x="3819576" y="75828"/>
                  <a:pt x="3818473" y="72926"/>
                  <a:pt x="3818473" y="69205"/>
                </a:cubicBezTo>
                <a:cubicBezTo>
                  <a:pt x="3818473" y="64492"/>
                  <a:pt x="3820432" y="61007"/>
                  <a:pt x="3824351" y="58750"/>
                </a:cubicBezTo>
                <a:cubicBezTo>
                  <a:pt x="3828271" y="56493"/>
                  <a:pt x="3834348" y="55339"/>
                  <a:pt x="3842583" y="55290"/>
                </a:cubicBezTo>
                <a:lnTo>
                  <a:pt x="3842583" y="52536"/>
                </a:lnTo>
                <a:cubicBezTo>
                  <a:pt x="3842583" y="49957"/>
                  <a:pt x="3841777" y="47985"/>
                  <a:pt x="3840164" y="46620"/>
                </a:cubicBezTo>
                <a:cubicBezTo>
                  <a:pt x="3838552" y="45256"/>
                  <a:pt x="3836208" y="44574"/>
                  <a:pt x="3833132" y="44574"/>
                </a:cubicBezTo>
                <a:cubicBezTo>
                  <a:pt x="3829908" y="44574"/>
                  <a:pt x="3826782" y="45293"/>
                  <a:pt x="3823756" y="46732"/>
                </a:cubicBezTo>
                <a:lnTo>
                  <a:pt x="3822342" y="42193"/>
                </a:lnTo>
                <a:cubicBezTo>
                  <a:pt x="3825864" y="40407"/>
                  <a:pt x="3829660" y="39514"/>
                  <a:pt x="3833728" y="39514"/>
                </a:cubicBezTo>
                <a:close/>
                <a:moveTo>
                  <a:pt x="3711689" y="39514"/>
                </a:moveTo>
                <a:cubicBezTo>
                  <a:pt x="3716700" y="39514"/>
                  <a:pt x="3720594" y="41200"/>
                  <a:pt x="3723372" y="44574"/>
                </a:cubicBezTo>
                <a:cubicBezTo>
                  <a:pt x="3726151" y="47947"/>
                  <a:pt x="3727539" y="52635"/>
                  <a:pt x="3727539" y="58638"/>
                </a:cubicBezTo>
                <a:cubicBezTo>
                  <a:pt x="3727539" y="59829"/>
                  <a:pt x="3727465" y="60871"/>
                  <a:pt x="3727316" y="61764"/>
                </a:cubicBezTo>
                <a:lnTo>
                  <a:pt x="3700825" y="61764"/>
                </a:lnTo>
                <a:cubicBezTo>
                  <a:pt x="3701023" y="66476"/>
                  <a:pt x="3702177" y="70036"/>
                  <a:pt x="3704285" y="72442"/>
                </a:cubicBezTo>
                <a:cubicBezTo>
                  <a:pt x="3706393" y="74848"/>
                  <a:pt x="3709407" y="76051"/>
                  <a:pt x="3713327" y="76051"/>
                </a:cubicBezTo>
                <a:cubicBezTo>
                  <a:pt x="3717047" y="76051"/>
                  <a:pt x="3720470" y="75009"/>
                  <a:pt x="3723596" y="72926"/>
                </a:cubicBezTo>
                <a:lnTo>
                  <a:pt x="3725679" y="77242"/>
                </a:lnTo>
                <a:cubicBezTo>
                  <a:pt x="3724141" y="78482"/>
                  <a:pt x="3722268" y="79437"/>
                  <a:pt x="3720061" y="80107"/>
                </a:cubicBezTo>
                <a:cubicBezTo>
                  <a:pt x="3717853" y="80776"/>
                  <a:pt x="3715509" y="81111"/>
                  <a:pt x="3713029" y="81111"/>
                </a:cubicBezTo>
                <a:cubicBezTo>
                  <a:pt x="3707472" y="81111"/>
                  <a:pt x="3703144" y="79276"/>
                  <a:pt x="3700044" y="75605"/>
                </a:cubicBezTo>
                <a:cubicBezTo>
                  <a:pt x="3696943" y="71933"/>
                  <a:pt x="3695393" y="66849"/>
                  <a:pt x="3695393" y="60350"/>
                </a:cubicBezTo>
                <a:cubicBezTo>
                  <a:pt x="3695393" y="53801"/>
                  <a:pt x="3696831" y="48691"/>
                  <a:pt x="3699709" y="45020"/>
                </a:cubicBezTo>
                <a:cubicBezTo>
                  <a:pt x="3702586" y="41349"/>
                  <a:pt x="3706579" y="39514"/>
                  <a:pt x="3711689" y="39514"/>
                </a:cubicBezTo>
                <a:close/>
                <a:moveTo>
                  <a:pt x="3645833" y="39514"/>
                </a:moveTo>
                <a:cubicBezTo>
                  <a:pt x="3647718" y="39514"/>
                  <a:pt x="3649653" y="39799"/>
                  <a:pt x="3651637" y="40370"/>
                </a:cubicBezTo>
                <a:cubicBezTo>
                  <a:pt x="3653621" y="40940"/>
                  <a:pt x="3655432" y="41721"/>
                  <a:pt x="3657069" y="42714"/>
                </a:cubicBezTo>
                <a:lnTo>
                  <a:pt x="3654985" y="47104"/>
                </a:lnTo>
                <a:cubicBezTo>
                  <a:pt x="3651761" y="45368"/>
                  <a:pt x="3648660" y="44499"/>
                  <a:pt x="3645684" y="44499"/>
                </a:cubicBezTo>
                <a:cubicBezTo>
                  <a:pt x="3642062" y="44499"/>
                  <a:pt x="3639235" y="45839"/>
                  <a:pt x="3637200" y="48518"/>
                </a:cubicBezTo>
                <a:cubicBezTo>
                  <a:pt x="3635167" y="51197"/>
                  <a:pt x="3634150" y="54942"/>
                  <a:pt x="3634150" y="59754"/>
                </a:cubicBezTo>
                <a:cubicBezTo>
                  <a:pt x="3634150" y="65112"/>
                  <a:pt x="3635204" y="69168"/>
                  <a:pt x="3637312" y="71921"/>
                </a:cubicBezTo>
                <a:cubicBezTo>
                  <a:pt x="3639421" y="74674"/>
                  <a:pt x="3642534" y="76051"/>
                  <a:pt x="3646651" y="76051"/>
                </a:cubicBezTo>
                <a:cubicBezTo>
                  <a:pt x="3649727" y="76051"/>
                  <a:pt x="3652679" y="75208"/>
                  <a:pt x="3655507" y="73521"/>
                </a:cubicBezTo>
                <a:lnTo>
                  <a:pt x="3657516" y="77837"/>
                </a:lnTo>
                <a:cubicBezTo>
                  <a:pt x="3656127" y="78879"/>
                  <a:pt x="3654440" y="79685"/>
                  <a:pt x="3652456" y="80255"/>
                </a:cubicBezTo>
                <a:cubicBezTo>
                  <a:pt x="3650472" y="80826"/>
                  <a:pt x="3648388" y="81111"/>
                  <a:pt x="3646205" y="81111"/>
                </a:cubicBezTo>
                <a:cubicBezTo>
                  <a:pt x="3640649" y="81111"/>
                  <a:pt x="3636320" y="79276"/>
                  <a:pt x="3633220" y="75605"/>
                </a:cubicBezTo>
                <a:cubicBezTo>
                  <a:pt x="3630120" y="71933"/>
                  <a:pt x="3628569" y="66799"/>
                  <a:pt x="3628569" y="60201"/>
                </a:cubicBezTo>
                <a:cubicBezTo>
                  <a:pt x="3628569" y="56083"/>
                  <a:pt x="3629288" y="52462"/>
                  <a:pt x="3630727" y="49336"/>
                </a:cubicBezTo>
                <a:cubicBezTo>
                  <a:pt x="3632166" y="46211"/>
                  <a:pt x="3634187" y="43793"/>
                  <a:pt x="3636792" y="42081"/>
                </a:cubicBezTo>
                <a:cubicBezTo>
                  <a:pt x="3639396" y="40370"/>
                  <a:pt x="3642410" y="39514"/>
                  <a:pt x="3645833" y="39514"/>
                </a:cubicBezTo>
                <a:close/>
                <a:moveTo>
                  <a:pt x="3606914" y="39514"/>
                </a:moveTo>
                <a:cubicBezTo>
                  <a:pt x="3611925" y="39514"/>
                  <a:pt x="3615819" y="41200"/>
                  <a:pt x="3618597" y="44574"/>
                </a:cubicBezTo>
                <a:cubicBezTo>
                  <a:pt x="3621375" y="47947"/>
                  <a:pt x="3622765" y="52635"/>
                  <a:pt x="3622765" y="58638"/>
                </a:cubicBezTo>
                <a:cubicBezTo>
                  <a:pt x="3622765" y="59829"/>
                  <a:pt x="3622690" y="60871"/>
                  <a:pt x="3622541" y="61764"/>
                </a:cubicBezTo>
                <a:lnTo>
                  <a:pt x="3596050" y="61764"/>
                </a:lnTo>
                <a:cubicBezTo>
                  <a:pt x="3596248" y="66476"/>
                  <a:pt x="3597402" y="70036"/>
                  <a:pt x="3599510" y="72442"/>
                </a:cubicBezTo>
                <a:cubicBezTo>
                  <a:pt x="3601619" y="74848"/>
                  <a:pt x="3604632" y="76051"/>
                  <a:pt x="3608551" y="76051"/>
                </a:cubicBezTo>
                <a:cubicBezTo>
                  <a:pt x="3612272" y="76051"/>
                  <a:pt x="3615695" y="75009"/>
                  <a:pt x="3618821" y="72926"/>
                </a:cubicBezTo>
                <a:lnTo>
                  <a:pt x="3620904" y="77242"/>
                </a:lnTo>
                <a:cubicBezTo>
                  <a:pt x="3619367" y="78482"/>
                  <a:pt x="3617494" y="79437"/>
                  <a:pt x="3615286" y="80107"/>
                </a:cubicBezTo>
                <a:cubicBezTo>
                  <a:pt x="3613079" y="80776"/>
                  <a:pt x="3610735" y="81111"/>
                  <a:pt x="3608254" y="81111"/>
                </a:cubicBezTo>
                <a:cubicBezTo>
                  <a:pt x="3602698" y="81111"/>
                  <a:pt x="3598369" y="79276"/>
                  <a:pt x="3595268" y="75605"/>
                </a:cubicBezTo>
                <a:cubicBezTo>
                  <a:pt x="3592168" y="71933"/>
                  <a:pt x="3590617" y="66849"/>
                  <a:pt x="3590617" y="60350"/>
                </a:cubicBezTo>
                <a:cubicBezTo>
                  <a:pt x="3590617" y="53801"/>
                  <a:pt x="3592057" y="48691"/>
                  <a:pt x="3594934" y="45020"/>
                </a:cubicBezTo>
                <a:cubicBezTo>
                  <a:pt x="3597811" y="41349"/>
                  <a:pt x="3601804" y="39514"/>
                  <a:pt x="3606914" y="39514"/>
                </a:cubicBezTo>
                <a:close/>
                <a:moveTo>
                  <a:pt x="3511664" y="39514"/>
                </a:moveTo>
                <a:cubicBezTo>
                  <a:pt x="3516675" y="39514"/>
                  <a:pt x="3520569" y="41200"/>
                  <a:pt x="3523348" y="44574"/>
                </a:cubicBezTo>
                <a:cubicBezTo>
                  <a:pt x="3526126" y="47947"/>
                  <a:pt x="3527515" y="52635"/>
                  <a:pt x="3527515" y="58638"/>
                </a:cubicBezTo>
                <a:cubicBezTo>
                  <a:pt x="3527515" y="59829"/>
                  <a:pt x="3527440" y="60871"/>
                  <a:pt x="3527291" y="61764"/>
                </a:cubicBezTo>
                <a:lnTo>
                  <a:pt x="3500800" y="61764"/>
                </a:lnTo>
                <a:cubicBezTo>
                  <a:pt x="3500998" y="66476"/>
                  <a:pt x="3502151" y="70036"/>
                  <a:pt x="3504260" y="72442"/>
                </a:cubicBezTo>
                <a:cubicBezTo>
                  <a:pt x="3506369" y="74848"/>
                  <a:pt x="3509382" y="76051"/>
                  <a:pt x="3513301" y="76051"/>
                </a:cubicBezTo>
                <a:cubicBezTo>
                  <a:pt x="3517022" y="76051"/>
                  <a:pt x="3520445" y="75009"/>
                  <a:pt x="3523571" y="72926"/>
                </a:cubicBezTo>
                <a:lnTo>
                  <a:pt x="3525654" y="77242"/>
                </a:lnTo>
                <a:cubicBezTo>
                  <a:pt x="3524116" y="78482"/>
                  <a:pt x="3522243" y="79437"/>
                  <a:pt x="3520036" y="80107"/>
                </a:cubicBezTo>
                <a:cubicBezTo>
                  <a:pt x="3517828" y="80776"/>
                  <a:pt x="3515484" y="81111"/>
                  <a:pt x="3513004" y="81111"/>
                </a:cubicBezTo>
                <a:cubicBezTo>
                  <a:pt x="3507448" y="81111"/>
                  <a:pt x="3503119" y="79276"/>
                  <a:pt x="3500019" y="75605"/>
                </a:cubicBezTo>
                <a:cubicBezTo>
                  <a:pt x="3496918" y="71933"/>
                  <a:pt x="3495368" y="66849"/>
                  <a:pt x="3495368" y="60350"/>
                </a:cubicBezTo>
                <a:cubicBezTo>
                  <a:pt x="3495368" y="53801"/>
                  <a:pt x="3496807" y="48691"/>
                  <a:pt x="3499684" y="45020"/>
                </a:cubicBezTo>
                <a:cubicBezTo>
                  <a:pt x="3502561" y="41349"/>
                  <a:pt x="3506555" y="39514"/>
                  <a:pt x="3511664" y="39514"/>
                </a:cubicBezTo>
                <a:close/>
                <a:moveTo>
                  <a:pt x="3433679" y="39514"/>
                </a:moveTo>
                <a:cubicBezTo>
                  <a:pt x="3437945" y="39514"/>
                  <a:pt x="3441380" y="40580"/>
                  <a:pt x="3443985" y="42714"/>
                </a:cubicBezTo>
                <a:cubicBezTo>
                  <a:pt x="3446589" y="44847"/>
                  <a:pt x="3447891" y="47972"/>
                  <a:pt x="3447891" y="52090"/>
                </a:cubicBezTo>
                <a:lnTo>
                  <a:pt x="3447891" y="80218"/>
                </a:lnTo>
                <a:lnTo>
                  <a:pt x="3442905" y="80218"/>
                </a:lnTo>
                <a:lnTo>
                  <a:pt x="3442905" y="75381"/>
                </a:lnTo>
                <a:cubicBezTo>
                  <a:pt x="3440326" y="79152"/>
                  <a:pt x="3436333" y="81037"/>
                  <a:pt x="3430925" y="81037"/>
                </a:cubicBezTo>
                <a:cubicBezTo>
                  <a:pt x="3427006" y="81037"/>
                  <a:pt x="3423942" y="79995"/>
                  <a:pt x="3421735" y="77911"/>
                </a:cubicBezTo>
                <a:cubicBezTo>
                  <a:pt x="3419528" y="75828"/>
                  <a:pt x="3418424" y="72926"/>
                  <a:pt x="3418424" y="69205"/>
                </a:cubicBezTo>
                <a:cubicBezTo>
                  <a:pt x="3418424" y="64492"/>
                  <a:pt x="3420383" y="61007"/>
                  <a:pt x="3424302" y="58750"/>
                </a:cubicBezTo>
                <a:cubicBezTo>
                  <a:pt x="3428221" y="56493"/>
                  <a:pt x="3434299" y="55339"/>
                  <a:pt x="3442533" y="55290"/>
                </a:cubicBezTo>
                <a:lnTo>
                  <a:pt x="3442533" y="52536"/>
                </a:lnTo>
                <a:cubicBezTo>
                  <a:pt x="3442533" y="49957"/>
                  <a:pt x="3441727" y="47985"/>
                  <a:pt x="3440115" y="46620"/>
                </a:cubicBezTo>
                <a:cubicBezTo>
                  <a:pt x="3438503" y="45256"/>
                  <a:pt x="3436159" y="44574"/>
                  <a:pt x="3433083" y="44574"/>
                </a:cubicBezTo>
                <a:cubicBezTo>
                  <a:pt x="3429858" y="44574"/>
                  <a:pt x="3426733" y="45293"/>
                  <a:pt x="3423707" y="46732"/>
                </a:cubicBezTo>
                <a:lnTo>
                  <a:pt x="3422293" y="42193"/>
                </a:lnTo>
                <a:cubicBezTo>
                  <a:pt x="3425816" y="40407"/>
                  <a:pt x="3429611" y="39514"/>
                  <a:pt x="3433679" y="39514"/>
                </a:cubicBezTo>
                <a:close/>
                <a:moveTo>
                  <a:pt x="3277334" y="39514"/>
                </a:moveTo>
                <a:cubicBezTo>
                  <a:pt x="3281204" y="39514"/>
                  <a:pt x="3284230" y="40630"/>
                  <a:pt x="3286413" y="42862"/>
                </a:cubicBezTo>
                <a:cubicBezTo>
                  <a:pt x="3288596" y="45095"/>
                  <a:pt x="3289687" y="48171"/>
                  <a:pt x="3289687" y="52090"/>
                </a:cubicBezTo>
                <a:lnTo>
                  <a:pt x="3289687" y="80218"/>
                </a:lnTo>
                <a:lnTo>
                  <a:pt x="3284330" y="80218"/>
                </a:lnTo>
                <a:lnTo>
                  <a:pt x="3284330" y="52462"/>
                </a:lnTo>
                <a:cubicBezTo>
                  <a:pt x="3284330" y="49932"/>
                  <a:pt x="3283610" y="48009"/>
                  <a:pt x="3282171" y="46695"/>
                </a:cubicBezTo>
                <a:cubicBezTo>
                  <a:pt x="3280732" y="45380"/>
                  <a:pt x="3278649" y="44723"/>
                  <a:pt x="3275921" y="44723"/>
                </a:cubicBezTo>
                <a:cubicBezTo>
                  <a:pt x="3273937" y="44723"/>
                  <a:pt x="3272101" y="45033"/>
                  <a:pt x="3270414" y="45653"/>
                </a:cubicBezTo>
                <a:cubicBezTo>
                  <a:pt x="3268727" y="46273"/>
                  <a:pt x="3267091" y="47278"/>
                  <a:pt x="3265503" y="48667"/>
                </a:cubicBezTo>
                <a:lnTo>
                  <a:pt x="3265503" y="80218"/>
                </a:lnTo>
                <a:lnTo>
                  <a:pt x="3260145" y="80218"/>
                </a:lnTo>
                <a:lnTo>
                  <a:pt x="3260145" y="40481"/>
                </a:lnTo>
                <a:lnTo>
                  <a:pt x="3265130" y="40481"/>
                </a:lnTo>
                <a:lnTo>
                  <a:pt x="3265130" y="44723"/>
                </a:lnTo>
                <a:cubicBezTo>
                  <a:pt x="3268454" y="41250"/>
                  <a:pt x="3272523" y="39514"/>
                  <a:pt x="3277334" y="39514"/>
                </a:cubicBezTo>
                <a:close/>
                <a:moveTo>
                  <a:pt x="3214603" y="39514"/>
                </a:moveTo>
                <a:cubicBezTo>
                  <a:pt x="3218870" y="39514"/>
                  <a:pt x="3222305" y="40580"/>
                  <a:pt x="3224909" y="42714"/>
                </a:cubicBezTo>
                <a:cubicBezTo>
                  <a:pt x="3227514" y="44847"/>
                  <a:pt x="3228816" y="47972"/>
                  <a:pt x="3228816" y="52090"/>
                </a:cubicBezTo>
                <a:lnTo>
                  <a:pt x="3228816" y="80218"/>
                </a:lnTo>
                <a:lnTo>
                  <a:pt x="3223831" y="80218"/>
                </a:lnTo>
                <a:lnTo>
                  <a:pt x="3223831" y="75381"/>
                </a:lnTo>
                <a:cubicBezTo>
                  <a:pt x="3221251" y="79152"/>
                  <a:pt x="3217257" y="81037"/>
                  <a:pt x="3211850" y="81037"/>
                </a:cubicBezTo>
                <a:cubicBezTo>
                  <a:pt x="3207931" y="81037"/>
                  <a:pt x="3204867" y="79995"/>
                  <a:pt x="3202660" y="77911"/>
                </a:cubicBezTo>
                <a:cubicBezTo>
                  <a:pt x="3200453" y="75828"/>
                  <a:pt x="3199349" y="72926"/>
                  <a:pt x="3199349" y="69205"/>
                </a:cubicBezTo>
                <a:cubicBezTo>
                  <a:pt x="3199349" y="64492"/>
                  <a:pt x="3201309" y="61007"/>
                  <a:pt x="3205227" y="58750"/>
                </a:cubicBezTo>
                <a:cubicBezTo>
                  <a:pt x="3209146" y="56493"/>
                  <a:pt x="3215224" y="55339"/>
                  <a:pt x="3223459" y="55290"/>
                </a:cubicBezTo>
                <a:lnTo>
                  <a:pt x="3223459" y="52536"/>
                </a:lnTo>
                <a:cubicBezTo>
                  <a:pt x="3223459" y="49957"/>
                  <a:pt x="3222652" y="47985"/>
                  <a:pt x="3221040" y="46620"/>
                </a:cubicBezTo>
                <a:cubicBezTo>
                  <a:pt x="3219428" y="45256"/>
                  <a:pt x="3217084" y="44574"/>
                  <a:pt x="3214008" y="44574"/>
                </a:cubicBezTo>
                <a:cubicBezTo>
                  <a:pt x="3210784" y="44574"/>
                  <a:pt x="3207658" y="45293"/>
                  <a:pt x="3204632" y="46732"/>
                </a:cubicBezTo>
                <a:lnTo>
                  <a:pt x="3203218" y="42193"/>
                </a:lnTo>
                <a:cubicBezTo>
                  <a:pt x="3206740" y="40407"/>
                  <a:pt x="3210536" y="39514"/>
                  <a:pt x="3214603" y="39514"/>
                </a:cubicBezTo>
                <a:close/>
                <a:moveTo>
                  <a:pt x="3143984" y="39514"/>
                </a:moveTo>
                <a:cubicBezTo>
                  <a:pt x="3147854" y="39514"/>
                  <a:pt x="3150880" y="40630"/>
                  <a:pt x="3153062" y="42862"/>
                </a:cubicBezTo>
                <a:cubicBezTo>
                  <a:pt x="3155246" y="45095"/>
                  <a:pt x="3156337" y="48171"/>
                  <a:pt x="3156337" y="52090"/>
                </a:cubicBezTo>
                <a:lnTo>
                  <a:pt x="3156337" y="80218"/>
                </a:lnTo>
                <a:lnTo>
                  <a:pt x="3150979" y="80218"/>
                </a:lnTo>
                <a:lnTo>
                  <a:pt x="3150979" y="52462"/>
                </a:lnTo>
                <a:cubicBezTo>
                  <a:pt x="3150979" y="49932"/>
                  <a:pt x="3150260" y="48009"/>
                  <a:pt x="3148821" y="46695"/>
                </a:cubicBezTo>
                <a:cubicBezTo>
                  <a:pt x="3147382" y="45380"/>
                  <a:pt x="3145299" y="44723"/>
                  <a:pt x="3142571" y="44723"/>
                </a:cubicBezTo>
                <a:cubicBezTo>
                  <a:pt x="3140586" y="44723"/>
                  <a:pt x="3138751" y="45033"/>
                  <a:pt x="3137064" y="45653"/>
                </a:cubicBezTo>
                <a:cubicBezTo>
                  <a:pt x="3135378" y="46273"/>
                  <a:pt x="3133740" y="47278"/>
                  <a:pt x="3132153" y="48667"/>
                </a:cubicBezTo>
                <a:lnTo>
                  <a:pt x="3132153" y="80218"/>
                </a:lnTo>
                <a:lnTo>
                  <a:pt x="3126795" y="80218"/>
                </a:lnTo>
                <a:lnTo>
                  <a:pt x="3126795" y="40481"/>
                </a:lnTo>
                <a:lnTo>
                  <a:pt x="3131781" y="40481"/>
                </a:lnTo>
                <a:lnTo>
                  <a:pt x="3131781" y="44723"/>
                </a:lnTo>
                <a:cubicBezTo>
                  <a:pt x="3135104" y="41250"/>
                  <a:pt x="3139173" y="39514"/>
                  <a:pt x="3143984" y="39514"/>
                </a:cubicBezTo>
                <a:close/>
                <a:moveTo>
                  <a:pt x="3102387" y="39514"/>
                </a:moveTo>
                <a:cubicBezTo>
                  <a:pt x="3107646" y="39514"/>
                  <a:pt x="3111688" y="41287"/>
                  <a:pt x="3114516" y="44834"/>
                </a:cubicBezTo>
                <a:cubicBezTo>
                  <a:pt x="3117344" y="48381"/>
                  <a:pt x="3118758" y="53553"/>
                  <a:pt x="3118758" y="60350"/>
                </a:cubicBezTo>
                <a:cubicBezTo>
                  <a:pt x="3118758" y="67146"/>
                  <a:pt x="3117344" y="72318"/>
                  <a:pt x="3114516" y="75865"/>
                </a:cubicBezTo>
                <a:cubicBezTo>
                  <a:pt x="3111688" y="79412"/>
                  <a:pt x="3107621" y="81186"/>
                  <a:pt x="3102313" y="81186"/>
                </a:cubicBezTo>
                <a:cubicBezTo>
                  <a:pt x="3097054" y="81186"/>
                  <a:pt x="3093010" y="79412"/>
                  <a:pt x="3090183" y="75865"/>
                </a:cubicBezTo>
                <a:cubicBezTo>
                  <a:pt x="3087356" y="72318"/>
                  <a:pt x="3085941" y="67146"/>
                  <a:pt x="3085941" y="60350"/>
                </a:cubicBezTo>
                <a:cubicBezTo>
                  <a:pt x="3085941" y="53553"/>
                  <a:pt x="3087356" y="48381"/>
                  <a:pt x="3090183" y="44834"/>
                </a:cubicBezTo>
                <a:cubicBezTo>
                  <a:pt x="3093010" y="41287"/>
                  <a:pt x="3097079" y="39514"/>
                  <a:pt x="3102387" y="39514"/>
                </a:cubicBezTo>
                <a:close/>
                <a:moveTo>
                  <a:pt x="3064808" y="39514"/>
                </a:moveTo>
                <a:cubicBezTo>
                  <a:pt x="3066693" y="39514"/>
                  <a:pt x="3068628" y="39799"/>
                  <a:pt x="3070612" y="40370"/>
                </a:cubicBezTo>
                <a:cubicBezTo>
                  <a:pt x="3072596" y="40940"/>
                  <a:pt x="3074407" y="41721"/>
                  <a:pt x="3076044" y="42714"/>
                </a:cubicBezTo>
                <a:lnTo>
                  <a:pt x="3073961" y="47104"/>
                </a:lnTo>
                <a:cubicBezTo>
                  <a:pt x="3070736" y="45368"/>
                  <a:pt x="3067635" y="44499"/>
                  <a:pt x="3064659" y="44499"/>
                </a:cubicBezTo>
                <a:cubicBezTo>
                  <a:pt x="3061038" y="44499"/>
                  <a:pt x="3058210" y="45839"/>
                  <a:pt x="3056176" y="48518"/>
                </a:cubicBezTo>
                <a:cubicBezTo>
                  <a:pt x="3054142" y="51197"/>
                  <a:pt x="3053125" y="54942"/>
                  <a:pt x="3053125" y="59754"/>
                </a:cubicBezTo>
                <a:cubicBezTo>
                  <a:pt x="3053125" y="65112"/>
                  <a:pt x="3054179" y="69168"/>
                  <a:pt x="3056287" y="71921"/>
                </a:cubicBezTo>
                <a:cubicBezTo>
                  <a:pt x="3058396" y="74674"/>
                  <a:pt x="3061509" y="76051"/>
                  <a:pt x="3065626" y="76051"/>
                </a:cubicBezTo>
                <a:cubicBezTo>
                  <a:pt x="3068702" y="76051"/>
                  <a:pt x="3071654" y="75208"/>
                  <a:pt x="3074482" y="73521"/>
                </a:cubicBezTo>
                <a:lnTo>
                  <a:pt x="3076491" y="77837"/>
                </a:lnTo>
                <a:cubicBezTo>
                  <a:pt x="3075102" y="78879"/>
                  <a:pt x="3073415" y="79685"/>
                  <a:pt x="3071431" y="80255"/>
                </a:cubicBezTo>
                <a:cubicBezTo>
                  <a:pt x="3069447" y="80826"/>
                  <a:pt x="3067363" y="81111"/>
                  <a:pt x="3065180" y="81111"/>
                </a:cubicBezTo>
                <a:cubicBezTo>
                  <a:pt x="3059624" y="81111"/>
                  <a:pt x="3055295" y="79276"/>
                  <a:pt x="3052195" y="75605"/>
                </a:cubicBezTo>
                <a:cubicBezTo>
                  <a:pt x="3049095" y="71933"/>
                  <a:pt x="3047544" y="66799"/>
                  <a:pt x="3047544" y="60201"/>
                </a:cubicBezTo>
                <a:cubicBezTo>
                  <a:pt x="3047544" y="56083"/>
                  <a:pt x="3048264" y="52462"/>
                  <a:pt x="3049702" y="49336"/>
                </a:cubicBezTo>
                <a:cubicBezTo>
                  <a:pt x="3051141" y="46211"/>
                  <a:pt x="3053162" y="43793"/>
                  <a:pt x="3055767" y="42081"/>
                </a:cubicBezTo>
                <a:cubicBezTo>
                  <a:pt x="3058371" y="40370"/>
                  <a:pt x="3061385" y="39514"/>
                  <a:pt x="3064808" y="39514"/>
                </a:cubicBezTo>
                <a:close/>
                <a:moveTo>
                  <a:pt x="2883833" y="39514"/>
                </a:moveTo>
                <a:cubicBezTo>
                  <a:pt x="2885718" y="39514"/>
                  <a:pt x="2887653" y="39799"/>
                  <a:pt x="2889637" y="40370"/>
                </a:cubicBezTo>
                <a:cubicBezTo>
                  <a:pt x="2891621" y="40940"/>
                  <a:pt x="2893432" y="41721"/>
                  <a:pt x="2895069" y="42714"/>
                </a:cubicBezTo>
                <a:lnTo>
                  <a:pt x="2892986" y="47104"/>
                </a:lnTo>
                <a:cubicBezTo>
                  <a:pt x="2889761" y="45368"/>
                  <a:pt x="2886661" y="44499"/>
                  <a:pt x="2883684" y="44499"/>
                </a:cubicBezTo>
                <a:cubicBezTo>
                  <a:pt x="2880063" y="44499"/>
                  <a:pt x="2877235" y="45839"/>
                  <a:pt x="2875201" y="48518"/>
                </a:cubicBezTo>
                <a:cubicBezTo>
                  <a:pt x="2873167" y="51197"/>
                  <a:pt x="2872150" y="54942"/>
                  <a:pt x="2872150" y="59754"/>
                </a:cubicBezTo>
                <a:cubicBezTo>
                  <a:pt x="2872150" y="65112"/>
                  <a:pt x="2873204" y="69168"/>
                  <a:pt x="2875312" y="71921"/>
                </a:cubicBezTo>
                <a:cubicBezTo>
                  <a:pt x="2877421" y="74674"/>
                  <a:pt x="2880534" y="76051"/>
                  <a:pt x="2884651" y="76051"/>
                </a:cubicBezTo>
                <a:cubicBezTo>
                  <a:pt x="2887728" y="76051"/>
                  <a:pt x="2890679" y="75208"/>
                  <a:pt x="2893507" y="73521"/>
                </a:cubicBezTo>
                <a:lnTo>
                  <a:pt x="2895516" y="77837"/>
                </a:lnTo>
                <a:cubicBezTo>
                  <a:pt x="2894127" y="78879"/>
                  <a:pt x="2892440" y="79685"/>
                  <a:pt x="2890456" y="80255"/>
                </a:cubicBezTo>
                <a:cubicBezTo>
                  <a:pt x="2888471" y="80826"/>
                  <a:pt x="2886388" y="81111"/>
                  <a:pt x="2884205" y="81111"/>
                </a:cubicBezTo>
                <a:cubicBezTo>
                  <a:pt x="2878649" y="81111"/>
                  <a:pt x="2874320" y="79276"/>
                  <a:pt x="2871220" y="75605"/>
                </a:cubicBezTo>
                <a:cubicBezTo>
                  <a:pt x="2868119" y="71933"/>
                  <a:pt x="2866569" y="66799"/>
                  <a:pt x="2866569" y="60201"/>
                </a:cubicBezTo>
                <a:cubicBezTo>
                  <a:pt x="2866569" y="56083"/>
                  <a:pt x="2867288" y="52462"/>
                  <a:pt x="2868727" y="49336"/>
                </a:cubicBezTo>
                <a:cubicBezTo>
                  <a:pt x="2870166" y="46211"/>
                  <a:pt x="2872187" y="43793"/>
                  <a:pt x="2874792" y="42081"/>
                </a:cubicBezTo>
                <a:cubicBezTo>
                  <a:pt x="2877396" y="40370"/>
                  <a:pt x="2880410" y="39514"/>
                  <a:pt x="2883833" y="39514"/>
                </a:cubicBezTo>
                <a:close/>
                <a:moveTo>
                  <a:pt x="2820134" y="39514"/>
                </a:moveTo>
                <a:cubicBezTo>
                  <a:pt x="2824004" y="39514"/>
                  <a:pt x="2827030" y="40630"/>
                  <a:pt x="2829213" y="42862"/>
                </a:cubicBezTo>
                <a:cubicBezTo>
                  <a:pt x="2831396" y="45095"/>
                  <a:pt x="2832487" y="48171"/>
                  <a:pt x="2832487" y="52090"/>
                </a:cubicBezTo>
                <a:lnTo>
                  <a:pt x="2832487" y="80218"/>
                </a:lnTo>
                <a:lnTo>
                  <a:pt x="2827129" y="80218"/>
                </a:lnTo>
                <a:lnTo>
                  <a:pt x="2827129" y="52462"/>
                </a:lnTo>
                <a:cubicBezTo>
                  <a:pt x="2827129" y="49932"/>
                  <a:pt x="2826410" y="48009"/>
                  <a:pt x="2824971" y="46695"/>
                </a:cubicBezTo>
                <a:cubicBezTo>
                  <a:pt x="2823532" y="45380"/>
                  <a:pt x="2821449" y="44723"/>
                  <a:pt x="2818721" y="44723"/>
                </a:cubicBezTo>
                <a:cubicBezTo>
                  <a:pt x="2816736" y="44723"/>
                  <a:pt x="2814900" y="45033"/>
                  <a:pt x="2813214" y="45653"/>
                </a:cubicBezTo>
                <a:cubicBezTo>
                  <a:pt x="2811528" y="46273"/>
                  <a:pt x="2809891" y="47278"/>
                  <a:pt x="2808303" y="48667"/>
                </a:cubicBezTo>
                <a:lnTo>
                  <a:pt x="2808303" y="80218"/>
                </a:lnTo>
                <a:lnTo>
                  <a:pt x="2802945" y="80218"/>
                </a:lnTo>
                <a:lnTo>
                  <a:pt x="2802945" y="40481"/>
                </a:lnTo>
                <a:lnTo>
                  <a:pt x="2807931" y="40481"/>
                </a:lnTo>
                <a:lnTo>
                  <a:pt x="2807931" y="44723"/>
                </a:lnTo>
                <a:cubicBezTo>
                  <a:pt x="2811254" y="41250"/>
                  <a:pt x="2815323" y="39514"/>
                  <a:pt x="2820134" y="39514"/>
                </a:cubicBezTo>
                <a:close/>
                <a:moveTo>
                  <a:pt x="2778537" y="39514"/>
                </a:moveTo>
                <a:cubicBezTo>
                  <a:pt x="2783796" y="39514"/>
                  <a:pt x="2787838" y="41287"/>
                  <a:pt x="2790667" y="44834"/>
                </a:cubicBezTo>
                <a:cubicBezTo>
                  <a:pt x="2793494" y="48381"/>
                  <a:pt x="2794908" y="53553"/>
                  <a:pt x="2794908" y="60350"/>
                </a:cubicBezTo>
                <a:cubicBezTo>
                  <a:pt x="2794908" y="67146"/>
                  <a:pt x="2793494" y="72318"/>
                  <a:pt x="2790667" y="75865"/>
                </a:cubicBezTo>
                <a:cubicBezTo>
                  <a:pt x="2787838" y="79412"/>
                  <a:pt x="2783771" y="81186"/>
                  <a:pt x="2778463" y="81186"/>
                </a:cubicBezTo>
                <a:cubicBezTo>
                  <a:pt x="2773204" y="81186"/>
                  <a:pt x="2769161" y="79412"/>
                  <a:pt x="2766333" y="75865"/>
                </a:cubicBezTo>
                <a:cubicBezTo>
                  <a:pt x="2763505" y="72318"/>
                  <a:pt x="2762091" y="67146"/>
                  <a:pt x="2762091" y="60350"/>
                </a:cubicBezTo>
                <a:cubicBezTo>
                  <a:pt x="2762091" y="53553"/>
                  <a:pt x="2763505" y="48381"/>
                  <a:pt x="2766333" y="44834"/>
                </a:cubicBezTo>
                <a:cubicBezTo>
                  <a:pt x="2769161" y="41287"/>
                  <a:pt x="2773229" y="39514"/>
                  <a:pt x="2778537" y="39514"/>
                </a:cubicBezTo>
                <a:close/>
                <a:moveTo>
                  <a:pt x="2683808" y="39514"/>
                </a:moveTo>
                <a:cubicBezTo>
                  <a:pt x="2685693" y="39514"/>
                  <a:pt x="2687628" y="39799"/>
                  <a:pt x="2689612" y="40370"/>
                </a:cubicBezTo>
                <a:cubicBezTo>
                  <a:pt x="2691596" y="40940"/>
                  <a:pt x="2693407" y="41721"/>
                  <a:pt x="2695045" y="42714"/>
                </a:cubicBezTo>
                <a:lnTo>
                  <a:pt x="2692961" y="47104"/>
                </a:lnTo>
                <a:cubicBezTo>
                  <a:pt x="2689736" y="45368"/>
                  <a:pt x="2686636" y="44499"/>
                  <a:pt x="2683659" y="44499"/>
                </a:cubicBezTo>
                <a:cubicBezTo>
                  <a:pt x="2680038" y="44499"/>
                  <a:pt x="2677210" y="45839"/>
                  <a:pt x="2675176" y="48518"/>
                </a:cubicBezTo>
                <a:cubicBezTo>
                  <a:pt x="2673142" y="51197"/>
                  <a:pt x="2672125" y="54942"/>
                  <a:pt x="2672125" y="59754"/>
                </a:cubicBezTo>
                <a:cubicBezTo>
                  <a:pt x="2672125" y="65112"/>
                  <a:pt x="2673179" y="69168"/>
                  <a:pt x="2675287" y="71921"/>
                </a:cubicBezTo>
                <a:cubicBezTo>
                  <a:pt x="2677396" y="74674"/>
                  <a:pt x="2680508" y="76051"/>
                  <a:pt x="2684627" y="76051"/>
                </a:cubicBezTo>
                <a:cubicBezTo>
                  <a:pt x="2687703" y="76051"/>
                  <a:pt x="2690654" y="75208"/>
                  <a:pt x="2693481" y="73521"/>
                </a:cubicBezTo>
                <a:lnTo>
                  <a:pt x="2695491" y="77837"/>
                </a:lnTo>
                <a:cubicBezTo>
                  <a:pt x="2694102" y="78879"/>
                  <a:pt x="2692415" y="79685"/>
                  <a:pt x="2690430" y="80255"/>
                </a:cubicBezTo>
                <a:cubicBezTo>
                  <a:pt x="2688447" y="80826"/>
                  <a:pt x="2686363" y="81111"/>
                  <a:pt x="2684180" y="81111"/>
                </a:cubicBezTo>
                <a:cubicBezTo>
                  <a:pt x="2678624" y="81111"/>
                  <a:pt x="2674295" y="79276"/>
                  <a:pt x="2671195" y="75605"/>
                </a:cubicBezTo>
                <a:cubicBezTo>
                  <a:pt x="2668095" y="71933"/>
                  <a:pt x="2666544" y="66799"/>
                  <a:pt x="2666544" y="60201"/>
                </a:cubicBezTo>
                <a:cubicBezTo>
                  <a:pt x="2666544" y="56083"/>
                  <a:pt x="2667263" y="52462"/>
                  <a:pt x="2668702" y="49336"/>
                </a:cubicBezTo>
                <a:cubicBezTo>
                  <a:pt x="2670140" y="46211"/>
                  <a:pt x="2672162" y="43793"/>
                  <a:pt x="2674767" y="42081"/>
                </a:cubicBezTo>
                <a:cubicBezTo>
                  <a:pt x="2677371" y="40370"/>
                  <a:pt x="2680385" y="39514"/>
                  <a:pt x="2683808" y="39514"/>
                </a:cubicBezTo>
                <a:close/>
                <a:moveTo>
                  <a:pt x="2644889" y="39514"/>
                </a:moveTo>
                <a:cubicBezTo>
                  <a:pt x="2649900" y="39514"/>
                  <a:pt x="2653794" y="41200"/>
                  <a:pt x="2656573" y="44574"/>
                </a:cubicBezTo>
                <a:cubicBezTo>
                  <a:pt x="2659351" y="47947"/>
                  <a:pt x="2660739" y="52635"/>
                  <a:pt x="2660739" y="58638"/>
                </a:cubicBezTo>
                <a:cubicBezTo>
                  <a:pt x="2660739" y="59829"/>
                  <a:pt x="2660665" y="60871"/>
                  <a:pt x="2660516" y="61764"/>
                </a:cubicBezTo>
                <a:lnTo>
                  <a:pt x="2634025" y="61764"/>
                </a:lnTo>
                <a:cubicBezTo>
                  <a:pt x="2634223" y="66476"/>
                  <a:pt x="2635377" y="70036"/>
                  <a:pt x="2637485" y="72442"/>
                </a:cubicBezTo>
                <a:cubicBezTo>
                  <a:pt x="2639594" y="74848"/>
                  <a:pt x="2642608" y="76051"/>
                  <a:pt x="2646526" y="76051"/>
                </a:cubicBezTo>
                <a:cubicBezTo>
                  <a:pt x="2650247" y="76051"/>
                  <a:pt x="2653670" y="75009"/>
                  <a:pt x="2656795" y="72926"/>
                </a:cubicBezTo>
                <a:lnTo>
                  <a:pt x="2658879" y="77242"/>
                </a:lnTo>
                <a:cubicBezTo>
                  <a:pt x="2657341" y="78482"/>
                  <a:pt x="2655468" y="79437"/>
                  <a:pt x="2653261" y="80107"/>
                </a:cubicBezTo>
                <a:cubicBezTo>
                  <a:pt x="2651053" y="80776"/>
                  <a:pt x="2648709" y="81111"/>
                  <a:pt x="2646229" y="81111"/>
                </a:cubicBezTo>
                <a:cubicBezTo>
                  <a:pt x="2640672" y="81111"/>
                  <a:pt x="2636344" y="79276"/>
                  <a:pt x="2633244" y="75605"/>
                </a:cubicBezTo>
                <a:cubicBezTo>
                  <a:pt x="2630143" y="71933"/>
                  <a:pt x="2628593" y="66849"/>
                  <a:pt x="2628593" y="60350"/>
                </a:cubicBezTo>
                <a:cubicBezTo>
                  <a:pt x="2628593" y="53801"/>
                  <a:pt x="2630032" y="48691"/>
                  <a:pt x="2632908" y="45020"/>
                </a:cubicBezTo>
                <a:cubicBezTo>
                  <a:pt x="2635786" y="41349"/>
                  <a:pt x="2639780" y="39514"/>
                  <a:pt x="2644889" y="39514"/>
                </a:cubicBezTo>
                <a:close/>
                <a:moveTo>
                  <a:pt x="2520916" y="39514"/>
                </a:moveTo>
                <a:cubicBezTo>
                  <a:pt x="2523098" y="39514"/>
                  <a:pt x="2525108" y="39960"/>
                  <a:pt x="2526943" y="40853"/>
                </a:cubicBezTo>
                <a:cubicBezTo>
                  <a:pt x="2528778" y="41746"/>
                  <a:pt x="2530342" y="43011"/>
                  <a:pt x="2531631" y="44648"/>
                </a:cubicBezTo>
                <a:lnTo>
                  <a:pt x="2531631" y="40481"/>
                </a:lnTo>
                <a:lnTo>
                  <a:pt x="2536617" y="40481"/>
                </a:lnTo>
                <a:lnTo>
                  <a:pt x="2536617" y="80516"/>
                </a:lnTo>
                <a:cubicBezTo>
                  <a:pt x="2536617" y="85576"/>
                  <a:pt x="2535104" y="89520"/>
                  <a:pt x="2532078" y="92348"/>
                </a:cubicBezTo>
                <a:cubicBezTo>
                  <a:pt x="2529051" y="95175"/>
                  <a:pt x="2524834" y="96589"/>
                  <a:pt x="2519427" y="96589"/>
                </a:cubicBezTo>
                <a:cubicBezTo>
                  <a:pt x="2517443" y="96589"/>
                  <a:pt x="2515495" y="96391"/>
                  <a:pt x="2513585" y="95994"/>
                </a:cubicBezTo>
                <a:cubicBezTo>
                  <a:pt x="2511676" y="95597"/>
                  <a:pt x="2510051" y="95051"/>
                  <a:pt x="2508712" y="94357"/>
                </a:cubicBezTo>
                <a:lnTo>
                  <a:pt x="2510348" y="89520"/>
                </a:lnTo>
                <a:cubicBezTo>
                  <a:pt x="2513127" y="90909"/>
                  <a:pt x="2516153" y="91604"/>
                  <a:pt x="2519427" y="91604"/>
                </a:cubicBezTo>
                <a:cubicBezTo>
                  <a:pt x="2523297" y="91604"/>
                  <a:pt x="2526236" y="90661"/>
                  <a:pt x="2528246" y="88776"/>
                </a:cubicBezTo>
                <a:cubicBezTo>
                  <a:pt x="2530254" y="86891"/>
                  <a:pt x="2531259" y="84137"/>
                  <a:pt x="2531259" y="80516"/>
                </a:cubicBezTo>
                <a:lnTo>
                  <a:pt x="2531259" y="73447"/>
                </a:lnTo>
                <a:cubicBezTo>
                  <a:pt x="2528580" y="77118"/>
                  <a:pt x="2524834" y="78953"/>
                  <a:pt x="2520022" y="78953"/>
                </a:cubicBezTo>
                <a:cubicBezTo>
                  <a:pt x="2515309" y="78953"/>
                  <a:pt x="2511614" y="77192"/>
                  <a:pt x="2508935" y="73670"/>
                </a:cubicBezTo>
                <a:cubicBezTo>
                  <a:pt x="2506256" y="70148"/>
                  <a:pt x="2504916" y="65236"/>
                  <a:pt x="2504916" y="58936"/>
                </a:cubicBezTo>
                <a:cubicBezTo>
                  <a:pt x="2504916" y="52834"/>
                  <a:pt x="2506330" y="48071"/>
                  <a:pt x="2509158" y="44648"/>
                </a:cubicBezTo>
                <a:cubicBezTo>
                  <a:pt x="2511986" y="41225"/>
                  <a:pt x="2515905" y="39514"/>
                  <a:pt x="2520916" y="39514"/>
                </a:cubicBezTo>
                <a:close/>
                <a:moveTo>
                  <a:pt x="2477234" y="39514"/>
                </a:moveTo>
                <a:cubicBezTo>
                  <a:pt x="2481104" y="39514"/>
                  <a:pt x="2484130" y="40630"/>
                  <a:pt x="2486313" y="42862"/>
                </a:cubicBezTo>
                <a:cubicBezTo>
                  <a:pt x="2488496" y="45095"/>
                  <a:pt x="2489587" y="48171"/>
                  <a:pt x="2489587" y="52090"/>
                </a:cubicBezTo>
                <a:lnTo>
                  <a:pt x="2489587" y="80218"/>
                </a:lnTo>
                <a:lnTo>
                  <a:pt x="2484229" y="80218"/>
                </a:lnTo>
                <a:lnTo>
                  <a:pt x="2484229" y="52462"/>
                </a:lnTo>
                <a:cubicBezTo>
                  <a:pt x="2484229" y="49932"/>
                  <a:pt x="2483510" y="48009"/>
                  <a:pt x="2482071" y="46695"/>
                </a:cubicBezTo>
                <a:cubicBezTo>
                  <a:pt x="2480632" y="45380"/>
                  <a:pt x="2478549" y="44723"/>
                  <a:pt x="2475820" y="44723"/>
                </a:cubicBezTo>
                <a:cubicBezTo>
                  <a:pt x="2473836" y="44723"/>
                  <a:pt x="2472001" y="45033"/>
                  <a:pt x="2470314" y="45653"/>
                </a:cubicBezTo>
                <a:cubicBezTo>
                  <a:pt x="2468627" y="46273"/>
                  <a:pt x="2466990" y="47278"/>
                  <a:pt x="2465402" y="48667"/>
                </a:cubicBezTo>
                <a:lnTo>
                  <a:pt x="2465402" y="80218"/>
                </a:lnTo>
                <a:lnTo>
                  <a:pt x="2460044" y="80218"/>
                </a:lnTo>
                <a:lnTo>
                  <a:pt x="2460044" y="40481"/>
                </a:lnTo>
                <a:lnTo>
                  <a:pt x="2465031" y="40481"/>
                </a:lnTo>
                <a:lnTo>
                  <a:pt x="2465031" y="44723"/>
                </a:lnTo>
                <a:cubicBezTo>
                  <a:pt x="2468354" y="41250"/>
                  <a:pt x="2472423" y="39514"/>
                  <a:pt x="2477234" y="39514"/>
                </a:cubicBezTo>
                <a:close/>
                <a:moveTo>
                  <a:pt x="2334062" y="39514"/>
                </a:moveTo>
                <a:cubicBezTo>
                  <a:pt x="2336592" y="39514"/>
                  <a:pt x="2338775" y="40047"/>
                  <a:pt x="2340610" y="41114"/>
                </a:cubicBezTo>
                <a:cubicBezTo>
                  <a:pt x="2342446" y="42180"/>
                  <a:pt x="2343810" y="43681"/>
                  <a:pt x="2344703" y="45616"/>
                </a:cubicBezTo>
                <a:cubicBezTo>
                  <a:pt x="2348226" y="41548"/>
                  <a:pt x="2352467" y="39514"/>
                  <a:pt x="2357428" y="39514"/>
                </a:cubicBezTo>
                <a:cubicBezTo>
                  <a:pt x="2361149" y="39514"/>
                  <a:pt x="2364051" y="40618"/>
                  <a:pt x="2366134" y="42825"/>
                </a:cubicBezTo>
                <a:cubicBezTo>
                  <a:pt x="2368218" y="45033"/>
                  <a:pt x="2369260" y="48121"/>
                  <a:pt x="2369260" y="52090"/>
                </a:cubicBezTo>
                <a:lnTo>
                  <a:pt x="2369260" y="80218"/>
                </a:lnTo>
                <a:lnTo>
                  <a:pt x="2363902" y="80218"/>
                </a:lnTo>
                <a:lnTo>
                  <a:pt x="2363902" y="52462"/>
                </a:lnTo>
                <a:cubicBezTo>
                  <a:pt x="2363902" y="49932"/>
                  <a:pt x="2363232" y="48009"/>
                  <a:pt x="2361892" y="46695"/>
                </a:cubicBezTo>
                <a:cubicBezTo>
                  <a:pt x="2360553" y="45380"/>
                  <a:pt x="2358594" y="44723"/>
                  <a:pt x="2356014" y="44723"/>
                </a:cubicBezTo>
                <a:cubicBezTo>
                  <a:pt x="2352393" y="44723"/>
                  <a:pt x="2348944" y="46112"/>
                  <a:pt x="2345671" y="48890"/>
                </a:cubicBezTo>
                <a:cubicBezTo>
                  <a:pt x="2345869" y="49733"/>
                  <a:pt x="2345968" y="50800"/>
                  <a:pt x="2345968" y="52090"/>
                </a:cubicBezTo>
                <a:lnTo>
                  <a:pt x="2345968" y="80218"/>
                </a:lnTo>
                <a:lnTo>
                  <a:pt x="2340610" y="80218"/>
                </a:lnTo>
                <a:lnTo>
                  <a:pt x="2340610" y="52462"/>
                </a:lnTo>
                <a:cubicBezTo>
                  <a:pt x="2340610" y="49932"/>
                  <a:pt x="2339928" y="48009"/>
                  <a:pt x="2338564" y="46695"/>
                </a:cubicBezTo>
                <a:cubicBezTo>
                  <a:pt x="2337200" y="45380"/>
                  <a:pt x="2335228" y="44723"/>
                  <a:pt x="2332648" y="44723"/>
                </a:cubicBezTo>
                <a:cubicBezTo>
                  <a:pt x="2330763" y="44723"/>
                  <a:pt x="2329002" y="45045"/>
                  <a:pt x="2327365" y="45690"/>
                </a:cubicBezTo>
                <a:cubicBezTo>
                  <a:pt x="2325727" y="46335"/>
                  <a:pt x="2324115" y="47327"/>
                  <a:pt x="2322528" y="48667"/>
                </a:cubicBezTo>
                <a:lnTo>
                  <a:pt x="2322528" y="80218"/>
                </a:lnTo>
                <a:lnTo>
                  <a:pt x="2317170" y="80218"/>
                </a:lnTo>
                <a:lnTo>
                  <a:pt x="2317170" y="40481"/>
                </a:lnTo>
                <a:lnTo>
                  <a:pt x="2322156" y="40481"/>
                </a:lnTo>
                <a:lnTo>
                  <a:pt x="2322156" y="44723"/>
                </a:lnTo>
                <a:cubicBezTo>
                  <a:pt x="2325479" y="41250"/>
                  <a:pt x="2329448" y="39514"/>
                  <a:pt x="2334062" y="39514"/>
                </a:cubicBezTo>
                <a:close/>
                <a:moveTo>
                  <a:pt x="2290679" y="39514"/>
                </a:moveTo>
                <a:cubicBezTo>
                  <a:pt x="2294945" y="39514"/>
                  <a:pt x="2298380" y="40580"/>
                  <a:pt x="2300984" y="42714"/>
                </a:cubicBezTo>
                <a:cubicBezTo>
                  <a:pt x="2303589" y="44847"/>
                  <a:pt x="2304891" y="47972"/>
                  <a:pt x="2304891" y="52090"/>
                </a:cubicBezTo>
                <a:lnTo>
                  <a:pt x="2304891" y="80218"/>
                </a:lnTo>
                <a:lnTo>
                  <a:pt x="2299905" y="80218"/>
                </a:lnTo>
                <a:lnTo>
                  <a:pt x="2299905" y="75381"/>
                </a:lnTo>
                <a:cubicBezTo>
                  <a:pt x="2297326" y="79152"/>
                  <a:pt x="2293332" y="81037"/>
                  <a:pt x="2287925" y="81037"/>
                </a:cubicBezTo>
                <a:cubicBezTo>
                  <a:pt x="2284006" y="81037"/>
                  <a:pt x="2280943" y="79995"/>
                  <a:pt x="2278735" y="77911"/>
                </a:cubicBezTo>
                <a:cubicBezTo>
                  <a:pt x="2276527" y="75828"/>
                  <a:pt x="2275423" y="72926"/>
                  <a:pt x="2275423" y="69205"/>
                </a:cubicBezTo>
                <a:cubicBezTo>
                  <a:pt x="2275423" y="64492"/>
                  <a:pt x="2277383" y="61007"/>
                  <a:pt x="2281302" y="58750"/>
                </a:cubicBezTo>
                <a:cubicBezTo>
                  <a:pt x="2285221" y="56493"/>
                  <a:pt x="2291298" y="55339"/>
                  <a:pt x="2299534" y="55290"/>
                </a:cubicBezTo>
                <a:lnTo>
                  <a:pt x="2299534" y="52536"/>
                </a:lnTo>
                <a:cubicBezTo>
                  <a:pt x="2299534" y="49957"/>
                  <a:pt x="2298728" y="47985"/>
                  <a:pt x="2297115" y="46620"/>
                </a:cubicBezTo>
                <a:cubicBezTo>
                  <a:pt x="2295503" y="45256"/>
                  <a:pt x="2293159" y="44574"/>
                  <a:pt x="2290083" y="44574"/>
                </a:cubicBezTo>
                <a:cubicBezTo>
                  <a:pt x="2286858" y="44574"/>
                  <a:pt x="2283733" y="45293"/>
                  <a:pt x="2280707" y="46732"/>
                </a:cubicBezTo>
                <a:lnTo>
                  <a:pt x="2279293" y="42193"/>
                </a:lnTo>
                <a:cubicBezTo>
                  <a:pt x="2282815" y="40407"/>
                  <a:pt x="2286610" y="39514"/>
                  <a:pt x="2290679" y="39514"/>
                </a:cubicBezTo>
                <a:close/>
                <a:moveTo>
                  <a:pt x="2197512" y="39514"/>
                </a:moveTo>
                <a:cubicBezTo>
                  <a:pt x="2202771" y="39514"/>
                  <a:pt x="2206813" y="41287"/>
                  <a:pt x="2209642" y="44834"/>
                </a:cubicBezTo>
                <a:cubicBezTo>
                  <a:pt x="2212469" y="48381"/>
                  <a:pt x="2213883" y="53553"/>
                  <a:pt x="2213883" y="60350"/>
                </a:cubicBezTo>
                <a:cubicBezTo>
                  <a:pt x="2213883" y="67146"/>
                  <a:pt x="2212469" y="72318"/>
                  <a:pt x="2209642" y="75865"/>
                </a:cubicBezTo>
                <a:cubicBezTo>
                  <a:pt x="2206813" y="79412"/>
                  <a:pt x="2202746" y="81186"/>
                  <a:pt x="2197438" y="81186"/>
                </a:cubicBezTo>
                <a:cubicBezTo>
                  <a:pt x="2192179" y="81186"/>
                  <a:pt x="2188136" y="79412"/>
                  <a:pt x="2185308" y="75865"/>
                </a:cubicBezTo>
                <a:cubicBezTo>
                  <a:pt x="2182480" y="72318"/>
                  <a:pt x="2181066" y="67146"/>
                  <a:pt x="2181066" y="60350"/>
                </a:cubicBezTo>
                <a:cubicBezTo>
                  <a:pt x="2181066" y="53553"/>
                  <a:pt x="2182480" y="48381"/>
                  <a:pt x="2185308" y="44834"/>
                </a:cubicBezTo>
                <a:cubicBezTo>
                  <a:pt x="2188136" y="41287"/>
                  <a:pt x="2192204" y="39514"/>
                  <a:pt x="2197512" y="39514"/>
                </a:cubicBezTo>
                <a:close/>
                <a:moveTo>
                  <a:pt x="2043029" y="39514"/>
                </a:moveTo>
                <a:cubicBezTo>
                  <a:pt x="2047295" y="39514"/>
                  <a:pt x="2050730" y="40580"/>
                  <a:pt x="2053335" y="42714"/>
                </a:cubicBezTo>
                <a:cubicBezTo>
                  <a:pt x="2055939" y="44847"/>
                  <a:pt x="2057242" y="47972"/>
                  <a:pt x="2057242" y="52090"/>
                </a:cubicBezTo>
                <a:lnTo>
                  <a:pt x="2057242" y="80218"/>
                </a:lnTo>
                <a:lnTo>
                  <a:pt x="2052255" y="80218"/>
                </a:lnTo>
                <a:lnTo>
                  <a:pt x="2052255" y="75381"/>
                </a:lnTo>
                <a:cubicBezTo>
                  <a:pt x="2049676" y="79152"/>
                  <a:pt x="2045683" y="81037"/>
                  <a:pt x="2040275" y="81037"/>
                </a:cubicBezTo>
                <a:cubicBezTo>
                  <a:pt x="2036356" y="81037"/>
                  <a:pt x="2033293" y="79995"/>
                  <a:pt x="2031085" y="77911"/>
                </a:cubicBezTo>
                <a:cubicBezTo>
                  <a:pt x="2028877" y="75828"/>
                  <a:pt x="2027773" y="72926"/>
                  <a:pt x="2027773" y="69205"/>
                </a:cubicBezTo>
                <a:cubicBezTo>
                  <a:pt x="2027773" y="64492"/>
                  <a:pt x="2029733" y="61007"/>
                  <a:pt x="2033652" y="58750"/>
                </a:cubicBezTo>
                <a:cubicBezTo>
                  <a:pt x="2037571" y="56493"/>
                  <a:pt x="2043649" y="55339"/>
                  <a:pt x="2051884" y="55290"/>
                </a:cubicBezTo>
                <a:lnTo>
                  <a:pt x="2051884" y="52536"/>
                </a:lnTo>
                <a:cubicBezTo>
                  <a:pt x="2051884" y="49957"/>
                  <a:pt x="2051078" y="47985"/>
                  <a:pt x="2049466" y="46620"/>
                </a:cubicBezTo>
                <a:cubicBezTo>
                  <a:pt x="2047853" y="45256"/>
                  <a:pt x="2045509" y="44574"/>
                  <a:pt x="2042433" y="44574"/>
                </a:cubicBezTo>
                <a:cubicBezTo>
                  <a:pt x="2039209" y="44574"/>
                  <a:pt x="2036083" y="45293"/>
                  <a:pt x="2033057" y="46732"/>
                </a:cubicBezTo>
                <a:lnTo>
                  <a:pt x="2031643" y="42193"/>
                </a:lnTo>
                <a:cubicBezTo>
                  <a:pt x="2035165" y="40407"/>
                  <a:pt x="2038960" y="39514"/>
                  <a:pt x="2043029" y="39514"/>
                </a:cubicBezTo>
                <a:close/>
                <a:moveTo>
                  <a:pt x="1978140" y="39514"/>
                </a:moveTo>
                <a:cubicBezTo>
                  <a:pt x="1983150" y="39514"/>
                  <a:pt x="1987044" y="41200"/>
                  <a:pt x="1989822" y="44574"/>
                </a:cubicBezTo>
                <a:cubicBezTo>
                  <a:pt x="1992600" y="47947"/>
                  <a:pt x="1993990" y="52635"/>
                  <a:pt x="1993990" y="58638"/>
                </a:cubicBezTo>
                <a:cubicBezTo>
                  <a:pt x="1993990" y="59829"/>
                  <a:pt x="1993915" y="60871"/>
                  <a:pt x="1993766" y="61764"/>
                </a:cubicBezTo>
                <a:lnTo>
                  <a:pt x="1967275" y="61764"/>
                </a:lnTo>
                <a:cubicBezTo>
                  <a:pt x="1967473" y="66476"/>
                  <a:pt x="1968626" y="70036"/>
                  <a:pt x="1970735" y="72442"/>
                </a:cubicBezTo>
                <a:cubicBezTo>
                  <a:pt x="1972844" y="74848"/>
                  <a:pt x="1975857" y="76051"/>
                  <a:pt x="1979776" y="76051"/>
                </a:cubicBezTo>
                <a:cubicBezTo>
                  <a:pt x="1983497" y="76051"/>
                  <a:pt x="1986920" y="75009"/>
                  <a:pt x="1990045" y="72926"/>
                </a:cubicBezTo>
                <a:lnTo>
                  <a:pt x="1992129" y="77242"/>
                </a:lnTo>
                <a:cubicBezTo>
                  <a:pt x="1990591" y="78482"/>
                  <a:pt x="1988719" y="79437"/>
                  <a:pt x="1986511" y="80107"/>
                </a:cubicBezTo>
                <a:cubicBezTo>
                  <a:pt x="1984303" y="80776"/>
                  <a:pt x="1981959" y="81111"/>
                  <a:pt x="1979479" y="81111"/>
                </a:cubicBezTo>
                <a:cubicBezTo>
                  <a:pt x="1973922" y="81111"/>
                  <a:pt x="1969594" y="79276"/>
                  <a:pt x="1966493" y="75605"/>
                </a:cubicBezTo>
                <a:cubicBezTo>
                  <a:pt x="1963393" y="71933"/>
                  <a:pt x="1961843" y="66849"/>
                  <a:pt x="1961843" y="60350"/>
                </a:cubicBezTo>
                <a:cubicBezTo>
                  <a:pt x="1961843" y="53801"/>
                  <a:pt x="1963281" y="48691"/>
                  <a:pt x="1966159" y="45020"/>
                </a:cubicBezTo>
                <a:cubicBezTo>
                  <a:pt x="1969036" y="41349"/>
                  <a:pt x="1973030" y="39514"/>
                  <a:pt x="1978140" y="39514"/>
                </a:cubicBezTo>
                <a:close/>
                <a:moveTo>
                  <a:pt x="1895540" y="39514"/>
                </a:moveTo>
                <a:cubicBezTo>
                  <a:pt x="1900253" y="39514"/>
                  <a:pt x="1903924" y="41374"/>
                  <a:pt x="1906553" y="45095"/>
                </a:cubicBezTo>
                <a:cubicBezTo>
                  <a:pt x="1909182" y="48816"/>
                  <a:pt x="1910497" y="54000"/>
                  <a:pt x="1910497" y="60647"/>
                </a:cubicBezTo>
                <a:cubicBezTo>
                  <a:pt x="1910497" y="67097"/>
                  <a:pt x="1909096" y="72132"/>
                  <a:pt x="1906292" y="75753"/>
                </a:cubicBezTo>
                <a:cubicBezTo>
                  <a:pt x="1903490" y="79375"/>
                  <a:pt x="1899608" y="81186"/>
                  <a:pt x="1894647" y="81186"/>
                </a:cubicBezTo>
                <a:cubicBezTo>
                  <a:pt x="1892613" y="81186"/>
                  <a:pt x="1890715" y="80789"/>
                  <a:pt x="1888954" y="79995"/>
                </a:cubicBezTo>
                <a:cubicBezTo>
                  <a:pt x="1887193" y="79201"/>
                  <a:pt x="1885668" y="78085"/>
                  <a:pt x="1884377" y="76646"/>
                </a:cubicBezTo>
                <a:lnTo>
                  <a:pt x="1884377" y="95622"/>
                </a:lnTo>
                <a:lnTo>
                  <a:pt x="1879020" y="95622"/>
                </a:lnTo>
                <a:lnTo>
                  <a:pt x="1879020" y="40481"/>
                </a:lnTo>
                <a:lnTo>
                  <a:pt x="1884005" y="40481"/>
                </a:lnTo>
                <a:lnTo>
                  <a:pt x="1884005" y="45541"/>
                </a:lnTo>
                <a:cubicBezTo>
                  <a:pt x="1885345" y="43557"/>
                  <a:pt x="1886995" y="42056"/>
                  <a:pt x="1888954" y="41039"/>
                </a:cubicBezTo>
                <a:cubicBezTo>
                  <a:pt x="1890914" y="40022"/>
                  <a:pt x="1893109" y="39514"/>
                  <a:pt x="1895540" y="39514"/>
                </a:cubicBezTo>
                <a:close/>
                <a:moveTo>
                  <a:pt x="1854612" y="39514"/>
                </a:moveTo>
                <a:cubicBezTo>
                  <a:pt x="1859870" y="39514"/>
                  <a:pt x="1863914" y="41287"/>
                  <a:pt x="1866741" y="44834"/>
                </a:cubicBezTo>
                <a:cubicBezTo>
                  <a:pt x="1869569" y="48381"/>
                  <a:pt x="1870983" y="53553"/>
                  <a:pt x="1870983" y="60350"/>
                </a:cubicBezTo>
                <a:cubicBezTo>
                  <a:pt x="1870983" y="67146"/>
                  <a:pt x="1869569" y="72318"/>
                  <a:pt x="1866741" y="75865"/>
                </a:cubicBezTo>
                <a:cubicBezTo>
                  <a:pt x="1863914" y="79412"/>
                  <a:pt x="1859846" y="81186"/>
                  <a:pt x="1854538" y="81186"/>
                </a:cubicBezTo>
                <a:cubicBezTo>
                  <a:pt x="1849279" y="81186"/>
                  <a:pt x="1845236" y="79412"/>
                  <a:pt x="1842408" y="75865"/>
                </a:cubicBezTo>
                <a:cubicBezTo>
                  <a:pt x="1839580" y="72318"/>
                  <a:pt x="1838167" y="67146"/>
                  <a:pt x="1838167" y="60350"/>
                </a:cubicBezTo>
                <a:cubicBezTo>
                  <a:pt x="1838167" y="53553"/>
                  <a:pt x="1839580" y="48381"/>
                  <a:pt x="1842408" y="44834"/>
                </a:cubicBezTo>
                <a:cubicBezTo>
                  <a:pt x="1845236" y="41287"/>
                  <a:pt x="1849304" y="39514"/>
                  <a:pt x="1854612" y="39514"/>
                </a:cubicBezTo>
                <a:close/>
                <a:moveTo>
                  <a:pt x="1790765" y="39514"/>
                </a:moveTo>
                <a:cubicBezTo>
                  <a:pt x="1795477" y="39514"/>
                  <a:pt x="1799149" y="41374"/>
                  <a:pt x="1801778" y="45095"/>
                </a:cubicBezTo>
                <a:cubicBezTo>
                  <a:pt x="1804408" y="48816"/>
                  <a:pt x="1805722" y="54000"/>
                  <a:pt x="1805722" y="60647"/>
                </a:cubicBezTo>
                <a:cubicBezTo>
                  <a:pt x="1805722" y="67097"/>
                  <a:pt x="1804321" y="72132"/>
                  <a:pt x="1801517" y="75753"/>
                </a:cubicBezTo>
                <a:cubicBezTo>
                  <a:pt x="1798715" y="79375"/>
                  <a:pt x="1794832" y="81186"/>
                  <a:pt x="1789871" y="81186"/>
                </a:cubicBezTo>
                <a:cubicBezTo>
                  <a:pt x="1787838" y="81186"/>
                  <a:pt x="1785940" y="80789"/>
                  <a:pt x="1784179" y="79995"/>
                </a:cubicBezTo>
                <a:cubicBezTo>
                  <a:pt x="1782418" y="79201"/>
                  <a:pt x="1780892" y="78085"/>
                  <a:pt x="1779602" y="76646"/>
                </a:cubicBezTo>
                <a:lnTo>
                  <a:pt x="1779602" y="95622"/>
                </a:lnTo>
                <a:lnTo>
                  <a:pt x="1774244" y="95622"/>
                </a:lnTo>
                <a:lnTo>
                  <a:pt x="1774244" y="40481"/>
                </a:lnTo>
                <a:lnTo>
                  <a:pt x="1779230" y="40481"/>
                </a:lnTo>
                <a:lnTo>
                  <a:pt x="1779230" y="45541"/>
                </a:lnTo>
                <a:cubicBezTo>
                  <a:pt x="1780570" y="43557"/>
                  <a:pt x="1782219" y="42056"/>
                  <a:pt x="1784179" y="41039"/>
                </a:cubicBezTo>
                <a:cubicBezTo>
                  <a:pt x="1786139" y="40022"/>
                  <a:pt x="1788334" y="39514"/>
                  <a:pt x="1790765" y="39514"/>
                </a:cubicBezTo>
                <a:close/>
                <a:moveTo>
                  <a:pt x="1633453" y="39514"/>
                </a:moveTo>
                <a:cubicBezTo>
                  <a:pt x="1637720" y="39514"/>
                  <a:pt x="1641155" y="40580"/>
                  <a:pt x="1643760" y="42714"/>
                </a:cubicBezTo>
                <a:cubicBezTo>
                  <a:pt x="1646364" y="44847"/>
                  <a:pt x="1647667" y="47972"/>
                  <a:pt x="1647667" y="52090"/>
                </a:cubicBezTo>
                <a:lnTo>
                  <a:pt x="1647667" y="80218"/>
                </a:lnTo>
                <a:lnTo>
                  <a:pt x="1642681" y="80218"/>
                </a:lnTo>
                <a:lnTo>
                  <a:pt x="1642681" y="75381"/>
                </a:lnTo>
                <a:cubicBezTo>
                  <a:pt x="1640101" y="79152"/>
                  <a:pt x="1636108" y="81037"/>
                  <a:pt x="1630700" y="81037"/>
                </a:cubicBezTo>
                <a:cubicBezTo>
                  <a:pt x="1626781" y="81037"/>
                  <a:pt x="1623718" y="79995"/>
                  <a:pt x="1621510" y="77911"/>
                </a:cubicBezTo>
                <a:cubicBezTo>
                  <a:pt x="1619302" y="75828"/>
                  <a:pt x="1618199" y="72926"/>
                  <a:pt x="1618199" y="69205"/>
                </a:cubicBezTo>
                <a:cubicBezTo>
                  <a:pt x="1618199" y="64492"/>
                  <a:pt x="1620158" y="61007"/>
                  <a:pt x="1624077" y="58750"/>
                </a:cubicBezTo>
                <a:cubicBezTo>
                  <a:pt x="1627997" y="56493"/>
                  <a:pt x="1634074" y="55339"/>
                  <a:pt x="1642308" y="55290"/>
                </a:cubicBezTo>
                <a:lnTo>
                  <a:pt x="1642308" y="52536"/>
                </a:lnTo>
                <a:cubicBezTo>
                  <a:pt x="1642308" y="49957"/>
                  <a:pt x="1641503" y="47985"/>
                  <a:pt x="1639890" y="46620"/>
                </a:cubicBezTo>
                <a:cubicBezTo>
                  <a:pt x="1638278" y="45256"/>
                  <a:pt x="1635934" y="44574"/>
                  <a:pt x="1632858" y="44574"/>
                </a:cubicBezTo>
                <a:cubicBezTo>
                  <a:pt x="1629634" y="44574"/>
                  <a:pt x="1626508" y="45293"/>
                  <a:pt x="1623482" y="46732"/>
                </a:cubicBezTo>
                <a:lnTo>
                  <a:pt x="1622068" y="42193"/>
                </a:lnTo>
                <a:cubicBezTo>
                  <a:pt x="1625590" y="40407"/>
                  <a:pt x="1629385" y="39514"/>
                  <a:pt x="1633453" y="39514"/>
                </a:cubicBezTo>
                <a:close/>
                <a:moveTo>
                  <a:pt x="1549514" y="39514"/>
                </a:moveTo>
                <a:cubicBezTo>
                  <a:pt x="1554525" y="39514"/>
                  <a:pt x="1558419" y="41200"/>
                  <a:pt x="1561197" y="44574"/>
                </a:cubicBezTo>
                <a:cubicBezTo>
                  <a:pt x="1563976" y="47947"/>
                  <a:pt x="1565364" y="52635"/>
                  <a:pt x="1565364" y="58638"/>
                </a:cubicBezTo>
                <a:cubicBezTo>
                  <a:pt x="1565364" y="59829"/>
                  <a:pt x="1565290" y="60871"/>
                  <a:pt x="1565141" y="61764"/>
                </a:cubicBezTo>
                <a:lnTo>
                  <a:pt x="1538650" y="61764"/>
                </a:lnTo>
                <a:cubicBezTo>
                  <a:pt x="1538848" y="66476"/>
                  <a:pt x="1540002" y="70036"/>
                  <a:pt x="1542110" y="72442"/>
                </a:cubicBezTo>
                <a:cubicBezTo>
                  <a:pt x="1544219" y="74848"/>
                  <a:pt x="1547233" y="76051"/>
                  <a:pt x="1551152" y="76051"/>
                </a:cubicBezTo>
                <a:cubicBezTo>
                  <a:pt x="1554872" y="76051"/>
                  <a:pt x="1558295" y="75009"/>
                  <a:pt x="1561420" y="72926"/>
                </a:cubicBezTo>
                <a:lnTo>
                  <a:pt x="1563504" y="77242"/>
                </a:lnTo>
                <a:cubicBezTo>
                  <a:pt x="1561966" y="78482"/>
                  <a:pt x="1560094" y="79437"/>
                  <a:pt x="1557886" y="80107"/>
                </a:cubicBezTo>
                <a:cubicBezTo>
                  <a:pt x="1555678" y="80776"/>
                  <a:pt x="1553334" y="81111"/>
                  <a:pt x="1550854" y="81111"/>
                </a:cubicBezTo>
                <a:cubicBezTo>
                  <a:pt x="1545298" y="81111"/>
                  <a:pt x="1540969" y="79276"/>
                  <a:pt x="1537869" y="75605"/>
                </a:cubicBezTo>
                <a:cubicBezTo>
                  <a:pt x="1534768" y="71933"/>
                  <a:pt x="1533217" y="66849"/>
                  <a:pt x="1533217" y="60350"/>
                </a:cubicBezTo>
                <a:cubicBezTo>
                  <a:pt x="1533217" y="53801"/>
                  <a:pt x="1534657" y="48691"/>
                  <a:pt x="1537534" y="45020"/>
                </a:cubicBezTo>
                <a:cubicBezTo>
                  <a:pt x="1540411" y="41349"/>
                  <a:pt x="1544405" y="39514"/>
                  <a:pt x="1549514" y="39514"/>
                </a:cubicBezTo>
                <a:close/>
                <a:moveTo>
                  <a:pt x="1481053" y="39514"/>
                </a:moveTo>
                <a:cubicBezTo>
                  <a:pt x="1485320" y="39514"/>
                  <a:pt x="1488755" y="40580"/>
                  <a:pt x="1491360" y="42714"/>
                </a:cubicBezTo>
                <a:cubicBezTo>
                  <a:pt x="1493965" y="44847"/>
                  <a:pt x="1495266" y="47972"/>
                  <a:pt x="1495266" y="52090"/>
                </a:cubicBezTo>
                <a:lnTo>
                  <a:pt x="1495266" y="80218"/>
                </a:lnTo>
                <a:lnTo>
                  <a:pt x="1490281" y="80218"/>
                </a:lnTo>
                <a:lnTo>
                  <a:pt x="1490281" y="75381"/>
                </a:lnTo>
                <a:cubicBezTo>
                  <a:pt x="1487701" y="79152"/>
                  <a:pt x="1483708" y="81037"/>
                  <a:pt x="1478300" y="81037"/>
                </a:cubicBezTo>
                <a:cubicBezTo>
                  <a:pt x="1474381" y="81037"/>
                  <a:pt x="1471318" y="79995"/>
                  <a:pt x="1469110" y="77911"/>
                </a:cubicBezTo>
                <a:cubicBezTo>
                  <a:pt x="1466902" y="75828"/>
                  <a:pt x="1465799" y="72926"/>
                  <a:pt x="1465799" y="69205"/>
                </a:cubicBezTo>
                <a:cubicBezTo>
                  <a:pt x="1465799" y="64492"/>
                  <a:pt x="1467758" y="61007"/>
                  <a:pt x="1471677" y="58750"/>
                </a:cubicBezTo>
                <a:cubicBezTo>
                  <a:pt x="1475596" y="56493"/>
                  <a:pt x="1481673" y="55339"/>
                  <a:pt x="1489909" y="55290"/>
                </a:cubicBezTo>
                <a:lnTo>
                  <a:pt x="1489909" y="52536"/>
                </a:lnTo>
                <a:cubicBezTo>
                  <a:pt x="1489909" y="49957"/>
                  <a:pt x="1489103" y="47985"/>
                  <a:pt x="1487490" y="46620"/>
                </a:cubicBezTo>
                <a:cubicBezTo>
                  <a:pt x="1485878" y="45256"/>
                  <a:pt x="1483534" y="44574"/>
                  <a:pt x="1480458" y="44574"/>
                </a:cubicBezTo>
                <a:cubicBezTo>
                  <a:pt x="1477234" y="44574"/>
                  <a:pt x="1474108" y="45293"/>
                  <a:pt x="1471082" y="46732"/>
                </a:cubicBezTo>
                <a:lnTo>
                  <a:pt x="1469668" y="42193"/>
                </a:lnTo>
                <a:cubicBezTo>
                  <a:pt x="1473190" y="40407"/>
                  <a:pt x="1476986" y="39514"/>
                  <a:pt x="1481053" y="39514"/>
                </a:cubicBezTo>
                <a:close/>
                <a:moveTo>
                  <a:pt x="1419662" y="39514"/>
                </a:moveTo>
                <a:cubicBezTo>
                  <a:pt x="1422192" y="39514"/>
                  <a:pt x="1424375" y="40047"/>
                  <a:pt x="1426210" y="41114"/>
                </a:cubicBezTo>
                <a:cubicBezTo>
                  <a:pt x="1428046" y="42180"/>
                  <a:pt x="1429410" y="43681"/>
                  <a:pt x="1430303" y="45616"/>
                </a:cubicBezTo>
                <a:cubicBezTo>
                  <a:pt x="1433826" y="41548"/>
                  <a:pt x="1438067" y="39514"/>
                  <a:pt x="1443028" y="39514"/>
                </a:cubicBezTo>
                <a:cubicBezTo>
                  <a:pt x="1446749" y="39514"/>
                  <a:pt x="1449651" y="40618"/>
                  <a:pt x="1451734" y="42825"/>
                </a:cubicBezTo>
                <a:cubicBezTo>
                  <a:pt x="1453818" y="45033"/>
                  <a:pt x="1454860" y="48121"/>
                  <a:pt x="1454860" y="52090"/>
                </a:cubicBezTo>
                <a:lnTo>
                  <a:pt x="1454860" y="80218"/>
                </a:lnTo>
                <a:lnTo>
                  <a:pt x="1449502" y="80218"/>
                </a:lnTo>
                <a:lnTo>
                  <a:pt x="1449502" y="52462"/>
                </a:lnTo>
                <a:cubicBezTo>
                  <a:pt x="1449502" y="49932"/>
                  <a:pt x="1448832" y="48009"/>
                  <a:pt x="1447493" y="46695"/>
                </a:cubicBezTo>
                <a:cubicBezTo>
                  <a:pt x="1446153" y="45380"/>
                  <a:pt x="1444194" y="44723"/>
                  <a:pt x="1441614" y="44723"/>
                </a:cubicBezTo>
                <a:cubicBezTo>
                  <a:pt x="1437992" y="44723"/>
                  <a:pt x="1434545" y="46112"/>
                  <a:pt x="1431271" y="48890"/>
                </a:cubicBezTo>
                <a:cubicBezTo>
                  <a:pt x="1431469" y="49733"/>
                  <a:pt x="1431568" y="50800"/>
                  <a:pt x="1431568" y="52090"/>
                </a:cubicBezTo>
                <a:lnTo>
                  <a:pt x="1431568" y="80218"/>
                </a:lnTo>
                <a:lnTo>
                  <a:pt x="1426210" y="80218"/>
                </a:lnTo>
                <a:lnTo>
                  <a:pt x="1426210" y="52462"/>
                </a:lnTo>
                <a:cubicBezTo>
                  <a:pt x="1426210" y="49932"/>
                  <a:pt x="1425528" y="48009"/>
                  <a:pt x="1424164" y="46695"/>
                </a:cubicBezTo>
                <a:cubicBezTo>
                  <a:pt x="1422800" y="45380"/>
                  <a:pt x="1420828" y="44723"/>
                  <a:pt x="1418248" y="44723"/>
                </a:cubicBezTo>
                <a:cubicBezTo>
                  <a:pt x="1416363" y="44723"/>
                  <a:pt x="1414602" y="45045"/>
                  <a:pt x="1412965" y="45690"/>
                </a:cubicBezTo>
                <a:cubicBezTo>
                  <a:pt x="1411327" y="46335"/>
                  <a:pt x="1409715" y="47327"/>
                  <a:pt x="1408128" y="48667"/>
                </a:cubicBezTo>
                <a:lnTo>
                  <a:pt x="1408128" y="80218"/>
                </a:lnTo>
                <a:lnTo>
                  <a:pt x="1402770" y="80218"/>
                </a:lnTo>
                <a:lnTo>
                  <a:pt x="1402770" y="40481"/>
                </a:lnTo>
                <a:lnTo>
                  <a:pt x="1407755" y="40481"/>
                </a:lnTo>
                <a:lnTo>
                  <a:pt x="1407755" y="44723"/>
                </a:lnTo>
                <a:cubicBezTo>
                  <a:pt x="1411080" y="41250"/>
                  <a:pt x="1415048" y="39514"/>
                  <a:pt x="1419662" y="39514"/>
                </a:cubicBezTo>
                <a:close/>
                <a:moveTo>
                  <a:pt x="261760" y="34175"/>
                </a:moveTo>
                <a:cubicBezTo>
                  <a:pt x="254325" y="34175"/>
                  <a:pt x="250608" y="40109"/>
                  <a:pt x="250608" y="51978"/>
                </a:cubicBezTo>
                <a:cubicBezTo>
                  <a:pt x="250608" y="64120"/>
                  <a:pt x="254496" y="70191"/>
                  <a:pt x="262272" y="70191"/>
                </a:cubicBezTo>
                <a:cubicBezTo>
                  <a:pt x="264318" y="70191"/>
                  <a:pt x="266177" y="69782"/>
                  <a:pt x="267848" y="68963"/>
                </a:cubicBezTo>
                <a:cubicBezTo>
                  <a:pt x="269519" y="68145"/>
                  <a:pt x="271208" y="66814"/>
                  <a:pt x="272913" y="64973"/>
                </a:cubicBezTo>
                <a:lnTo>
                  <a:pt x="272913" y="39291"/>
                </a:lnTo>
                <a:cubicBezTo>
                  <a:pt x="271481" y="37653"/>
                  <a:pt x="269792" y="36391"/>
                  <a:pt x="267848" y="35505"/>
                </a:cubicBezTo>
                <a:cubicBezTo>
                  <a:pt x="265904" y="34618"/>
                  <a:pt x="263875" y="34175"/>
                  <a:pt x="261760" y="34175"/>
                </a:cubicBezTo>
                <a:close/>
                <a:moveTo>
                  <a:pt x="81502" y="34175"/>
                </a:moveTo>
                <a:cubicBezTo>
                  <a:pt x="73589" y="34175"/>
                  <a:pt x="69632" y="40280"/>
                  <a:pt x="69632" y="52490"/>
                </a:cubicBezTo>
                <a:cubicBezTo>
                  <a:pt x="69632" y="58561"/>
                  <a:pt x="70622" y="63131"/>
                  <a:pt x="72600" y="66200"/>
                </a:cubicBezTo>
                <a:cubicBezTo>
                  <a:pt x="74578" y="69270"/>
                  <a:pt x="77511" y="70805"/>
                  <a:pt x="81399" y="70805"/>
                </a:cubicBezTo>
                <a:cubicBezTo>
                  <a:pt x="85356" y="70805"/>
                  <a:pt x="88323" y="69270"/>
                  <a:pt x="90301" y="66200"/>
                </a:cubicBezTo>
                <a:cubicBezTo>
                  <a:pt x="92279" y="63131"/>
                  <a:pt x="93268" y="58561"/>
                  <a:pt x="93268" y="52490"/>
                </a:cubicBezTo>
                <a:cubicBezTo>
                  <a:pt x="93268" y="40280"/>
                  <a:pt x="89346" y="34175"/>
                  <a:pt x="81502" y="34175"/>
                </a:cubicBezTo>
                <a:close/>
                <a:moveTo>
                  <a:pt x="1128638" y="33970"/>
                </a:moveTo>
                <a:cubicBezTo>
                  <a:pt x="1121885" y="33970"/>
                  <a:pt x="1118031" y="38540"/>
                  <a:pt x="1117076" y="47681"/>
                </a:cubicBezTo>
                <a:lnTo>
                  <a:pt x="1140200" y="47681"/>
                </a:lnTo>
                <a:cubicBezTo>
                  <a:pt x="1140063" y="43315"/>
                  <a:pt x="1138989" y="39939"/>
                  <a:pt x="1136977" y="37551"/>
                </a:cubicBezTo>
                <a:cubicBezTo>
                  <a:pt x="1134965" y="35164"/>
                  <a:pt x="1132185" y="33970"/>
                  <a:pt x="1128638" y="33970"/>
                </a:cubicBezTo>
                <a:close/>
                <a:moveTo>
                  <a:pt x="319013" y="33970"/>
                </a:moveTo>
                <a:cubicBezTo>
                  <a:pt x="312260" y="33970"/>
                  <a:pt x="308406" y="38540"/>
                  <a:pt x="307451" y="47681"/>
                </a:cubicBezTo>
                <a:lnTo>
                  <a:pt x="330575" y="47681"/>
                </a:lnTo>
                <a:cubicBezTo>
                  <a:pt x="330438" y="43315"/>
                  <a:pt x="329364" y="39939"/>
                  <a:pt x="327352" y="37551"/>
                </a:cubicBezTo>
                <a:cubicBezTo>
                  <a:pt x="325339" y="35164"/>
                  <a:pt x="322560" y="33970"/>
                  <a:pt x="319013" y="33970"/>
                </a:cubicBezTo>
                <a:close/>
                <a:moveTo>
                  <a:pt x="11005457" y="28575"/>
                </a:moveTo>
                <a:lnTo>
                  <a:pt x="11010815" y="28575"/>
                </a:lnTo>
                <a:lnTo>
                  <a:pt x="11010815" y="40481"/>
                </a:lnTo>
                <a:lnTo>
                  <a:pt x="11022796" y="40481"/>
                </a:lnTo>
                <a:lnTo>
                  <a:pt x="11022796" y="45020"/>
                </a:lnTo>
                <a:lnTo>
                  <a:pt x="11010815" y="45020"/>
                </a:lnTo>
                <a:lnTo>
                  <a:pt x="11010815" y="66824"/>
                </a:lnTo>
                <a:cubicBezTo>
                  <a:pt x="11010815" y="69949"/>
                  <a:pt x="11011423" y="72244"/>
                  <a:pt x="11012638" y="73707"/>
                </a:cubicBezTo>
                <a:cubicBezTo>
                  <a:pt x="11013853" y="75170"/>
                  <a:pt x="11015751" y="75902"/>
                  <a:pt x="11018331" y="75902"/>
                </a:cubicBezTo>
                <a:cubicBezTo>
                  <a:pt x="11019670" y="75902"/>
                  <a:pt x="11021034" y="75679"/>
                  <a:pt x="11022424" y="75233"/>
                </a:cubicBezTo>
                <a:lnTo>
                  <a:pt x="11023317" y="79846"/>
                </a:lnTo>
                <a:cubicBezTo>
                  <a:pt x="11021629" y="80441"/>
                  <a:pt x="11019695" y="80739"/>
                  <a:pt x="11017512" y="80739"/>
                </a:cubicBezTo>
                <a:cubicBezTo>
                  <a:pt x="11013544" y="80739"/>
                  <a:pt x="11010542" y="79635"/>
                  <a:pt x="11008508" y="77428"/>
                </a:cubicBezTo>
                <a:cubicBezTo>
                  <a:pt x="11006475" y="75220"/>
                  <a:pt x="11005457" y="71933"/>
                  <a:pt x="11005457" y="67568"/>
                </a:cubicBezTo>
                <a:lnTo>
                  <a:pt x="11005457" y="45020"/>
                </a:lnTo>
                <a:lnTo>
                  <a:pt x="10998537" y="45020"/>
                </a:lnTo>
                <a:lnTo>
                  <a:pt x="10998537" y="40481"/>
                </a:lnTo>
                <a:lnTo>
                  <a:pt x="11005457" y="40481"/>
                </a:lnTo>
                <a:close/>
                <a:moveTo>
                  <a:pt x="10405382" y="28575"/>
                </a:moveTo>
                <a:lnTo>
                  <a:pt x="10410740" y="28575"/>
                </a:lnTo>
                <a:lnTo>
                  <a:pt x="10410740" y="40481"/>
                </a:lnTo>
                <a:lnTo>
                  <a:pt x="10422721" y="40481"/>
                </a:lnTo>
                <a:lnTo>
                  <a:pt x="10422721" y="45020"/>
                </a:lnTo>
                <a:lnTo>
                  <a:pt x="10410740" y="45020"/>
                </a:lnTo>
                <a:lnTo>
                  <a:pt x="10410740" y="66824"/>
                </a:lnTo>
                <a:cubicBezTo>
                  <a:pt x="10410740" y="69949"/>
                  <a:pt x="10411348" y="72244"/>
                  <a:pt x="10412563" y="73707"/>
                </a:cubicBezTo>
                <a:cubicBezTo>
                  <a:pt x="10413778" y="75170"/>
                  <a:pt x="10415676" y="75902"/>
                  <a:pt x="10418256" y="75902"/>
                </a:cubicBezTo>
                <a:cubicBezTo>
                  <a:pt x="10419595" y="75902"/>
                  <a:pt x="10420959" y="75679"/>
                  <a:pt x="10422349" y="75233"/>
                </a:cubicBezTo>
                <a:lnTo>
                  <a:pt x="10423242" y="79846"/>
                </a:lnTo>
                <a:cubicBezTo>
                  <a:pt x="10421554" y="80441"/>
                  <a:pt x="10419620" y="80739"/>
                  <a:pt x="10417437" y="80739"/>
                </a:cubicBezTo>
                <a:cubicBezTo>
                  <a:pt x="10413469" y="80739"/>
                  <a:pt x="10410467" y="79635"/>
                  <a:pt x="10408433" y="77428"/>
                </a:cubicBezTo>
                <a:cubicBezTo>
                  <a:pt x="10406400" y="75220"/>
                  <a:pt x="10405382" y="71933"/>
                  <a:pt x="10405382" y="67568"/>
                </a:cubicBezTo>
                <a:lnTo>
                  <a:pt x="10405382" y="45020"/>
                </a:lnTo>
                <a:lnTo>
                  <a:pt x="10398462" y="45020"/>
                </a:lnTo>
                <a:lnTo>
                  <a:pt x="10398462" y="40481"/>
                </a:lnTo>
                <a:lnTo>
                  <a:pt x="10405382" y="40481"/>
                </a:lnTo>
                <a:close/>
                <a:moveTo>
                  <a:pt x="9748157" y="28575"/>
                </a:moveTo>
                <a:lnTo>
                  <a:pt x="9753515" y="28575"/>
                </a:lnTo>
                <a:lnTo>
                  <a:pt x="9753515" y="40481"/>
                </a:lnTo>
                <a:lnTo>
                  <a:pt x="9765496" y="40481"/>
                </a:lnTo>
                <a:lnTo>
                  <a:pt x="9765496" y="45020"/>
                </a:lnTo>
                <a:lnTo>
                  <a:pt x="9753515" y="45020"/>
                </a:lnTo>
                <a:lnTo>
                  <a:pt x="9753515" y="66824"/>
                </a:lnTo>
                <a:cubicBezTo>
                  <a:pt x="9753515" y="69949"/>
                  <a:pt x="9754123" y="72244"/>
                  <a:pt x="9755338" y="73707"/>
                </a:cubicBezTo>
                <a:cubicBezTo>
                  <a:pt x="9756553" y="75170"/>
                  <a:pt x="9758451" y="75902"/>
                  <a:pt x="9761031" y="75902"/>
                </a:cubicBezTo>
                <a:cubicBezTo>
                  <a:pt x="9762370" y="75902"/>
                  <a:pt x="9763734" y="75679"/>
                  <a:pt x="9765124" y="75233"/>
                </a:cubicBezTo>
                <a:lnTo>
                  <a:pt x="9766017" y="79846"/>
                </a:lnTo>
                <a:cubicBezTo>
                  <a:pt x="9764329" y="80441"/>
                  <a:pt x="9762395" y="80739"/>
                  <a:pt x="9760212" y="80739"/>
                </a:cubicBezTo>
                <a:cubicBezTo>
                  <a:pt x="9756244" y="80739"/>
                  <a:pt x="9753242" y="79635"/>
                  <a:pt x="9751208" y="77428"/>
                </a:cubicBezTo>
                <a:cubicBezTo>
                  <a:pt x="9749174" y="75220"/>
                  <a:pt x="9748157" y="71933"/>
                  <a:pt x="9748157" y="67568"/>
                </a:cubicBezTo>
                <a:lnTo>
                  <a:pt x="9748157" y="45020"/>
                </a:lnTo>
                <a:lnTo>
                  <a:pt x="9741237" y="45020"/>
                </a:lnTo>
                <a:lnTo>
                  <a:pt x="9741237" y="40481"/>
                </a:lnTo>
                <a:lnTo>
                  <a:pt x="9748157" y="40481"/>
                </a:lnTo>
                <a:close/>
                <a:moveTo>
                  <a:pt x="9700532" y="28575"/>
                </a:moveTo>
                <a:lnTo>
                  <a:pt x="9705890" y="28575"/>
                </a:lnTo>
                <a:lnTo>
                  <a:pt x="9705890" y="40481"/>
                </a:lnTo>
                <a:lnTo>
                  <a:pt x="9717871" y="40481"/>
                </a:lnTo>
                <a:lnTo>
                  <a:pt x="9717871" y="45020"/>
                </a:lnTo>
                <a:lnTo>
                  <a:pt x="9705890" y="45020"/>
                </a:lnTo>
                <a:lnTo>
                  <a:pt x="9705890" y="66824"/>
                </a:lnTo>
                <a:cubicBezTo>
                  <a:pt x="9705890" y="69949"/>
                  <a:pt x="9706498" y="72244"/>
                  <a:pt x="9707713" y="73707"/>
                </a:cubicBezTo>
                <a:cubicBezTo>
                  <a:pt x="9708929" y="75170"/>
                  <a:pt x="9710826" y="75902"/>
                  <a:pt x="9713406" y="75902"/>
                </a:cubicBezTo>
                <a:cubicBezTo>
                  <a:pt x="9714745" y="75902"/>
                  <a:pt x="9716110" y="75679"/>
                  <a:pt x="9717499" y="75233"/>
                </a:cubicBezTo>
                <a:lnTo>
                  <a:pt x="9718392" y="79846"/>
                </a:lnTo>
                <a:cubicBezTo>
                  <a:pt x="9716705" y="80441"/>
                  <a:pt x="9714770" y="80739"/>
                  <a:pt x="9712587" y="80739"/>
                </a:cubicBezTo>
                <a:cubicBezTo>
                  <a:pt x="9708618" y="80739"/>
                  <a:pt x="9705617" y="79635"/>
                  <a:pt x="9703583" y="77428"/>
                </a:cubicBezTo>
                <a:cubicBezTo>
                  <a:pt x="9701549" y="75220"/>
                  <a:pt x="9700532" y="71933"/>
                  <a:pt x="9700532" y="67568"/>
                </a:cubicBezTo>
                <a:lnTo>
                  <a:pt x="9700532" y="45020"/>
                </a:lnTo>
                <a:lnTo>
                  <a:pt x="9693612" y="45020"/>
                </a:lnTo>
                <a:lnTo>
                  <a:pt x="9693612" y="40481"/>
                </a:lnTo>
                <a:lnTo>
                  <a:pt x="9700532" y="40481"/>
                </a:lnTo>
                <a:close/>
                <a:moveTo>
                  <a:pt x="9548132" y="28575"/>
                </a:moveTo>
                <a:lnTo>
                  <a:pt x="9553490" y="28575"/>
                </a:lnTo>
                <a:lnTo>
                  <a:pt x="9553490" y="40481"/>
                </a:lnTo>
                <a:lnTo>
                  <a:pt x="9565471" y="40481"/>
                </a:lnTo>
                <a:lnTo>
                  <a:pt x="9565471" y="45020"/>
                </a:lnTo>
                <a:lnTo>
                  <a:pt x="9553490" y="45020"/>
                </a:lnTo>
                <a:lnTo>
                  <a:pt x="9553490" y="66824"/>
                </a:lnTo>
                <a:cubicBezTo>
                  <a:pt x="9553490" y="69949"/>
                  <a:pt x="9554098" y="72244"/>
                  <a:pt x="9555313" y="73707"/>
                </a:cubicBezTo>
                <a:cubicBezTo>
                  <a:pt x="9556529" y="75170"/>
                  <a:pt x="9558426" y="75902"/>
                  <a:pt x="9561006" y="75902"/>
                </a:cubicBezTo>
                <a:cubicBezTo>
                  <a:pt x="9562345" y="75902"/>
                  <a:pt x="9563710" y="75679"/>
                  <a:pt x="9565099" y="75233"/>
                </a:cubicBezTo>
                <a:lnTo>
                  <a:pt x="9565992" y="79846"/>
                </a:lnTo>
                <a:cubicBezTo>
                  <a:pt x="9564305" y="80441"/>
                  <a:pt x="9562370" y="80739"/>
                  <a:pt x="9560187" y="80739"/>
                </a:cubicBezTo>
                <a:cubicBezTo>
                  <a:pt x="9556218" y="80739"/>
                  <a:pt x="9553217" y="79635"/>
                  <a:pt x="9551183" y="77428"/>
                </a:cubicBezTo>
                <a:cubicBezTo>
                  <a:pt x="9549149" y="75220"/>
                  <a:pt x="9548132" y="71933"/>
                  <a:pt x="9548132" y="67568"/>
                </a:cubicBezTo>
                <a:lnTo>
                  <a:pt x="9548132" y="45020"/>
                </a:lnTo>
                <a:lnTo>
                  <a:pt x="9541212" y="45020"/>
                </a:lnTo>
                <a:lnTo>
                  <a:pt x="9541212" y="40481"/>
                </a:lnTo>
                <a:lnTo>
                  <a:pt x="9548132" y="40481"/>
                </a:lnTo>
                <a:close/>
                <a:moveTo>
                  <a:pt x="9405257" y="28575"/>
                </a:moveTo>
                <a:lnTo>
                  <a:pt x="9410615" y="28575"/>
                </a:lnTo>
                <a:lnTo>
                  <a:pt x="9410615" y="40481"/>
                </a:lnTo>
                <a:lnTo>
                  <a:pt x="9422596" y="40481"/>
                </a:lnTo>
                <a:lnTo>
                  <a:pt x="9422596" y="45020"/>
                </a:lnTo>
                <a:lnTo>
                  <a:pt x="9410615" y="45020"/>
                </a:lnTo>
                <a:lnTo>
                  <a:pt x="9410615" y="66824"/>
                </a:lnTo>
                <a:cubicBezTo>
                  <a:pt x="9410615" y="69949"/>
                  <a:pt x="9411223" y="72244"/>
                  <a:pt x="9412438" y="73707"/>
                </a:cubicBezTo>
                <a:cubicBezTo>
                  <a:pt x="9413653" y="75170"/>
                  <a:pt x="9415551" y="75902"/>
                  <a:pt x="9418131" y="75902"/>
                </a:cubicBezTo>
                <a:cubicBezTo>
                  <a:pt x="9419470" y="75902"/>
                  <a:pt x="9420834" y="75679"/>
                  <a:pt x="9422224" y="75233"/>
                </a:cubicBezTo>
                <a:lnTo>
                  <a:pt x="9423117" y="79846"/>
                </a:lnTo>
                <a:cubicBezTo>
                  <a:pt x="9421429" y="80441"/>
                  <a:pt x="9419495" y="80739"/>
                  <a:pt x="9417312" y="80739"/>
                </a:cubicBezTo>
                <a:cubicBezTo>
                  <a:pt x="9413344" y="80739"/>
                  <a:pt x="9410342" y="79635"/>
                  <a:pt x="9408308" y="77428"/>
                </a:cubicBezTo>
                <a:cubicBezTo>
                  <a:pt x="9406275" y="75220"/>
                  <a:pt x="9405257" y="71933"/>
                  <a:pt x="9405257" y="67568"/>
                </a:cubicBezTo>
                <a:lnTo>
                  <a:pt x="9405257" y="45020"/>
                </a:lnTo>
                <a:lnTo>
                  <a:pt x="9398337" y="45020"/>
                </a:lnTo>
                <a:lnTo>
                  <a:pt x="9398337" y="40481"/>
                </a:lnTo>
                <a:lnTo>
                  <a:pt x="9405257" y="40481"/>
                </a:lnTo>
                <a:close/>
                <a:moveTo>
                  <a:pt x="8700407" y="28575"/>
                </a:moveTo>
                <a:lnTo>
                  <a:pt x="8705765" y="28575"/>
                </a:lnTo>
                <a:lnTo>
                  <a:pt x="8705765" y="40481"/>
                </a:lnTo>
                <a:lnTo>
                  <a:pt x="8717746" y="40481"/>
                </a:lnTo>
                <a:lnTo>
                  <a:pt x="8717746" y="45020"/>
                </a:lnTo>
                <a:lnTo>
                  <a:pt x="8705765" y="45020"/>
                </a:lnTo>
                <a:lnTo>
                  <a:pt x="8705765" y="66824"/>
                </a:lnTo>
                <a:cubicBezTo>
                  <a:pt x="8705765" y="69949"/>
                  <a:pt x="8706373" y="72244"/>
                  <a:pt x="8707588" y="73707"/>
                </a:cubicBezTo>
                <a:cubicBezTo>
                  <a:pt x="8708803" y="75170"/>
                  <a:pt x="8710701" y="75902"/>
                  <a:pt x="8713281" y="75902"/>
                </a:cubicBezTo>
                <a:cubicBezTo>
                  <a:pt x="8714620" y="75902"/>
                  <a:pt x="8715984" y="75679"/>
                  <a:pt x="8717374" y="75233"/>
                </a:cubicBezTo>
                <a:lnTo>
                  <a:pt x="8718267" y="79846"/>
                </a:lnTo>
                <a:cubicBezTo>
                  <a:pt x="8716579" y="80441"/>
                  <a:pt x="8714645" y="80739"/>
                  <a:pt x="8712462" y="80739"/>
                </a:cubicBezTo>
                <a:cubicBezTo>
                  <a:pt x="8708494" y="80739"/>
                  <a:pt x="8705492" y="79635"/>
                  <a:pt x="8703458" y="77428"/>
                </a:cubicBezTo>
                <a:cubicBezTo>
                  <a:pt x="8701425" y="75220"/>
                  <a:pt x="8700407" y="71933"/>
                  <a:pt x="8700407" y="67568"/>
                </a:cubicBezTo>
                <a:lnTo>
                  <a:pt x="8700407" y="45020"/>
                </a:lnTo>
                <a:lnTo>
                  <a:pt x="8693487" y="45020"/>
                </a:lnTo>
                <a:lnTo>
                  <a:pt x="8693487" y="40481"/>
                </a:lnTo>
                <a:lnTo>
                  <a:pt x="8700407" y="40481"/>
                </a:lnTo>
                <a:close/>
                <a:moveTo>
                  <a:pt x="8671832" y="28575"/>
                </a:moveTo>
                <a:lnTo>
                  <a:pt x="8677190" y="28575"/>
                </a:lnTo>
                <a:lnTo>
                  <a:pt x="8677190" y="40481"/>
                </a:lnTo>
                <a:lnTo>
                  <a:pt x="8689171" y="40481"/>
                </a:lnTo>
                <a:lnTo>
                  <a:pt x="8689171" y="45020"/>
                </a:lnTo>
                <a:lnTo>
                  <a:pt x="8677190" y="45020"/>
                </a:lnTo>
                <a:lnTo>
                  <a:pt x="8677190" y="66824"/>
                </a:lnTo>
                <a:cubicBezTo>
                  <a:pt x="8677190" y="69949"/>
                  <a:pt x="8677798" y="72244"/>
                  <a:pt x="8679013" y="73707"/>
                </a:cubicBezTo>
                <a:cubicBezTo>
                  <a:pt x="8680228" y="75170"/>
                  <a:pt x="8682126" y="75902"/>
                  <a:pt x="8684706" y="75902"/>
                </a:cubicBezTo>
                <a:cubicBezTo>
                  <a:pt x="8686045" y="75902"/>
                  <a:pt x="8687409" y="75679"/>
                  <a:pt x="8688799" y="75233"/>
                </a:cubicBezTo>
                <a:lnTo>
                  <a:pt x="8689692" y="79846"/>
                </a:lnTo>
                <a:cubicBezTo>
                  <a:pt x="8688004" y="80441"/>
                  <a:pt x="8686070" y="80739"/>
                  <a:pt x="8683887" y="80739"/>
                </a:cubicBezTo>
                <a:cubicBezTo>
                  <a:pt x="8679919" y="80739"/>
                  <a:pt x="8676917" y="79635"/>
                  <a:pt x="8674883" y="77428"/>
                </a:cubicBezTo>
                <a:cubicBezTo>
                  <a:pt x="8672850" y="75220"/>
                  <a:pt x="8671832" y="71933"/>
                  <a:pt x="8671832" y="67568"/>
                </a:cubicBezTo>
                <a:lnTo>
                  <a:pt x="8671832" y="45020"/>
                </a:lnTo>
                <a:lnTo>
                  <a:pt x="8664912" y="45020"/>
                </a:lnTo>
                <a:lnTo>
                  <a:pt x="8664912" y="40481"/>
                </a:lnTo>
                <a:lnTo>
                  <a:pt x="8671832" y="40481"/>
                </a:lnTo>
                <a:close/>
                <a:moveTo>
                  <a:pt x="8405132" y="28575"/>
                </a:moveTo>
                <a:lnTo>
                  <a:pt x="8410490" y="28575"/>
                </a:lnTo>
                <a:lnTo>
                  <a:pt x="8410490" y="40481"/>
                </a:lnTo>
                <a:lnTo>
                  <a:pt x="8422471" y="40481"/>
                </a:lnTo>
                <a:lnTo>
                  <a:pt x="8422471" y="45020"/>
                </a:lnTo>
                <a:lnTo>
                  <a:pt x="8410490" y="45020"/>
                </a:lnTo>
                <a:lnTo>
                  <a:pt x="8410490" y="66824"/>
                </a:lnTo>
                <a:cubicBezTo>
                  <a:pt x="8410490" y="69949"/>
                  <a:pt x="8411098" y="72244"/>
                  <a:pt x="8412313" y="73707"/>
                </a:cubicBezTo>
                <a:cubicBezTo>
                  <a:pt x="8413528" y="75170"/>
                  <a:pt x="8415426" y="75902"/>
                  <a:pt x="8418006" y="75902"/>
                </a:cubicBezTo>
                <a:cubicBezTo>
                  <a:pt x="8419345" y="75902"/>
                  <a:pt x="8420709" y="75679"/>
                  <a:pt x="8422099" y="75233"/>
                </a:cubicBezTo>
                <a:lnTo>
                  <a:pt x="8422992" y="79846"/>
                </a:lnTo>
                <a:cubicBezTo>
                  <a:pt x="8421304" y="80441"/>
                  <a:pt x="8419370" y="80739"/>
                  <a:pt x="8417187" y="80739"/>
                </a:cubicBezTo>
                <a:cubicBezTo>
                  <a:pt x="8413219" y="80739"/>
                  <a:pt x="8410217" y="79635"/>
                  <a:pt x="8408183" y="77428"/>
                </a:cubicBezTo>
                <a:cubicBezTo>
                  <a:pt x="8406150" y="75220"/>
                  <a:pt x="8405132" y="71933"/>
                  <a:pt x="8405132" y="67568"/>
                </a:cubicBezTo>
                <a:lnTo>
                  <a:pt x="8405132" y="45020"/>
                </a:lnTo>
                <a:lnTo>
                  <a:pt x="8398212" y="45020"/>
                </a:lnTo>
                <a:lnTo>
                  <a:pt x="8398212" y="40481"/>
                </a:lnTo>
                <a:lnTo>
                  <a:pt x="8405132" y="40481"/>
                </a:lnTo>
                <a:close/>
                <a:moveTo>
                  <a:pt x="7062107" y="28575"/>
                </a:moveTo>
                <a:lnTo>
                  <a:pt x="7067465" y="28575"/>
                </a:lnTo>
                <a:lnTo>
                  <a:pt x="7067465" y="40481"/>
                </a:lnTo>
                <a:lnTo>
                  <a:pt x="7079446" y="40481"/>
                </a:lnTo>
                <a:lnTo>
                  <a:pt x="7079446" y="45020"/>
                </a:lnTo>
                <a:lnTo>
                  <a:pt x="7067465" y="45020"/>
                </a:lnTo>
                <a:lnTo>
                  <a:pt x="7067465" y="66824"/>
                </a:lnTo>
                <a:cubicBezTo>
                  <a:pt x="7067465" y="69949"/>
                  <a:pt x="7068073" y="72244"/>
                  <a:pt x="7069288" y="73707"/>
                </a:cubicBezTo>
                <a:cubicBezTo>
                  <a:pt x="7070504" y="75170"/>
                  <a:pt x="7072402" y="75902"/>
                  <a:pt x="7074981" y="75902"/>
                </a:cubicBezTo>
                <a:cubicBezTo>
                  <a:pt x="7076321" y="75902"/>
                  <a:pt x="7077685" y="75679"/>
                  <a:pt x="7079074" y="75233"/>
                </a:cubicBezTo>
                <a:lnTo>
                  <a:pt x="7079967" y="79846"/>
                </a:lnTo>
                <a:cubicBezTo>
                  <a:pt x="7078280" y="80441"/>
                  <a:pt x="7076346" y="80739"/>
                  <a:pt x="7074163" y="80739"/>
                </a:cubicBezTo>
                <a:cubicBezTo>
                  <a:pt x="7070194" y="80739"/>
                  <a:pt x="7067193" y="79635"/>
                  <a:pt x="7065158" y="77428"/>
                </a:cubicBezTo>
                <a:cubicBezTo>
                  <a:pt x="7063124" y="75220"/>
                  <a:pt x="7062107" y="71933"/>
                  <a:pt x="7062107" y="67568"/>
                </a:cubicBezTo>
                <a:lnTo>
                  <a:pt x="7062107" y="45020"/>
                </a:lnTo>
                <a:lnTo>
                  <a:pt x="7055187" y="45020"/>
                </a:lnTo>
                <a:lnTo>
                  <a:pt x="7055187" y="40481"/>
                </a:lnTo>
                <a:lnTo>
                  <a:pt x="7062107" y="40481"/>
                </a:lnTo>
                <a:close/>
                <a:moveTo>
                  <a:pt x="6604907" y="28575"/>
                </a:moveTo>
                <a:lnTo>
                  <a:pt x="6610265" y="28575"/>
                </a:lnTo>
                <a:lnTo>
                  <a:pt x="6610265" y="40481"/>
                </a:lnTo>
                <a:lnTo>
                  <a:pt x="6622246" y="40481"/>
                </a:lnTo>
                <a:lnTo>
                  <a:pt x="6622246" y="45020"/>
                </a:lnTo>
                <a:lnTo>
                  <a:pt x="6610265" y="45020"/>
                </a:lnTo>
                <a:lnTo>
                  <a:pt x="6610265" y="66824"/>
                </a:lnTo>
                <a:cubicBezTo>
                  <a:pt x="6610265" y="69949"/>
                  <a:pt x="6610873" y="72244"/>
                  <a:pt x="6612088" y="73707"/>
                </a:cubicBezTo>
                <a:cubicBezTo>
                  <a:pt x="6613304" y="75170"/>
                  <a:pt x="6615202" y="75902"/>
                  <a:pt x="6617781" y="75902"/>
                </a:cubicBezTo>
                <a:cubicBezTo>
                  <a:pt x="6619121" y="75902"/>
                  <a:pt x="6620485" y="75679"/>
                  <a:pt x="6621874" y="75233"/>
                </a:cubicBezTo>
                <a:lnTo>
                  <a:pt x="6622767" y="79846"/>
                </a:lnTo>
                <a:cubicBezTo>
                  <a:pt x="6621080" y="80441"/>
                  <a:pt x="6619146" y="80739"/>
                  <a:pt x="6616963" y="80739"/>
                </a:cubicBezTo>
                <a:cubicBezTo>
                  <a:pt x="6612994" y="80739"/>
                  <a:pt x="6609993" y="79635"/>
                  <a:pt x="6607958" y="77428"/>
                </a:cubicBezTo>
                <a:cubicBezTo>
                  <a:pt x="6605925" y="75220"/>
                  <a:pt x="6604907" y="71933"/>
                  <a:pt x="6604907" y="67568"/>
                </a:cubicBezTo>
                <a:lnTo>
                  <a:pt x="6604907" y="45020"/>
                </a:lnTo>
                <a:lnTo>
                  <a:pt x="6597987" y="45020"/>
                </a:lnTo>
                <a:lnTo>
                  <a:pt x="6597987" y="40481"/>
                </a:lnTo>
                <a:lnTo>
                  <a:pt x="6604907" y="40481"/>
                </a:lnTo>
                <a:close/>
                <a:moveTo>
                  <a:pt x="6071507" y="28575"/>
                </a:moveTo>
                <a:lnTo>
                  <a:pt x="6076865" y="28575"/>
                </a:lnTo>
                <a:lnTo>
                  <a:pt x="6076865" y="40481"/>
                </a:lnTo>
                <a:lnTo>
                  <a:pt x="6088846" y="40481"/>
                </a:lnTo>
                <a:lnTo>
                  <a:pt x="6088846" y="45020"/>
                </a:lnTo>
                <a:lnTo>
                  <a:pt x="6076865" y="45020"/>
                </a:lnTo>
                <a:lnTo>
                  <a:pt x="6076865" y="66824"/>
                </a:lnTo>
                <a:cubicBezTo>
                  <a:pt x="6076865" y="69949"/>
                  <a:pt x="6077473" y="72244"/>
                  <a:pt x="6078688" y="73707"/>
                </a:cubicBezTo>
                <a:cubicBezTo>
                  <a:pt x="6079904" y="75170"/>
                  <a:pt x="6081802" y="75902"/>
                  <a:pt x="6084381" y="75902"/>
                </a:cubicBezTo>
                <a:cubicBezTo>
                  <a:pt x="6085721" y="75902"/>
                  <a:pt x="6087085" y="75679"/>
                  <a:pt x="6088474" y="75233"/>
                </a:cubicBezTo>
                <a:lnTo>
                  <a:pt x="6089367" y="79846"/>
                </a:lnTo>
                <a:cubicBezTo>
                  <a:pt x="6087680" y="80441"/>
                  <a:pt x="6085746" y="80739"/>
                  <a:pt x="6083563" y="80739"/>
                </a:cubicBezTo>
                <a:cubicBezTo>
                  <a:pt x="6079594" y="80739"/>
                  <a:pt x="6076593" y="79635"/>
                  <a:pt x="6074558" y="77428"/>
                </a:cubicBezTo>
                <a:cubicBezTo>
                  <a:pt x="6072525" y="75220"/>
                  <a:pt x="6071507" y="71933"/>
                  <a:pt x="6071507" y="67568"/>
                </a:cubicBezTo>
                <a:lnTo>
                  <a:pt x="6071507" y="45020"/>
                </a:lnTo>
                <a:lnTo>
                  <a:pt x="6064587" y="45020"/>
                </a:lnTo>
                <a:lnTo>
                  <a:pt x="6064587" y="40481"/>
                </a:lnTo>
                <a:lnTo>
                  <a:pt x="6071507" y="40481"/>
                </a:lnTo>
                <a:close/>
                <a:moveTo>
                  <a:pt x="5433332" y="28575"/>
                </a:moveTo>
                <a:lnTo>
                  <a:pt x="5438690" y="28575"/>
                </a:lnTo>
                <a:lnTo>
                  <a:pt x="5438690" y="40481"/>
                </a:lnTo>
                <a:lnTo>
                  <a:pt x="5450671" y="40481"/>
                </a:lnTo>
                <a:lnTo>
                  <a:pt x="5450671" y="45020"/>
                </a:lnTo>
                <a:lnTo>
                  <a:pt x="5438690" y="45020"/>
                </a:lnTo>
                <a:lnTo>
                  <a:pt x="5438690" y="66824"/>
                </a:lnTo>
                <a:cubicBezTo>
                  <a:pt x="5438690" y="69949"/>
                  <a:pt x="5439298" y="72244"/>
                  <a:pt x="5440513" y="73707"/>
                </a:cubicBezTo>
                <a:cubicBezTo>
                  <a:pt x="5441729" y="75170"/>
                  <a:pt x="5443627" y="75902"/>
                  <a:pt x="5446206" y="75902"/>
                </a:cubicBezTo>
                <a:cubicBezTo>
                  <a:pt x="5447546" y="75902"/>
                  <a:pt x="5448910" y="75679"/>
                  <a:pt x="5450299" y="75233"/>
                </a:cubicBezTo>
                <a:lnTo>
                  <a:pt x="5451192" y="79846"/>
                </a:lnTo>
                <a:cubicBezTo>
                  <a:pt x="5449505" y="80441"/>
                  <a:pt x="5447571" y="80739"/>
                  <a:pt x="5445388" y="80739"/>
                </a:cubicBezTo>
                <a:cubicBezTo>
                  <a:pt x="5441419" y="80739"/>
                  <a:pt x="5438418" y="79635"/>
                  <a:pt x="5436383" y="77428"/>
                </a:cubicBezTo>
                <a:cubicBezTo>
                  <a:pt x="5434349" y="75220"/>
                  <a:pt x="5433332" y="71933"/>
                  <a:pt x="5433332" y="67568"/>
                </a:cubicBezTo>
                <a:lnTo>
                  <a:pt x="5433332" y="45020"/>
                </a:lnTo>
                <a:lnTo>
                  <a:pt x="5426412" y="45020"/>
                </a:lnTo>
                <a:lnTo>
                  <a:pt x="5426412" y="40481"/>
                </a:lnTo>
                <a:lnTo>
                  <a:pt x="5433332" y="40481"/>
                </a:lnTo>
                <a:close/>
                <a:moveTo>
                  <a:pt x="5090432" y="28575"/>
                </a:moveTo>
                <a:lnTo>
                  <a:pt x="5095791" y="28575"/>
                </a:lnTo>
                <a:lnTo>
                  <a:pt x="5095791" y="40481"/>
                </a:lnTo>
                <a:lnTo>
                  <a:pt x="5107771" y="40481"/>
                </a:lnTo>
                <a:lnTo>
                  <a:pt x="5107771" y="45020"/>
                </a:lnTo>
                <a:lnTo>
                  <a:pt x="5095791" y="45020"/>
                </a:lnTo>
                <a:lnTo>
                  <a:pt x="5095791" y="66824"/>
                </a:lnTo>
                <a:cubicBezTo>
                  <a:pt x="5095791" y="69949"/>
                  <a:pt x="5096398" y="72244"/>
                  <a:pt x="5097614" y="73707"/>
                </a:cubicBezTo>
                <a:cubicBezTo>
                  <a:pt x="5098828" y="75170"/>
                  <a:pt x="5100727" y="75902"/>
                  <a:pt x="5103306" y="75902"/>
                </a:cubicBezTo>
                <a:cubicBezTo>
                  <a:pt x="5104646" y="75902"/>
                  <a:pt x="5106010" y="75679"/>
                  <a:pt x="5107399" y="75233"/>
                </a:cubicBezTo>
                <a:lnTo>
                  <a:pt x="5108292" y="79846"/>
                </a:lnTo>
                <a:cubicBezTo>
                  <a:pt x="5106605" y="80441"/>
                  <a:pt x="5104670" y="80739"/>
                  <a:pt x="5102488" y="80739"/>
                </a:cubicBezTo>
                <a:cubicBezTo>
                  <a:pt x="5098519" y="80739"/>
                  <a:pt x="5095518" y="79635"/>
                  <a:pt x="5093483" y="77428"/>
                </a:cubicBezTo>
                <a:cubicBezTo>
                  <a:pt x="5091450" y="75220"/>
                  <a:pt x="5090432" y="71933"/>
                  <a:pt x="5090432" y="67568"/>
                </a:cubicBezTo>
                <a:lnTo>
                  <a:pt x="5090432" y="45020"/>
                </a:lnTo>
                <a:lnTo>
                  <a:pt x="5083512" y="45020"/>
                </a:lnTo>
                <a:lnTo>
                  <a:pt x="5083512" y="40481"/>
                </a:lnTo>
                <a:lnTo>
                  <a:pt x="5090432" y="40481"/>
                </a:lnTo>
                <a:close/>
                <a:moveTo>
                  <a:pt x="4652282" y="28575"/>
                </a:moveTo>
                <a:lnTo>
                  <a:pt x="4657641" y="28575"/>
                </a:lnTo>
                <a:lnTo>
                  <a:pt x="4657641" y="40481"/>
                </a:lnTo>
                <a:lnTo>
                  <a:pt x="4669621" y="40481"/>
                </a:lnTo>
                <a:lnTo>
                  <a:pt x="4669621" y="45020"/>
                </a:lnTo>
                <a:lnTo>
                  <a:pt x="4657641" y="45020"/>
                </a:lnTo>
                <a:lnTo>
                  <a:pt x="4657641" y="66824"/>
                </a:lnTo>
                <a:cubicBezTo>
                  <a:pt x="4657641" y="69949"/>
                  <a:pt x="4658249" y="72244"/>
                  <a:pt x="4659463" y="73707"/>
                </a:cubicBezTo>
                <a:cubicBezTo>
                  <a:pt x="4660679" y="75170"/>
                  <a:pt x="4662577" y="75902"/>
                  <a:pt x="4665156" y="75902"/>
                </a:cubicBezTo>
                <a:cubicBezTo>
                  <a:pt x="4666496" y="75902"/>
                  <a:pt x="4667860" y="75679"/>
                  <a:pt x="4669249" y="75233"/>
                </a:cubicBezTo>
                <a:lnTo>
                  <a:pt x="4670142" y="79846"/>
                </a:lnTo>
                <a:cubicBezTo>
                  <a:pt x="4668456" y="80441"/>
                  <a:pt x="4666520" y="80739"/>
                  <a:pt x="4664338" y="80739"/>
                </a:cubicBezTo>
                <a:cubicBezTo>
                  <a:pt x="4660369" y="80739"/>
                  <a:pt x="4657367" y="79635"/>
                  <a:pt x="4655333" y="77428"/>
                </a:cubicBezTo>
                <a:cubicBezTo>
                  <a:pt x="4653300" y="75220"/>
                  <a:pt x="4652282" y="71933"/>
                  <a:pt x="4652282" y="67568"/>
                </a:cubicBezTo>
                <a:lnTo>
                  <a:pt x="4652282" y="45020"/>
                </a:lnTo>
                <a:lnTo>
                  <a:pt x="4645362" y="45020"/>
                </a:lnTo>
                <a:lnTo>
                  <a:pt x="4645362" y="40481"/>
                </a:lnTo>
                <a:lnTo>
                  <a:pt x="4652282" y="40481"/>
                </a:lnTo>
                <a:close/>
                <a:moveTo>
                  <a:pt x="4261757" y="28575"/>
                </a:moveTo>
                <a:lnTo>
                  <a:pt x="4267115" y="28575"/>
                </a:lnTo>
                <a:lnTo>
                  <a:pt x="4267115" y="40481"/>
                </a:lnTo>
                <a:lnTo>
                  <a:pt x="4279096" y="40481"/>
                </a:lnTo>
                <a:lnTo>
                  <a:pt x="4279096" y="45020"/>
                </a:lnTo>
                <a:lnTo>
                  <a:pt x="4267115" y="45020"/>
                </a:lnTo>
                <a:lnTo>
                  <a:pt x="4267115" y="66824"/>
                </a:lnTo>
                <a:cubicBezTo>
                  <a:pt x="4267115" y="69949"/>
                  <a:pt x="4267723" y="72244"/>
                  <a:pt x="4268938" y="73707"/>
                </a:cubicBezTo>
                <a:cubicBezTo>
                  <a:pt x="4270154" y="75170"/>
                  <a:pt x="4272051" y="75902"/>
                  <a:pt x="4274631" y="75902"/>
                </a:cubicBezTo>
                <a:cubicBezTo>
                  <a:pt x="4275971" y="75902"/>
                  <a:pt x="4277335" y="75679"/>
                  <a:pt x="4278724" y="75233"/>
                </a:cubicBezTo>
                <a:lnTo>
                  <a:pt x="4279617" y="79846"/>
                </a:lnTo>
                <a:cubicBezTo>
                  <a:pt x="4277930" y="80441"/>
                  <a:pt x="4275995" y="80739"/>
                  <a:pt x="4273813" y="80739"/>
                </a:cubicBezTo>
                <a:cubicBezTo>
                  <a:pt x="4269844" y="80739"/>
                  <a:pt x="4266842" y="79635"/>
                  <a:pt x="4264809" y="77428"/>
                </a:cubicBezTo>
                <a:cubicBezTo>
                  <a:pt x="4262775" y="75220"/>
                  <a:pt x="4261757" y="71933"/>
                  <a:pt x="4261757" y="67568"/>
                </a:cubicBezTo>
                <a:lnTo>
                  <a:pt x="4261757" y="45020"/>
                </a:lnTo>
                <a:lnTo>
                  <a:pt x="4254837" y="45020"/>
                </a:lnTo>
                <a:lnTo>
                  <a:pt x="4254837" y="40481"/>
                </a:lnTo>
                <a:lnTo>
                  <a:pt x="4261757" y="40481"/>
                </a:lnTo>
                <a:close/>
                <a:moveTo>
                  <a:pt x="3737883" y="28575"/>
                </a:moveTo>
                <a:lnTo>
                  <a:pt x="3743240" y="28575"/>
                </a:lnTo>
                <a:lnTo>
                  <a:pt x="3743240" y="40481"/>
                </a:lnTo>
                <a:lnTo>
                  <a:pt x="3755221" y="40481"/>
                </a:lnTo>
                <a:lnTo>
                  <a:pt x="3755221" y="45020"/>
                </a:lnTo>
                <a:lnTo>
                  <a:pt x="3743240" y="45020"/>
                </a:lnTo>
                <a:lnTo>
                  <a:pt x="3743240" y="66824"/>
                </a:lnTo>
                <a:cubicBezTo>
                  <a:pt x="3743240" y="69949"/>
                  <a:pt x="3743848" y="72244"/>
                  <a:pt x="3745064" y="73707"/>
                </a:cubicBezTo>
                <a:cubicBezTo>
                  <a:pt x="3746279" y="75170"/>
                  <a:pt x="3748177" y="75902"/>
                  <a:pt x="3750756" y="75902"/>
                </a:cubicBezTo>
                <a:cubicBezTo>
                  <a:pt x="3752095" y="75902"/>
                  <a:pt x="3753460" y="75679"/>
                  <a:pt x="3754849" y="75233"/>
                </a:cubicBezTo>
                <a:lnTo>
                  <a:pt x="3755742" y="79846"/>
                </a:lnTo>
                <a:cubicBezTo>
                  <a:pt x="3754055" y="80441"/>
                  <a:pt x="3752120" y="80739"/>
                  <a:pt x="3749937" y="80739"/>
                </a:cubicBezTo>
                <a:cubicBezTo>
                  <a:pt x="3745969" y="80739"/>
                  <a:pt x="3742968" y="79635"/>
                  <a:pt x="3740934" y="77428"/>
                </a:cubicBezTo>
                <a:cubicBezTo>
                  <a:pt x="3738900" y="75220"/>
                  <a:pt x="3737883" y="71933"/>
                  <a:pt x="3737883" y="67568"/>
                </a:cubicBezTo>
                <a:lnTo>
                  <a:pt x="3737883" y="45020"/>
                </a:lnTo>
                <a:lnTo>
                  <a:pt x="3730963" y="45020"/>
                </a:lnTo>
                <a:lnTo>
                  <a:pt x="3730963" y="40481"/>
                </a:lnTo>
                <a:lnTo>
                  <a:pt x="3737883" y="40481"/>
                </a:lnTo>
                <a:close/>
                <a:moveTo>
                  <a:pt x="3366408" y="28575"/>
                </a:moveTo>
                <a:lnTo>
                  <a:pt x="3371765" y="28575"/>
                </a:lnTo>
                <a:lnTo>
                  <a:pt x="3371765" y="40481"/>
                </a:lnTo>
                <a:lnTo>
                  <a:pt x="3383746" y="40481"/>
                </a:lnTo>
                <a:lnTo>
                  <a:pt x="3383746" y="45020"/>
                </a:lnTo>
                <a:lnTo>
                  <a:pt x="3371765" y="45020"/>
                </a:lnTo>
                <a:lnTo>
                  <a:pt x="3371765" y="66824"/>
                </a:lnTo>
                <a:cubicBezTo>
                  <a:pt x="3371765" y="69949"/>
                  <a:pt x="3372373" y="72244"/>
                  <a:pt x="3373589" y="73707"/>
                </a:cubicBezTo>
                <a:cubicBezTo>
                  <a:pt x="3374804" y="75170"/>
                  <a:pt x="3376702" y="75902"/>
                  <a:pt x="3379281" y="75902"/>
                </a:cubicBezTo>
                <a:cubicBezTo>
                  <a:pt x="3380621" y="75902"/>
                  <a:pt x="3381986" y="75679"/>
                  <a:pt x="3383375" y="75233"/>
                </a:cubicBezTo>
                <a:lnTo>
                  <a:pt x="3384268" y="79846"/>
                </a:lnTo>
                <a:cubicBezTo>
                  <a:pt x="3382581" y="80441"/>
                  <a:pt x="3380646" y="80739"/>
                  <a:pt x="3378463" y="80739"/>
                </a:cubicBezTo>
                <a:cubicBezTo>
                  <a:pt x="3374494" y="80739"/>
                  <a:pt x="3371493" y="79635"/>
                  <a:pt x="3369459" y="77428"/>
                </a:cubicBezTo>
                <a:cubicBezTo>
                  <a:pt x="3367425" y="75220"/>
                  <a:pt x="3366408" y="71933"/>
                  <a:pt x="3366408" y="67568"/>
                </a:cubicBezTo>
                <a:lnTo>
                  <a:pt x="3366408" y="45020"/>
                </a:lnTo>
                <a:lnTo>
                  <a:pt x="3359487" y="45020"/>
                </a:lnTo>
                <a:lnTo>
                  <a:pt x="3359487" y="40481"/>
                </a:lnTo>
                <a:lnTo>
                  <a:pt x="3366408" y="40481"/>
                </a:lnTo>
                <a:close/>
                <a:moveTo>
                  <a:pt x="3175908" y="28575"/>
                </a:moveTo>
                <a:lnTo>
                  <a:pt x="3181266" y="28575"/>
                </a:lnTo>
                <a:lnTo>
                  <a:pt x="3181266" y="40481"/>
                </a:lnTo>
                <a:lnTo>
                  <a:pt x="3193247" y="40481"/>
                </a:lnTo>
                <a:lnTo>
                  <a:pt x="3193247" y="45020"/>
                </a:lnTo>
                <a:lnTo>
                  <a:pt x="3181266" y="45020"/>
                </a:lnTo>
                <a:lnTo>
                  <a:pt x="3181266" y="66824"/>
                </a:lnTo>
                <a:cubicBezTo>
                  <a:pt x="3181266" y="69949"/>
                  <a:pt x="3181873" y="72244"/>
                  <a:pt x="3183089" y="73707"/>
                </a:cubicBezTo>
                <a:cubicBezTo>
                  <a:pt x="3184305" y="75170"/>
                  <a:pt x="3186202" y="75902"/>
                  <a:pt x="3188782" y="75902"/>
                </a:cubicBezTo>
                <a:cubicBezTo>
                  <a:pt x="3190121" y="75902"/>
                  <a:pt x="3191486" y="75679"/>
                  <a:pt x="3192875" y="75233"/>
                </a:cubicBezTo>
                <a:lnTo>
                  <a:pt x="3193767" y="79846"/>
                </a:lnTo>
                <a:cubicBezTo>
                  <a:pt x="3192081" y="80441"/>
                  <a:pt x="3190146" y="80739"/>
                  <a:pt x="3187963" y="80739"/>
                </a:cubicBezTo>
                <a:cubicBezTo>
                  <a:pt x="3183994" y="80739"/>
                  <a:pt x="3180993" y="79635"/>
                  <a:pt x="3178959" y="77428"/>
                </a:cubicBezTo>
                <a:cubicBezTo>
                  <a:pt x="3176925" y="75220"/>
                  <a:pt x="3175908" y="71933"/>
                  <a:pt x="3175908" y="67568"/>
                </a:cubicBezTo>
                <a:lnTo>
                  <a:pt x="3175908" y="45020"/>
                </a:lnTo>
                <a:lnTo>
                  <a:pt x="3168988" y="45020"/>
                </a:lnTo>
                <a:lnTo>
                  <a:pt x="3168988" y="40481"/>
                </a:lnTo>
                <a:lnTo>
                  <a:pt x="3175908" y="40481"/>
                </a:lnTo>
                <a:close/>
                <a:moveTo>
                  <a:pt x="3004458" y="28575"/>
                </a:moveTo>
                <a:lnTo>
                  <a:pt x="3009816" y="28575"/>
                </a:lnTo>
                <a:lnTo>
                  <a:pt x="3009816" y="40481"/>
                </a:lnTo>
                <a:lnTo>
                  <a:pt x="3021797" y="40481"/>
                </a:lnTo>
                <a:lnTo>
                  <a:pt x="3021797" y="45020"/>
                </a:lnTo>
                <a:lnTo>
                  <a:pt x="3009816" y="45020"/>
                </a:lnTo>
                <a:lnTo>
                  <a:pt x="3009816" y="66824"/>
                </a:lnTo>
                <a:cubicBezTo>
                  <a:pt x="3009816" y="69949"/>
                  <a:pt x="3010423" y="72244"/>
                  <a:pt x="3011639" y="73707"/>
                </a:cubicBezTo>
                <a:cubicBezTo>
                  <a:pt x="3012855" y="75170"/>
                  <a:pt x="3014752" y="75902"/>
                  <a:pt x="3017331" y="75902"/>
                </a:cubicBezTo>
                <a:cubicBezTo>
                  <a:pt x="3018671" y="75902"/>
                  <a:pt x="3020036" y="75679"/>
                  <a:pt x="3021425" y="75233"/>
                </a:cubicBezTo>
                <a:lnTo>
                  <a:pt x="3022317" y="79846"/>
                </a:lnTo>
                <a:cubicBezTo>
                  <a:pt x="3020631" y="80441"/>
                  <a:pt x="3018696" y="80739"/>
                  <a:pt x="3016513" y="80739"/>
                </a:cubicBezTo>
                <a:cubicBezTo>
                  <a:pt x="3012544" y="80739"/>
                  <a:pt x="3009543" y="79635"/>
                  <a:pt x="3007509" y="77428"/>
                </a:cubicBezTo>
                <a:cubicBezTo>
                  <a:pt x="3005475" y="75220"/>
                  <a:pt x="3004458" y="71933"/>
                  <a:pt x="3004458" y="67568"/>
                </a:cubicBezTo>
                <a:lnTo>
                  <a:pt x="3004458" y="45020"/>
                </a:lnTo>
                <a:lnTo>
                  <a:pt x="2997538" y="45020"/>
                </a:lnTo>
                <a:lnTo>
                  <a:pt x="2997538" y="40481"/>
                </a:lnTo>
                <a:lnTo>
                  <a:pt x="3004458" y="40481"/>
                </a:lnTo>
                <a:close/>
                <a:moveTo>
                  <a:pt x="2709183" y="28575"/>
                </a:moveTo>
                <a:lnTo>
                  <a:pt x="2714541" y="28575"/>
                </a:lnTo>
                <a:lnTo>
                  <a:pt x="2714541" y="40481"/>
                </a:lnTo>
                <a:lnTo>
                  <a:pt x="2726522" y="40481"/>
                </a:lnTo>
                <a:lnTo>
                  <a:pt x="2726522" y="45020"/>
                </a:lnTo>
                <a:lnTo>
                  <a:pt x="2714541" y="45020"/>
                </a:lnTo>
                <a:lnTo>
                  <a:pt x="2714541" y="66824"/>
                </a:lnTo>
                <a:cubicBezTo>
                  <a:pt x="2714541" y="69949"/>
                  <a:pt x="2715148" y="72244"/>
                  <a:pt x="2716364" y="73707"/>
                </a:cubicBezTo>
                <a:cubicBezTo>
                  <a:pt x="2717580" y="75170"/>
                  <a:pt x="2719477" y="75902"/>
                  <a:pt x="2722057" y="75902"/>
                </a:cubicBezTo>
                <a:cubicBezTo>
                  <a:pt x="2723396" y="75902"/>
                  <a:pt x="2724761" y="75679"/>
                  <a:pt x="2726149" y="75233"/>
                </a:cubicBezTo>
                <a:lnTo>
                  <a:pt x="2727042" y="79846"/>
                </a:lnTo>
                <a:cubicBezTo>
                  <a:pt x="2725356" y="80441"/>
                  <a:pt x="2723421" y="80739"/>
                  <a:pt x="2721238" y="80739"/>
                </a:cubicBezTo>
                <a:cubicBezTo>
                  <a:pt x="2717269" y="80739"/>
                  <a:pt x="2714268" y="79635"/>
                  <a:pt x="2712234" y="77428"/>
                </a:cubicBezTo>
                <a:cubicBezTo>
                  <a:pt x="2710200" y="75220"/>
                  <a:pt x="2709183" y="71933"/>
                  <a:pt x="2709183" y="67568"/>
                </a:cubicBezTo>
                <a:lnTo>
                  <a:pt x="2709183" y="45020"/>
                </a:lnTo>
                <a:lnTo>
                  <a:pt x="2702263" y="45020"/>
                </a:lnTo>
                <a:lnTo>
                  <a:pt x="2702263" y="40481"/>
                </a:lnTo>
                <a:lnTo>
                  <a:pt x="2709183" y="40481"/>
                </a:lnTo>
                <a:close/>
                <a:moveTo>
                  <a:pt x="2156733" y="28575"/>
                </a:moveTo>
                <a:lnTo>
                  <a:pt x="2162091" y="28575"/>
                </a:lnTo>
                <a:lnTo>
                  <a:pt x="2162091" y="40481"/>
                </a:lnTo>
                <a:lnTo>
                  <a:pt x="2174072" y="40481"/>
                </a:lnTo>
                <a:lnTo>
                  <a:pt x="2174072" y="45020"/>
                </a:lnTo>
                <a:lnTo>
                  <a:pt x="2162091" y="45020"/>
                </a:lnTo>
                <a:lnTo>
                  <a:pt x="2162091" y="66824"/>
                </a:lnTo>
                <a:cubicBezTo>
                  <a:pt x="2162091" y="69949"/>
                  <a:pt x="2162699" y="72244"/>
                  <a:pt x="2163914" y="73707"/>
                </a:cubicBezTo>
                <a:cubicBezTo>
                  <a:pt x="2165130" y="75170"/>
                  <a:pt x="2167027" y="75902"/>
                  <a:pt x="2169607" y="75902"/>
                </a:cubicBezTo>
                <a:cubicBezTo>
                  <a:pt x="2170946" y="75902"/>
                  <a:pt x="2172310" y="75679"/>
                  <a:pt x="2173699" y="75233"/>
                </a:cubicBezTo>
                <a:lnTo>
                  <a:pt x="2174592" y="79846"/>
                </a:lnTo>
                <a:cubicBezTo>
                  <a:pt x="2172906" y="80441"/>
                  <a:pt x="2170971" y="80739"/>
                  <a:pt x="2168788" y="80739"/>
                </a:cubicBezTo>
                <a:cubicBezTo>
                  <a:pt x="2164820" y="80739"/>
                  <a:pt x="2161818" y="79635"/>
                  <a:pt x="2159784" y="77428"/>
                </a:cubicBezTo>
                <a:cubicBezTo>
                  <a:pt x="2157750" y="75220"/>
                  <a:pt x="2156733" y="71933"/>
                  <a:pt x="2156733" y="67568"/>
                </a:cubicBezTo>
                <a:lnTo>
                  <a:pt x="2156733" y="45020"/>
                </a:lnTo>
                <a:lnTo>
                  <a:pt x="2149812" y="45020"/>
                </a:lnTo>
                <a:lnTo>
                  <a:pt x="2149812" y="40481"/>
                </a:lnTo>
                <a:lnTo>
                  <a:pt x="2156733" y="40481"/>
                </a:lnTo>
                <a:close/>
                <a:moveTo>
                  <a:pt x="2004333" y="28575"/>
                </a:moveTo>
                <a:lnTo>
                  <a:pt x="2009691" y="28575"/>
                </a:lnTo>
                <a:lnTo>
                  <a:pt x="2009691" y="40481"/>
                </a:lnTo>
                <a:lnTo>
                  <a:pt x="2021672" y="40481"/>
                </a:lnTo>
                <a:lnTo>
                  <a:pt x="2021672" y="45020"/>
                </a:lnTo>
                <a:lnTo>
                  <a:pt x="2009691" y="45020"/>
                </a:lnTo>
                <a:lnTo>
                  <a:pt x="2009691" y="66824"/>
                </a:lnTo>
                <a:cubicBezTo>
                  <a:pt x="2009691" y="69949"/>
                  <a:pt x="2010299" y="72244"/>
                  <a:pt x="2011514" y="73707"/>
                </a:cubicBezTo>
                <a:cubicBezTo>
                  <a:pt x="2012729" y="75170"/>
                  <a:pt x="2014627" y="75902"/>
                  <a:pt x="2017207" y="75902"/>
                </a:cubicBezTo>
                <a:cubicBezTo>
                  <a:pt x="2018546" y="75902"/>
                  <a:pt x="2019910" y="75679"/>
                  <a:pt x="2021299" y="75233"/>
                </a:cubicBezTo>
                <a:lnTo>
                  <a:pt x="2022193" y="79846"/>
                </a:lnTo>
                <a:cubicBezTo>
                  <a:pt x="2020506" y="80441"/>
                  <a:pt x="2018571" y="80739"/>
                  <a:pt x="2016388" y="80739"/>
                </a:cubicBezTo>
                <a:cubicBezTo>
                  <a:pt x="2012419" y="80739"/>
                  <a:pt x="2009418" y="79635"/>
                  <a:pt x="2007384" y="77428"/>
                </a:cubicBezTo>
                <a:cubicBezTo>
                  <a:pt x="2005350" y="75220"/>
                  <a:pt x="2004333" y="71933"/>
                  <a:pt x="2004333" y="67568"/>
                </a:cubicBezTo>
                <a:lnTo>
                  <a:pt x="2004333" y="45020"/>
                </a:lnTo>
                <a:lnTo>
                  <a:pt x="1997412" y="45020"/>
                </a:lnTo>
                <a:lnTo>
                  <a:pt x="1997412" y="40481"/>
                </a:lnTo>
                <a:lnTo>
                  <a:pt x="2004333" y="40481"/>
                </a:lnTo>
                <a:close/>
                <a:moveTo>
                  <a:pt x="1509033" y="28575"/>
                </a:moveTo>
                <a:lnTo>
                  <a:pt x="1514391" y="28575"/>
                </a:lnTo>
                <a:lnTo>
                  <a:pt x="1514391" y="40481"/>
                </a:lnTo>
                <a:lnTo>
                  <a:pt x="1526371" y="40481"/>
                </a:lnTo>
                <a:lnTo>
                  <a:pt x="1526371" y="45020"/>
                </a:lnTo>
                <a:lnTo>
                  <a:pt x="1514391" y="45020"/>
                </a:lnTo>
                <a:lnTo>
                  <a:pt x="1514391" y="66824"/>
                </a:lnTo>
                <a:cubicBezTo>
                  <a:pt x="1514391" y="69949"/>
                  <a:pt x="1514999" y="72244"/>
                  <a:pt x="1516214" y="73707"/>
                </a:cubicBezTo>
                <a:cubicBezTo>
                  <a:pt x="1517430" y="75170"/>
                  <a:pt x="1519327" y="75902"/>
                  <a:pt x="1521907" y="75902"/>
                </a:cubicBezTo>
                <a:cubicBezTo>
                  <a:pt x="1523246" y="75902"/>
                  <a:pt x="1524610" y="75679"/>
                  <a:pt x="1526000" y="75233"/>
                </a:cubicBezTo>
                <a:lnTo>
                  <a:pt x="1526893" y="79846"/>
                </a:lnTo>
                <a:cubicBezTo>
                  <a:pt x="1525206" y="80441"/>
                  <a:pt x="1523271" y="80739"/>
                  <a:pt x="1521088" y="80739"/>
                </a:cubicBezTo>
                <a:cubicBezTo>
                  <a:pt x="1517120" y="80739"/>
                  <a:pt x="1514118" y="79635"/>
                  <a:pt x="1512084" y="77428"/>
                </a:cubicBezTo>
                <a:cubicBezTo>
                  <a:pt x="1510050" y="75220"/>
                  <a:pt x="1509033" y="71933"/>
                  <a:pt x="1509033" y="67568"/>
                </a:cubicBezTo>
                <a:lnTo>
                  <a:pt x="1509033" y="45020"/>
                </a:lnTo>
                <a:lnTo>
                  <a:pt x="1502113" y="45020"/>
                </a:lnTo>
                <a:lnTo>
                  <a:pt x="1502113" y="40481"/>
                </a:lnTo>
                <a:lnTo>
                  <a:pt x="1509033" y="40481"/>
                </a:lnTo>
                <a:close/>
                <a:moveTo>
                  <a:pt x="10870917" y="26342"/>
                </a:moveTo>
                <a:lnTo>
                  <a:pt x="10902022" y="26342"/>
                </a:lnTo>
                <a:lnTo>
                  <a:pt x="10902022" y="31328"/>
                </a:lnTo>
                <a:lnTo>
                  <a:pt x="10876423" y="31328"/>
                </a:lnTo>
                <a:lnTo>
                  <a:pt x="10876423" y="50155"/>
                </a:lnTo>
                <a:lnTo>
                  <a:pt x="10895622" y="50155"/>
                </a:lnTo>
                <a:lnTo>
                  <a:pt x="10895622" y="55215"/>
                </a:lnTo>
                <a:lnTo>
                  <a:pt x="10876423" y="55215"/>
                </a:lnTo>
                <a:lnTo>
                  <a:pt x="10876423" y="75233"/>
                </a:lnTo>
                <a:lnTo>
                  <a:pt x="10902915" y="75233"/>
                </a:lnTo>
                <a:lnTo>
                  <a:pt x="10902915" y="80218"/>
                </a:lnTo>
                <a:lnTo>
                  <a:pt x="10870917" y="80218"/>
                </a:lnTo>
                <a:close/>
                <a:moveTo>
                  <a:pt x="6341630" y="26342"/>
                </a:moveTo>
                <a:lnTo>
                  <a:pt x="6376010" y="26342"/>
                </a:lnTo>
                <a:lnTo>
                  <a:pt x="6376010" y="31403"/>
                </a:lnTo>
                <a:lnTo>
                  <a:pt x="6361573" y="31403"/>
                </a:lnTo>
                <a:lnTo>
                  <a:pt x="6361573" y="80218"/>
                </a:lnTo>
                <a:lnTo>
                  <a:pt x="6356067" y="80218"/>
                </a:lnTo>
                <a:lnTo>
                  <a:pt x="6356067" y="31403"/>
                </a:lnTo>
                <a:lnTo>
                  <a:pt x="6341630" y="31403"/>
                </a:lnTo>
                <a:close/>
                <a:moveTo>
                  <a:pt x="5936967" y="26342"/>
                </a:moveTo>
                <a:lnTo>
                  <a:pt x="5968072" y="26342"/>
                </a:lnTo>
                <a:lnTo>
                  <a:pt x="5968072" y="31328"/>
                </a:lnTo>
                <a:lnTo>
                  <a:pt x="5942473" y="31328"/>
                </a:lnTo>
                <a:lnTo>
                  <a:pt x="5942473" y="50155"/>
                </a:lnTo>
                <a:lnTo>
                  <a:pt x="5961672" y="50155"/>
                </a:lnTo>
                <a:lnTo>
                  <a:pt x="5961672" y="55215"/>
                </a:lnTo>
                <a:lnTo>
                  <a:pt x="5942473" y="55215"/>
                </a:lnTo>
                <a:lnTo>
                  <a:pt x="5942473" y="75233"/>
                </a:lnTo>
                <a:lnTo>
                  <a:pt x="5968965" y="75233"/>
                </a:lnTo>
                <a:lnTo>
                  <a:pt x="5968965" y="80218"/>
                </a:lnTo>
                <a:lnTo>
                  <a:pt x="5936967" y="80218"/>
                </a:lnTo>
                <a:close/>
                <a:moveTo>
                  <a:pt x="2984366" y="26342"/>
                </a:moveTo>
                <a:lnTo>
                  <a:pt x="2989873" y="26342"/>
                </a:lnTo>
                <a:lnTo>
                  <a:pt x="2989873" y="80218"/>
                </a:lnTo>
                <a:lnTo>
                  <a:pt x="2984366" y="80218"/>
                </a:lnTo>
                <a:close/>
                <a:moveTo>
                  <a:pt x="2574642" y="26342"/>
                </a:moveTo>
                <a:lnTo>
                  <a:pt x="2605748" y="26342"/>
                </a:lnTo>
                <a:lnTo>
                  <a:pt x="2605748" y="31328"/>
                </a:lnTo>
                <a:lnTo>
                  <a:pt x="2580149" y="31328"/>
                </a:lnTo>
                <a:lnTo>
                  <a:pt x="2580149" y="50155"/>
                </a:lnTo>
                <a:lnTo>
                  <a:pt x="2599347" y="50155"/>
                </a:lnTo>
                <a:lnTo>
                  <a:pt x="2599347" y="55215"/>
                </a:lnTo>
                <a:lnTo>
                  <a:pt x="2580149" y="55215"/>
                </a:lnTo>
                <a:lnTo>
                  <a:pt x="2580149" y="75233"/>
                </a:lnTo>
                <a:lnTo>
                  <a:pt x="2606640" y="75233"/>
                </a:lnTo>
                <a:lnTo>
                  <a:pt x="2606640" y="80218"/>
                </a:lnTo>
                <a:lnTo>
                  <a:pt x="2574642" y="80218"/>
                </a:lnTo>
                <a:close/>
                <a:moveTo>
                  <a:pt x="1236231" y="26342"/>
                </a:moveTo>
                <a:lnTo>
                  <a:pt x="1270610" y="26342"/>
                </a:lnTo>
                <a:lnTo>
                  <a:pt x="1270610" y="31403"/>
                </a:lnTo>
                <a:lnTo>
                  <a:pt x="1256174" y="31403"/>
                </a:lnTo>
                <a:lnTo>
                  <a:pt x="1256174" y="80218"/>
                </a:lnTo>
                <a:lnTo>
                  <a:pt x="1250667" y="80218"/>
                </a:lnTo>
                <a:lnTo>
                  <a:pt x="1250667" y="31403"/>
                </a:lnTo>
                <a:lnTo>
                  <a:pt x="1236231" y="31403"/>
                </a:lnTo>
                <a:close/>
                <a:moveTo>
                  <a:pt x="10551085" y="25449"/>
                </a:moveTo>
                <a:cubicBezTo>
                  <a:pt x="10553665" y="25449"/>
                  <a:pt x="10556307" y="25735"/>
                  <a:pt x="10559010" y="26305"/>
                </a:cubicBezTo>
                <a:cubicBezTo>
                  <a:pt x="10561713" y="26876"/>
                  <a:pt x="10564182" y="27682"/>
                  <a:pt x="10566414" y="28724"/>
                </a:cubicBezTo>
                <a:lnTo>
                  <a:pt x="10564479" y="33561"/>
                </a:lnTo>
                <a:cubicBezTo>
                  <a:pt x="10559419" y="31527"/>
                  <a:pt x="10554904" y="30510"/>
                  <a:pt x="10550936" y="30510"/>
                </a:cubicBezTo>
                <a:cubicBezTo>
                  <a:pt x="10547463" y="30510"/>
                  <a:pt x="10544747" y="31316"/>
                  <a:pt x="10542788" y="32928"/>
                </a:cubicBezTo>
                <a:cubicBezTo>
                  <a:pt x="10540829" y="34540"/>
                  <a:pt x="10539848" y="36736"/>
                  <a:pt x="10539848" y="39514"/>
                </a:cubicBezTo>
                <a:cubicBezTo>
                  <a:pt x="10539848" y="42044"/>
                  <a:pt x="10540555" y="44090"/>
                  <a:pt x="10541969" y="45653"/>
                </a:cubicBezTo>
                <a:cubicBezTo>
                  <a:pt x="10543383" y="47216"/>
                  <a:pt x="10545554" y="48394"/>
                  <a:pt x="10548480" y="49188"/>
                </a:cubicBezTo>
                <a:lnTo>
                  <a:pt x="10554582" y="50899"/>
                </a:lnTo>
                <a:cubicBezTo>
                  <a:pt x="10559146" y="52189"/>
                  <a:pt x="10562507" y="54024"/>
                  <a:pt x="10564666" y="56406"/>
                </a:cubicBezTo>
                <a:cubicBezTo>
                  <a:pt x="10566824" y="58787"/>
                  <a:pt x="10567903" y="61888"/>
                  <a:pt x="10567903" y="65708"/>
                </a:cubicBezTo>
                <a:cubicBezTo>
                  <a:pt x="10567903" y="68783"/>
                  <a:pt x="10567171" y="71487"/>
                  <a:pt x="10565707" y="73819"/>
                </a:cubicBezTo>
                <a:cubicBezTo>
                  <a:pt x="10564243" y="76150"/>
                  <a:pt x="10562173" y="77949"/>
                  <a:pt x="10559494" y="79214"/>
                </a:cubicBezTo>
                <a:cubicBezTo>
                  <a:pt x="10556815" y="80479"/>
                  <a:pt x="10553689" y="81111"/>
                  <a:pt x="10550118" y="81111"/>
                </a:cubicBezTo>
                <a:cubicBezTo>
                  <a:pt x="10547191" y="81111"/>
                  <a:pt x="10544276" y="80739"/>
                  <a:pt x="10541374" y="79995"/>
                </a:cubicBezTo>
                <a:cubicBezTo>
                  <a:pt x="10538472" y="79251"/>
                  <a:pt x="10535904" y="78209"/>
                  <a:pt x="10533672" y="76870"/>
                </a:cubicBezTo>
                <a:lnTo>
                  <a:pt x="10535681" y="72033"/>
                </a:lnTo>
                <a:cubicBezTo>
                  <a:pt x="10540295" y="74712"/>
                  <a:pt x="10545107" y="76051"/>
                  <a:pt x="10550118" y="76051"/>
                </a:cubicBezTo>
                <a:cubicBezTo>
                  <a:pt x="10553937" y="76051"/>
                  <a:pt x="10556914" y="75195"/>
                  <a:pt x="10559047" y="73484"/>
                </a:cubicBezTo>
                <a:cubicBezTo>
                  <a:pt x="10561181" y="71772"/>
                  <a:pt x="10562247" y="69428"/>
                  <a:pt x="10562247" y="66452"/>
                </a:cubicBezTo>
                <a:cubicBezTo>
                  <a:pt x="10562247" y="63922"/>
                  <a:pt x="10561540" y="61875"/>
                  <a:pt x="10560126" y="60312"/>
                </a:cubicBezTo>
                <a:cubicBezTo>
                  <a:pt x="10558712" y="58750"/>
                  <a:pt x="10556542" y="57572"/>
                  <a:pt x="10553615" y="56778"/>
                </a:cubicBezTo>
                <a:lnTo>
                  <a:pt x="10547513" y="55066"/>
                </a:lnTo>
                <a:cubicBezTo>
                  <a:pt x="10542949" y="53776"/>
                  <a:pt x="10539588" y="51941"/>
                  <a:pt x="10537430" y="49560"/>
                </a:cubicBezTo>
                <a:cubicBezTo>
                  <a:pt x="10535272" y="47178"/>
                  <a:pt x="10534193" y="44078"/>
                  <a:pt x="10534193" y="40258"/>
                </a:cubicBezTo>
                <a:cubicBezTo>
                  <a:pt x="10534193" y="35743"/>
                  <a:pt x="10535718" y="32147"/>
                  <a:pt x="10538769" y="29468"/>
                </a:cubicBezTo>
                <a:cubicBezTo>
                  <a:pt x="10541820" y="26789"/>
                  <a:pt x="10545926" y="25449"/>
                  <a:pt x="10551085" y="25449"/>
                </a:cubicBezTo>
                <a:close/>
                <a:moveTo>
                  <a:pt x="5617135" y="25449"/>
                </a:moveTo>
                <a:cubicBezTo>
                  <a:pt x="5619715" y="25449"/>
                  <a:pt x="5622356" y="25735"/>
                  <a:pt x="5625060" y="26305"/>
                </a:cubicBezTo>
                <a:cubicBezTo>
                  <a:pt x="5627764" y="26876"/>
                  <a:pt x="5630233" y="27682"/>
                  <a:pt x="5632464" y="28724"/>
                </a:cubicBezTo>
                <a:lnTo>
                  <a:pt x="5630530" y="33561"/>
                </a:lnTo>
                <a:cubicBezTo>
                  <a:pt x="5625470" y="31527"/>
                  <a:pt x="5620955" y="30510"/>
                  <a:pt x="5616987" y="30510"/>
                </a:cubicBezTo>
                <a:cubicBezTo>
                  <a:pt x="5613514" y="30510"/>
                  <a:pt x="5610798" y="31316"/>
                  <a:pt x="5608838" y="32928"/>
                </a:cubicBezTo>
                <a:cubicBezTo>
                  <a:pt x="5606878" y="34540"/>
                  <a:pt x="5605899" y="36736"/>
                  <a:pt x="5605899" y="39514"/>
                </a:cubicBezTo>
                <a:cubicBezTo>
                  <a:pt x="5605899" y="42044"/>
                  <a:pt x="5606606" y="44090"/>
                  <a:pt x="5608019" y="45653"/>
                </a:cubicBezTo>
                <a:cubicBezTo>
                  <a:pt x="5609433" y="47216"/>
                  <a:pt x="5611604" y="48394"/>
                  <a:pt x="5614531" y="49188"/>
                </a:cubicBezTo>
                <a:lnTo>
                  <a:pt x="5620633" y="50899"/>
                </a:lnTo>
                <a:cubicBezTo>
                  <a:pt x="5625197" y="52189"/>
                  <a:pt x="5628558" y="54024"/>
                  <a:pt x="5630716" y="56406"/>
                </a:cubicBezTo>
                <a:cubicBezTo>
                  <a:pt x="5632874" y="58787"/>
                  <a:pt x="5633953" y="61888"/>
                  <a:pt x="5633953" y="65708"/>
                </a:cubicBezTo>
                <a:cubicBezTo>
                  <a:pt x="5633953" y="68783"/>
                  <a:pt x="5633221" y="71487"/>
                  <a:pt x="5631758" y="73819"/>
                </a:cubicBezTo>
                <a:cubicBezTo>
                  <a:pt x="5630295" y="76150"/>
                  <a:pt x="5628223" y="77949"/>
                  <a:pt x="5625544" y="79214"/>
                </a:cubicBezTo>
                <a:cubicBezTo>
                  <a:pt x="5622865" y="80479"/>
                  <a:pt x="5619740" y="81111"/>
                  <a:pt x="5616168" y="81111"/>
                </a:cubicBezTo>
                <a:cubicBezTo>
                  <a:pt x="5613241" y="81111"/>
                  <a:pt x="5610326" y="80739"/>
                  <a:pt x="5607424" y="79995"/>
                </a:cubicBezTo>
                <a:cubicBezTo>
                  <a:pt x="5604522" y="79251"/>
                  <a:pt x="5601955" y="78209"/>
                  <a:pt x="5599722" y="76870"/>
                </a:cubicBezTo>
                <a:lnTo>
                  <a:pt x="5601731" y="72033"/>
                </a:lnTo>
                <a:cubicBezTo>
                  <a:pt x="5606345" y="74712"/>
                  <a:pt x="5611158" y="76051"/>
                  <a:pt x="5616168" y="76051"/>
                </a:cubicBezTo>
                <a:cubicBezTo>
                  <a:pt x="5619988" y="76051"/>
                  <a:pt x="5622964" y="75195"/>
                  <a:pt x="5625098" y="73484"/>
                </a:cubicBezTo>
                <a:cubicBezTo>
                  <a:pt x="5627231" y="71772"/>
                  <a:pt x="5628297" y="69428"/>
                  <a:pt x="5628297" y="66452"/>
                </a:cubicBezTo>
                <a:cubicBezTo>
                  <a:pt x="5628297" y="63922"/>
                  <a:pt x="5627590" y="61875"/>
                  <a:pt x="5626177" y="60312"/>
                </a:cubicBezTo>
                <a:cubicBezTo>
                  <a:pt x="5624763" y="58750"/>
                  <a:pt x="5622593" y="57572"/>
                  <a:pt x="5619665" y="56778"/>
                </a:cubicBezTo>
                <a:lnTo>
                  <a:pt x="5613563" y="55066"/>
                </a:lnTo>
                <a:cubicBezTo>
                  <a:pt x="5609000" y="53776"/>
                  <a:pt x="5605638" y="51941"/>
                  <a:pt x="5603480" y="49560"/>
                </a:cubicBezTo>
                <a:cubicBezTo>
                  <a:pt x="5601322" y="47178"/>
                  <a:pt x="5600243" y="44078"/>
                  <a:pt x="5600243" y="40258"/>
                </a:cubicBezTo>
                <a:cubicBezTo>
                  <a:pt x="5600243" y="35743"/>
                  <a:pt x="5601769" y="32147"/>
                  <a:pt x="5604820" y="29468"/>
                </a:cubicBezTo>
                <a:cubicBezTo>
                  <a:pt x="5607871" y="26789"/>
                  <a:pt x="5611976" y="25449"/>
                  <a:pt x="5617135" y="25449"/>
                </a:cubicBezTo>
                <a:close/>
                <a:moveTo>
                  <a:pt x="2254811" y="25449"/>
                </a:moveTo>
                <a:cubicBezTo>
                  <a:pt x="2257391" y="25449"/>
                  <a:pt x="2260032" y="25735"/>
                  <a:pt x="2262736" y="26305"/>
                </a:cubicBezTo>
                <a:cubicBezTo>
                  <a:pt x="2265439" y="26876"/>
                  <a:pt x="2267908" y="27682"/>
                  <a:pt x="2270140" y="28724"/>
                </a:cubicBezTo>
                <a:lnTo>
                  <a:pt x="2268205" y="33561"/>
                </a:lnTo>
                <a:cubicBezTo>
                  <a:pt x="2263145" y="31527"/>
                  <a:pt x="2258631" y="30510"/>
                  <a:pt x="2254662" y="30510"/>
                </a:cubicBezTo>
                <a:cubicBezTo>
                  <a:pt x="2251189" y="30510"/>
                  <a:pt x="2248474" y="31316"/>
                  <a:pt x="2246514" y="32928"/>
                </a:cubicBezTo>
                <a:cubicBezTo>
                  <a:pt x="2244554" y="34540"/>
                  <a:pt x="2243575" y="36736"/>
                  <a:pt x="2243575" y="39514"/>
                </a:cubicBezTo>
                <a:cubicBezTo>
                  <a:pt x="2243575" y="42044"/>
                  <a:pt x="2244281" y="44090"/>
                  <a:pt x="2245695" y="45653"/>
                </a:cubicBezTo>
                <a:cubicBezTo>
                  <a:pt x="2247109" y="47216"/>
                  <a:pt x="2249279" y="48394"/>
                  <a:pt x="2252207" y="49188"/>
                </a:cubicBezTo>
                <a:lnTo>
                  <a:pt x="2258308" y="50899"/>
                </a:lnTo>
                <a:cubicBezTo>
                  <a:pt x="2262872" y="52189"/>
                  <a:pt x="2266233" y="54024"/>
                  <a:pt x="2268391" y="56406"/>
                </a:cubicBezTo>
                <a:cubicBezTo>
                  <a:pt x="2270549" y="58787"/>
                  <a:pt x="2271628" y="61888"/>
                  <a:pt x="2271628" y="65708"/>
                </a:cubicBezTo>
                <a:cubicBezTo>
                  <a:pt x="2271628" y="68783"/>
                  <a:pt x="2270896" y="71487"/>
                  <a:pt x="2269433" y="73819"/>
                </a:cubicBezTo>
                <a:cubicBezTo>
                  <a:pt x="2267969" y="76150"/>
                  <a:pt x="2265899" y="77949"/>
                  <a:pt x="2263219" y="79214"/>
                </a:cubicBezTo>
                <a:cubicBezTo>
                  <a:pt x="2260540" y="80479"/>
                  <a:pt x="2257416" y="81111"/>
                  <a:pt x="2253843" y="81111"/>
                </a:cubicBezTo>
                <a:cubicBezTo>
                  <a:pt x="2250916" y="81111"/>
                  <a:pt x="2248002" y="80739"/>
                  <a:pt x="2245100" y="79995"/>
                </a:cubicBezTo>
                <a:cubicBezTo>
                  <a:pt x="2242198" y="79251"/>
                  <a:pt x="2239630" y="78209"/>
                  <a:pt x="2237398" y="76870"/>
                </a:cubicBezTo>
                <a:lnTo>
                  <a:pt x="2239407" y="72033"/>
                </a:lnTo>
                <a:cubicBezTo>
                  <a:pt x="2244021" y="74712"/>
                  <a:pt x="2248833" y="76051"/>
                  <a:pt x="2253843" y="76051"/>
                </a:cubicBezTo>
                <a:cubicBezTo>
                  <a:pt x="2257663" y="76051"/>
                  <a:pt x="2260640" y="75195"/>
                  <a:pt x="2262773" y="73484"/>
                </a:cubicBezTo>
                <a:cubicBezTo>
                  <a:pt x="2264906" y="71772"/>
                  <a:pt x="2265973" y="69428"/>
                  <a:pt x="2265973" y="66452"/>
                </a:cubicBezTo>
                <a:cubicBezTo>
                  <a:pt x="2265973" y="63922"/>
                  <a:pt x="2265266" y="61875"/>
                  <a:pt x="2263852" y="60312"/>
                </a:cubicBezTo>
                <a:cubicBezTo>
                  <a:pt x="2262438" y="58750"/>
                  <a:pt x="2260268" y="57572"/>
                  <a:pt x="2257341" y="56778"/>
                </a:cubicBezTo>
                <a:lnTo>
                  <a:pt x="2251239" y="55066"/>
                </a:lnTo>
                <a:cubicBezTo>
                  <a:pt x="2246675" y="53776"/>
                  <a:pt x="2243314" y="51941"/>
                  <a:pt x="2241156" y="49560"/>
                </a:cubicBezTo>
                <a:cubicBezTo>
                  <a:pt x="2238998" y="47178"/>
                  <a:pt x="2237919" y="44078"/>
                  <a:pt x="2237919" y="40258"/>
                </a:cubicBezTo>
                <a:cubicBezTo>
                  <a:pt x="2237919" y="35743"/>
                  <a:pt x="2239444" y="32147"/>
                  <a:pt x="2242495" y="29468"/>
                </a:cubicBezTo>
                <a:cubicBezTo>
                  <a:pt x="2245546" y="26789"/>
                  <a:pt x="2249651" y="25449"/>
                  <a:pt x="2254811" y="25449"/>
                </a:cubicBezTo>
                <a:close/>
                <a:moveTo>
                  <a:pt x="11149672" y="25375"/>
                </a:moveTo>
                <a:cubicBezTo>
                  <a:pt x="11150912" y="25375"/>
                  <a:pt x="11151867" y="25722"/>
                  <a:pt x="11152537" y="26417"/>
                </a:cubicBezTo>
                <a:cubicBezTo>
                  <a:pt x="11153206" y="27111"/>
                  <a:pt x="11153541" y="28079"/>
                  <a:pt x="11153541" y="29319"/>
                </a:cubicBezTo>
                <a:cubicBezTo>
                  <a:pt x="11153541" y="30609"/>
                  <a:pt x="11153206" y="31601"/>
                  <a:pt x="11152537" y="32296"/>
                </a:cubicBezTo>
                <a:cubicBezTo>
                  <a:pt x="11151867" y="32990"/>
                  <a:pt x="11150912" y="33337"/>
                  <a:pt x="11149672" y="33337"/>
                </a:cubicBezTo>
                <a:cubicBezTo>
                  <a:pt x="11148431" y="33337"/>
                  <a:pt x="11147476" y="32990"/>
                  <a:pt x="11146807" y="32296"/>
                </a:cubicBezTo>
                <a:cubicBezTo>
                  <a:pt x="11146137" y="31601"/>
                  <a:pt x="11145802" y="30634"/>
                  <a:pt x="11145802" y="29393"/>
                </a:cubicBezTo>
                <a:cubicBezTo>
                  <a:pt x="11145802" y="28104"/>
                  <a:pt x="11146137" y="27111"/>
                  <a:pt x="11146807" y="26417"/>
                </a:cubicBezTo>
                <a:cubicBezTo>
                  <a:pt x="11147476" y="25722"/>
                  <a:pt x="11148431" y="25375"/>
                  <a:pt x="11149672" y="25375"/>
                </a:cubicBezTo>
                <a:close/>
                <a:moveTo>
                  <a:pt x="9530422" y="25375"/>
                </a:moveTo>
                <a:cubicBezTo>
                  <a:pt x="9531662" y="25375"/>
                  <a:pt x="9532617" y="25722"/>
                  <a:pt x="9533287" y="26417"/>
                </a:cubicBezTo>
                <a:cubicBezTo>
                  <a:pt x="9533956" y="27111"/>
                  <a:pt x="9534291" y="28079"/>
                  <a:pt x="9534291" y="29319"/>
                </a:cubicBezTo>
                <a:cubicBezTo>
                  <a:pt x="9534291" y="30609"/>
                  <a:pt x="9533956" y="31601"/>
                  <a:pt x="9533287" y="32296"/>
                </a:cubicBezTo>
                <a:cubicBezTo>
                  <a:pt x="9532617" y="32990"/>
                  <a:pt x="9531662" y="33337"/>
                  <a:pt x="9530422" y="33337"/>
                </a:cubicBezTo>
                <a:cubicBezTo>
                  <a:pt x="9529181" y="33337"/>
                  <a:pt x="9528226" y="32990"/>
                  <a:pt x="9527557" y="32296"/>
                </a:cubicBezTo>
                <a:cubicBezTo>
                  <a:pt x="9526887" y="31601"/>
                  <a:pt x="9526552" y="30634"/>
                  <a:pt x="9526552" y="29393"/>
                </a:cubicBezTo>
                <a:cubicBezTo>
                  <a:pt x="9526552" y="28104"/>
                  <a:pt x="9526887" y="27111"/>
                  <a:pt x="9527557" y="26417"/>
                </a:cubicBezTo>
                <a:cubicBezTo>
                  <a:pt x="9528226" y="25722"/>
                  <a:pt x="9529181" y="25375"/>
                  <a:pt x="9530422" y="25375"/>
                </a:cubicBezTo>
                <a:close/>
                <a:moveTo>
                  <a:pt x="9216097" y="25375"/>
                </a:moveTo>
                <a:cubicBezTo>
                  <a:pt x="9217337" y="25375"/>
                  <a:pt x="9218292" y="25722"/>
                  <a:pt x="9218962" y="26417"/>
                </a:cubicBezTo>
                <a:cubicBezTo>
                  <a:pt x="9219631" y="27111"/>
                  <a:pt x="9219966" y="28079"/>
                  <a:pt x="9219966" y="29319"/>
                </a:cubicBezTo>
                <a:cubicBezTo>
                  <a:pt x="9219966" y="30609"/>
                  <a:pt x="9219631" y="31601"/>
                  <a:pt x="9218962" y="32296"/>
                </a:cubicBezTo>
                <a:cubicBezTo>
                  <a:pt x="9218292" y="32990"/>
                  <a:pt x="9217337" y="33337"/>
                  <a:pt x="9216097" y="33337"/>
                </a:cubicBezTo>
                <a:cubicBezTo>
                  <a:pt x="9214856" y="33337"/>
                  <a:pt x="9213901" y="32990"/>
                  <a:pt x="9213232" y="32296"/>
                </a:cubicBezTo>
                <a:cubicBezTo>
                  <a:pt x="9212562" y="31601"/>
                  <a:pt x="9212227" y="30634"/>
                  <a:pt x="9212227" y="29393"/>
                </a:cubicBezTo>
                <a:cubicBezTo>
                  <a:pt x="9212227" y="28104"/>
                  <a:pt x="9212562" y="27111"/>
                  <a:pt x="9213232" y="26417"/>
                </a:cubicBezTo>
                <a:cubicBezTo>
                  <a:pt x="9213901" y="25722"/>
                  <a:pt x="9214856" y="25375"/>
                  <a:pt x="9216097" y="25375"/>
                </a:cubicBezTo>
                <a:close/>
                <a:moveTo>
                  <a:pt x="8825572" y="25375"/>
                </a:moveTo>
                <a:cubicBezTo>
                  <a:pt x="8826812" y="25375"/>
                  <a:pt x="8827767" y="25722"/>
                  <a:pt x="8828437" y="26417"/>
                </a:cubicBezTo>
                <a:cubicBezTo>
                  <a:pt x="8829106" y="27111"/>
                  <a:pt x="8829441" y="28079"/>
                  <a:pt x="8829441" y="29319"/>
                </a:cubicBezTo>
                <a:cubicBezTo>
                  <a:pt x="8829441" y="30609"/>
                  <a:pt x="8829106" y="31601"/>
                  <a:pt x="8828437" y="32296"/>
                </a:cubicBezTo>
                <a:cubicBezTo>
                  <a:pt x="8827767" y="32990"/>
                  <a:pt x="8826812" y="33337"/>
                  <a:pt x="8825572" y="33337"/>
                </a:cubicBezTo>
                <a:cubicBezTo>
                  <a:pt x="8824331" y="33337"/>
                  <a:pt x="8823376" y="32990"/>
                  <a:pt x="8822707" y="32296"/>
                </a:cubicBezTo>
                <a:cubicBezTo>
                  <a:pt x="8822037" y="31601"/>
                  <a:pt x="8821702" y="30634"/>
                  <a:pt x="8821702" y="29393"/>
                </a:cubicBezTo>
                <a:cubicBezTo>
                  <a:pt x="8821702" y="28104"/>
                  <a:pt x="8822037" y="27111"/>
                  <a:pt x="8822707" y="26417"/>
                </a:cubicBezTo>
                <a:cubicBezTo>
                  <a:pt x="8823376" y="25722"/>
                  <a:pt x="8824331" y="25375"/>
                  <a:pt x="8825572" y="25375"/>
                </a:cubicBezTo>
                <a:close/>
                <a:moveTo>
                  <a:pt x="8654122" y="25375"/>
                </a:moveTo>
                <a:cubicBezTo>
                  <a:pt x="8655362" y="25375"/>
                  <a:pt x="8656317" y="25722"/>
                  <a:pt x="8656987" y="26417"/>
                </a:cubicBezTo>
                <a:cubicBezTo>
                  <a:pt x="8657656" y="27111"/>
                  <a:pt x="8657991" y="28079"/>
                  <a:pt x="8657991" y="29319"/>
                </a:cubicBezTo>
                <a:cubicBezTo>
                  <a:pt x="8657991" y="30609"/>
                  <a:pt x="8657656" y="31601"/>
                  <a:pt x="8656987" y="32296"/>
                </a:cubicBezTo>
                <a:cubicBezTo>
                  <a:pt x="8656317" y="32990"/>
                  <a:pt x="8655362" y="33337"/>
                  <a:pt x="8654122" y="33337"/>
                </a:cubicBezTo>
                <a:cubicBezTo>
                  <a:pt x="8652881" y="33337"/>
                  <a:pt x="8651926" y="32990"/>
                  <a:pt x="8651257" y="32296"/>
                </a:cubicBezTo>
                <a:cubicBezTo>
                  <a:pt x="8650587" y="31601"/>
                  <a:pt x="8650252" y="30634"/>
                  <a:pt x="8650252" y="29393"/>
                </a:cubicBezTo>
                <a:cubicBezTo>
                  <a:pt x="8650252" y="28104"/>
                  <a:pt x="8650587" y="27111"/>
                  <a:pt x="8651257" y="26417"/>
                </a:cubicBezTo>
                <a:cubicBezTo>
                  <a:pt x="8651926" y="25722"/>
                  <a:pt x="8652881" y="25375"/>
                  <a:pt x="8654122" y="25375"/>
                </a:cubicBezTo>
                <a:close/>
                <a:moveTo>
                  <a:pt x="8101671" y="25375"/>
                </a:moveTo>
                <a:cubicBezTo>
                  <a:pt x="8102913" y="25375"/>
                  <a:pt x="8103867" y="25722"/>
                  <a:pt x="8104537" y="26417"/>
                </a:cubicBezTo>
                <a:cubicBezTo>
                  <a:pt x="8105207" y="27111"/>
                  <a:pt x="8105541" y="28079"/>
                  <a:pt x="8105541" y="29319"/>
                </a:cubicBezTo>
                <a:cubicBezTo>
                  <a:pt x="8105541" y="30609"/>
                  <a:pt x="8105207" y="31601"/>
                  <a:pt x="8104537" y="32296"/>
                </a:cubicBezTo>
                <a:cubicBezTo>
                  <a:pt x="8103867" y="32990"/>
                  <a:pt x="8102913" y="33337"/>
                  <a:pt x="8101671" y="33337"/>
                </a:cubicBezTo>
                <a:cubicBezTo>
                  <a:pt x="8100431" y="33337"/>
                  <a:pt x="8099477" y="32990"/>
                  <a:pt x="8098807" y="32296"/>
                </a:cubicBezTo>
                <a:cubicBezTo>
                  <a:pt x="8098137" y="31601"/>
                  <a:pt x="8097802" y="30634"/>
                  <a:pt x="8097802" y="29393"/>
                </a:cubicBezTo>
                <a:cubicBezTo>
                  <a:pt x="8097802" y="28104"/>
                  <a:pt x="8098137" y="27111"/>
                  <a:pt x="8098807" y="26417"/>
                </a:cubicBezTo>
                <a:cubicBezTo>
                  <a:pt x="8099477" y="25722"/>
                  <a:pt x="8100431" y="25375"/>
                  <a:pt x="8101671" y="25375"/>
                </a:cubicBezTo>
                <a:close/>
                <a:moveTo>
                  <a:pt x="7920697" y="25375"/>
                </a:moveTo>
                <a:cubicBezTo>
                  <a:pt x="7921938" y="25375"/>
                  <a:pt x="7922892" y="25722"/>
                  <a:pt x="7923562" y="26417"/>
                </a:cubicBezTo>
                <a:cubicBezTo>
                  <a:pt x="7924232" y="27111"/>
                  <a:pt x="7924566" y="28079"/>
                  <a:pt x="7924566" y="29319"/>
                </a:cubicBezTo>
                <a:cubicBezTo>
                  <a:pt x="7924566" y="30609"/>
                  <a:pt x="7924232" y="31601"/>
                  <a:pt x="7923562" y="32296"/>
                </a:cubicBezTo>
                <a:cubicBezTo>
                  <a:pt x="7922892" y="32990"/>
                  <a:pt x="7921938" y="33337"/>
                  <a:pt x="7920697" y="33337"/>
                </a:cubicBezTo>
                <a:cubicBezTo>
                  <a:pt x="7919456" y="33337"/>
                  <a:pt x="7918502" y="32990"/>
                  <a:pt x="7917832" y="32296"/>
                </a:cubicBezTo>
                <a:cubicBezTo>
                  <a:pt x="7917162" y="31601"/>
                  <a:pt x="7916827" y="30634"/>
                  <a:pt x="7916827" y="29393"/>
                </a:cubicBezTo>
                <a:cubicBezTo>
                  <a:pt x="7916827" y="28104"/>
                  <a:pt x="7917162" y="27111"/>
                  <a:pt x="7917832" y="26417"/>
                </a:cubicBezTo>
                <a:cubicBezTo>
                  <a:pt x="7918502" y="25722"/>
                  <a:pt x="7919456" y="25375"/>
                  <a:pt x="7920697" y="25375"/>
                </a:cubicBezTo>
                <a:close/>
                <a:moveTo>
                  <a:pt x="6701497" y="25375"/>
                </a:moveTo>
                <a:cubicBezTo>
                  <a:pt x="6702738" y="25375"/>
                  <a:pt x="6703692" y="25722"/>
                  <a:pt x="6704362" y="26417"/>
                </a:cubicBezTo>
                <a:cubicBezTo>
                  <a:pt x="6705032" y="27111"/>
                  <a:pt x="6705366" y="28079"/>
                  <a:pt x="6705366" y="29319"/>
                </a:cubicBezTo>
                <a:cubicBezTo>
                  <a:pt x="6705366" y="30609"/>
                  <a:pt x="6705032" y="31601"/>
                  <a:pt x="6704362" y="32296"/>
                </a:cubicBezTo>
                <a:cubicBezTo>
                  <a:pt x="6703692" y="32990"/>
                  <a:pt x="6702738" y="33337"/>
                  <a:pt x="6701497" y="33337"/>
                </a:cubicBezTo>
                <a:cubicBezTo>
                  <a:pt x="6700257" y="33337"/>
                  <a:pt x="6699302" y="32990"/>
                  <a:pt x="6698632" y="32296"/>
                </a:cubicBezTo>
                <a:cubicBezTo>
                  <a:pt x="6697962" y="31601"/>
                  <a:pt x="6697627" y="30634"/>
                  <a:pt x="6697627" y="29393"/>
                </a:cubicBezTo>
                <a:cubicBezTo>
                  <a:pt x="6697627" y="28104"/>
                  <a:pt x="6697962" y="27111"/>
                  <a:pt x="6698632" y="26417"/>
                </a:cubicBezTo>
                <a:cubicBezTo>
                  <a:pt x="6699302" y="25722"/>
                  <a:pt x="6700257" y="25375"/>
                  <a:pt x="6701497" y="25375"/>
                </a:cubicBezTo>
                <a:close/>
                <a:moveTo>
                  <a:pt x="6434797" y="25375"/>
                </a:moveTo>
                <a:cubicBezTo>
                  <a:pt x="6436038" y="25375"/>
                  <a:pt x="6436992" y="25722"/>
                  <a:pt x="6437662" y="26417"/>
                </a:cubicBezTo>
                <a:cubicBezTo>
                  <a:pt x="6438332" y="27111"/>
                  <a:pt x="6438666" y="28079"/>
                  <a:pt x="6438666" y="29319"/>
                </a:cubicBezTo>
                <a:cubicBezTo>
                  <a:pt x="6438666" y="30609"/>
                  <a:pt x="6438332" y="31601"/>
                  <a:pt x="6437662" y="32296"/>
                </a:cubicBezTo>
                <a:cubicBezTo>
                  <a:pt x="6436992" y="32990"/>
                  <a:pt x="6436038" y="33337"/>
                  <a:pt x="6434797" y="33337"/>
                </a:cubicBezTo>
                <a:cubicBezTo>
                  <a:pt x="6433557" y="33337"/>
                  <a:pt x="6432602" y="32990"/>
                  <a:pt x="6431932" y="32296"/>
                </a:cubicBezTo>
                <a:cubicBezTo>
                  <a:pt x="6431262" y="31601"/>
                  <a:pt x="6430927" y="30634"/>
                  <a:pt x="6430927" y="29393"/>
                </a:cubicBezTo>
                <a:cubicBezTo>
                  <a:pt x="6430927" y="28104"/>
                  <a:pt x="6431262" y="27111"/>
                  <a:pt x="6431932" y="26417"/>
                </a:cubicBezTo>
                <a:cubicBezTo>
                  <a:pt x="6432602" y="25722"/>
                  <a:pt x="6433557" y="25375"/>
                  <a:pt x="6434797" y="25375"/>
                </a:cubicBezTo>
                <a:close/>
                <a:moveTo>
                  <a:pt x="6215722" y="25375"/>
                </a:moveTo>
                <a:cubicBezTo>
                  <a:pt x="6216963" y="25375"/>
                  <a:pt x="6217917" y="25722"/>
                  <a:pt x="6218587" y="26417"/>
                </a:cubicBezTo>
                <a:cubicBezTo>
                  <a:pt x="6219257" y="27111"/>
                  <a:pt x="6219591" y="28079"/>
                  <a:pt x="6219591" y="29319"/>
                </a:cubicBezTo>
                <a:cubicBezTo>
                  <a:pt x="6219591" y="30609"/>
                  <a:pt x="6219257" y="31601"/>
                  <a:pt x="6218587" y="32296"/>
                </a:cubicBezTo>
                <a:cubicBezTo>
                  <a:pt x="6217917" y="32990"/>
                  <a:pt x="6216963" y="33337"/>
                  <a:pt x="6215722" y="33337"/>
                </a:cubicBezTo>
                <a:cubicBezTo>
                  <a:pt x="6214482" y="33337"/>
                  <a:pt x="6213527" y="32990"/>
                  <a:pt x="6212857" y="32296"/>
                </a:cubicBezTo>
                <a:cubicBezTo>
                  <a:pt x="6212187" y="31601"/>
                  <a:pt x="6211852" y="30634"/>
                  <a:pt x="6211852" y="29393"/>
                </a:cubicBezTo>
                <a:cubicBezTo>
                  <a:pt x="6211852" y="28104"/>
                  <a:pt x="6212187" y="27111"/>
                  <a:pt x="6212857" y="26417"/>
                </a:cubicBezTo>
                <a:cubicBezTo>
                  <a:pt x="6213527" y="25722"/>
                  <a:pt x="6214482" y="25375"/>
                  <a:pt x="6215722" y="25375"/>
                </a:cubicBezTo>
                <a:close/>
                <a:moveTo>
                  <a:pt x="5025097" y="25375"/>
                </a:moveTo>
                <a:cubicBezTo>
                  <a:pt x="5026338" y="25375"/>
                  <a:pt x="5027292" y="25722"/>
                  <a:pt x="5027962" y="26417"/>
                </a:cubicBezTo>
                <a:cubicBezTo>
                  <a:pt x="5028632" y="27111"/>
                  <a:pt x="5028966" y="28079"/>
                  <a:pt x="5028966" y="29319"/>
                </a:cubicBezTo>
                <a:cubicBezTo>
                  <a:pt x="5028966" y="30609"/>
                  <a:pt x="5028632" y="31601"/>
                  <a:pt x="5027962" y="32296"/>
                </a:cubicBezTo>
                <a:cubicBezTo>
                  <a:pt x="5027292" y="32990"/>
                  <a:pt x="5026338" y="33337"/>
                  <a:pt x="5025097" y="33337"/>
                </a:cubicBezTo>
                <a:cubicBezTo>
                  <a:pt x="5023856" y="33337"/>
                  <a:pt x="5022902" y="32990"/>
                  <a:pt x="5022232" y="32296"/>
                </a:cubicBezTo>
                <a:cubicBezTo>
                  <a:pt x="5021562" y="31601"/>
                  <a:pt x="5021227" y="30634"/>
                  <a:pt x="5021227" y="29393"/>
                </a:cubicBezTo>
                <a:cubicBezTo>
                  <a:pt x="5021227" y="28104"/>
                  <a:pt x="5021562" y="27111"/>
                  <a:pt x="5022232" y="26417"/>
                </a:cubicBezTo>
                <a:cubicBezTo>
                  <a:pt x="5022902" y="25722"/>
                  <a:pt x="5023856" y="25375"/>
                  <a:pt x="5025097" y="25375"/>
                </a:cubicBezTo>
                <a:close/>
                <a:moveTo>
                  <a:pt x="4910797" y="25375"/>
                </a:moveTo>
                <a:cubicBezTo>
                  <a:pt x="4912038" y="25375"/>
                  <a:pt x="4912993" y="25722"/>
                  <a:pt x="4913662" y="26417"/>
                </a:cubicBezTo>
                <a:cubicBezTo>
                  <a:pt x="4914332" y="27111"/>
                  <a:pt x="4914666" y="28079"/>
                  <a:pt x="4914666" y="29319"/>
                </a:cubicBezTo>
                <a:cubicBezTo>
                  <a:pt x="4914666" y="30609"/>
                  <a:pt x="4914332" y="31601"/>
                  <a:pt x="4913662" y="32296"/>
                </a:cubicBezTo>
                <a:cubicBezTo>
                  <a:pt x="4912993" y="32990"/>
                  <a:pt x="4912038" y="33337"/>
                  <a:pt x="4910797" y="33337"/>
                </a:cubicBezTo>
                <a:cubicBezTo>
                  <a:pt x="4909557" y="33337"/>
                  <a:pt x="4908602" y="32990"/>
                  <a:pt x="4907932" y="32296"/>
                </a:cubicBezTo>
                <a:cubicBezTo>
                  <a:pt x="4907262" y="31601"/>
                  <a:pt x="4906927" y="30634"/>
                  <a:pt x="4906927" y="29393"/>
                </a:cubicBezTo>
                <a:cubicBezTo>
                  <a:pt x="4906927" y="28104"/>
                  <a:pt x="4907262" y="27111"/>
                  <a:pt x="4907932" y="26417"/>
                </a:cubicBezTo>
                <a:cubicBezTo>
                  <a:pt x="4908602" y="25722"/>
                  <a:pt x="4909557" y="25375"/>
                  <a:pt x="4910797" y="25375"/>
                </a:cubicBezTo>
                <a:close/>
                <a:moveTo>
                  <a:pt x="4682197" y="25375"/>
                </a:moveTo>
                <a:cubicBezTo>
                  <a:pt x="4683437" y="25375"/>
                  <a:pt x="4684392" y="25722"/>
                  <a:pt x="4685062" y="26417"/>
                </a:cubicBezTo>
                <a:cubicBezTo>
                  <a:pt x="4685732" y="27111"/>
                  <a:pt x="4686066" y="28079"/>
                  <a:pt x="4686066" y="29319"/>
                </a:cubicBezTo>
                <a:cubicBezTo>
                  <a:pt x="4686066" y="30609"/>
                  <a:pt x="4685732" y="31601"/>
                  <a:pt x="4685062" y="32296"/>
                </a:cubicBezTo>
                <a:cubicBezTo>
                  <a:pt x="4684392" y="32990"/>
                  <a:pt x="4683437" y="33337"/>
                  <a:pt x="4682197" y="33337"/>
                </a:cubicBezTo>
                <a:cubicBezTo>
                  <a:pt x="4680957" y="33337"/>
                  <a:pt x="4680002" y="32990"/>
                  <a:pt x="4679332" y="32296"/>
                </a:cubicBezTo>
                <a:cubicBezTo>
                  <a:pt x="4678662" y="31601"/>
                  <a:pt x="4678327" y="30634"/>
                  <a:pt x="4678327" y="29393"/>
                </a:cubicBezTo>
                <a:cubicBezTo>
                  <a:pt x="4678327" y="28104"/>
                  <a:pt x="4678662" y="27111"/>
                  <a:pt x="4679332" y="26417"/>
                </a:cubicBezTo>
                <a:cubicBezTo>
                  <a:pt x="4680002" y="25722"/>
                  <a:pt x="4680957" y="25375"/>
                  <a:pt x="4682197" y="25375"/>
                </a:cubicBezTo>
                <a:close/>
                <a:moveTo>
                  <a:pt x="4386922" y="25375"/>
                </a:moveTo>
                <a:cubicBezTo>
                  <a:pt x="4388162" y="25375"/>
                  <a:pt x="4389117" y="25722"/>
                  <a:pt x="4389787" y="26417"/>
                </a:cubicBezTo>
                <a:cubicBezTo>
                  <a:pt x="4390457" y="27111"/>
                  <a:pt x="4390792" y="28079"/>
                  <a:pt x="4390792" y="29319"/>
                </a:cubicBezTo>
                <a:cubicBezTo>
                  <a:pt x="4390792" y="30609"/>
                  <a:pt x="4390457" y="31601"/>
                  <a:pt x="4389787" y="32296"/>
                </a:cubicBezTo>
                <a:cubicBezTo>
                  <a:pt x="4389117" y="32990"/>
                  <a:pt x="4388162" y="33337"/>
                  <a:pt x="4386922" y="33337"/>
                </a:cubicBezTo>
                <a:cubicBezTo>
                  <a:pt x="4385682" y="33337"/>
                  <a:pt x="4384727" y="32990"/>
                  <a:pt x="4384057" y="32296"/>
                </a:cubicBezTo>
                <a:cubicBezTo>
                  <a:pt x="4383387" y="31601"/>
                  <a:pt x="4383052" y="30634"/>
                  <a:pt x="4383052" y="29393"/>
                </a:cubicBezTo>
                <a:cubicBezTo>
                  <a:pt x="4383052" y="28104"/>
                  <a:pt x="4383387" y="27111"/>
                  <a:pt x="4384057" y="26417"/>
                </a:cubicBezTo>
                <a:cubicBezTo>
                  <a:pt x="4384727" y="25722"/>
                  <a:pt x="4385682" y="25375"/>
                  <a:pt x="4386922" y="25375"/>
                </a:cubicBezTo>
                <a:close/>
                <a:moveTo>
                  <a:pt x="4291672" y="25375"/>
                </a:moveTo>
                <a:cubicBezTo>
                  <a:pt x="4292912" y="25375"/>
                  <a:pt x="4293867" y="25722"/>
                  <a:pt x="4294537" y="26417"/>
                </a:cubicBezTo>
                <a:cubicBezTo>
                  <a:pt x="4295207" y="27111"/>
                  <a:pt x="4295541" y="28079"/>
                  <a:pt x="4295541" y="29319"/>
                </a:cubicBezTo>
                <a:cubicBezTo>
                  <a:pt x="4295541" y="30609"/>
                  <a:pt x="4295207" y="31601"/>
                  <a:pt x="4294537" y="32296"/>
                </a:cubicBezTo>
                <a:cubicBezTo>
                  <a:pt x="4293867" y="32990"/>
                  <a:pt x="4292912" y="33337"/>
                  <a:pt x="4291672" y="33337"/>
                </a:cubicBezTo>
                <a:cubicBezTo>
                  <a:pt x="4290432" y="33337"/>
                  <a:pt x="4289477" y="32990"/>
                  <a:pt x="4288807" y="32296"/>
                </a:cubicBezTo>
                <a:cubicBezTo>
                  <a:pt x="4288138" y="31601"/>
                  <a:pt x="4287803" y="30634"/>
                  <a:pt x="4287803" y="29393"/>
                </a:cubicBezTo>
                <a:cubicBezTo>
                  <a:pt x="4287803" y="28104"/>
                  <a:pt x="4288138" y="27111"/>
                  <a:pt x="4288807" y="26417"/>
                </a:cubicBezTo>
                <a:cubicBezTo>
                  <a:pt x="4289477" y="25722"/>
                  <a:pt x="4290432" y="25375"/>
                  <a:pt x="4291672" y="25375"/>
                </a:cubicBezTo>
                <a:close/>
                <a:moveTo>
                  <a:pt x="4120222" y="25375"/>
                </a:moveTo>
                <a:cubicBezTo>
                  <a:pt x="4121462" y="25375"/>
                  <a:pt x="4122417" y="25722"/>
                  <a:pt x="4123087" y="26417"/>
                </a:cubicBezTo>
                <a:cubicBezTo>
                  <a:pt x="4123756" y="27111"/>
                  <a:pt x="4124091" y="28079"/>
                  <a:pt x="4124091" y="29319"/>
                </a:cubicBezTo>
                <a:cubicBezTo>
                  <a:pt x="4124091" y="30609"/>
                  <a:pt x="4123756" y="31601"/>
                  <a:pt x="4123087" y="32296"/>
                </a:cubicBezTo>
                <a:cubicBezTo>
                  <a:pt x="4122417" y="32990"/>
                  <a:pt x="4121462" y="33337"/>
                  <a:pt x="4120222" y="33337"/>
                </a:cubicBezTo>
                <a:cubicBezTo>
                  <a:pt x="4118981" y="33337"/>
                  <a:pt x="4118027" y="32990"/>
                  <a:pt x="4117357" y="32296"/>
                </a:cubicBezTo>
                <a:cubicBezTo>
                  <a:pt x="4116687" y="31601"/>
                  <a:pt x="4116352" y="30634"/>
                  <a:pt x="4116352" y="29393"/>
                </a:cubicBezTo>
                <a:cubicBezTo>
                  <a:pt x="4116352" y="28104"/>
                  <a:pt x="4116687" y="27111"/>
                  <a:pt x="4117357" y="26417"/>
                </a:cubicBezTo>
                <a:cubicBezTo>
                  <a:pt x="4118027" y="25722"/>
                  <a:pt x="4118981" y="25375"/>
                  <a:pt x="4120222" y="25375"/>
                </a:cubicBezTo>
                <a:close/>
                <a:moveTo>
                  <a:pt x="3243923" y="25375"/>
                </a:moveTo>
                <a:cubicBezTo>
                  <a:pt x="3245163" y="25375"/>
                  <a:pt x="3246117" y="25722"/>
                  <a:pt x="3246787" y="26417"/>
                </a:cubicBezTo>
                <a:cubicBezTo>
                  <a:pt x="3247457" y="27111"/>
                  <a:pt x="3247792" y="28079"/>
                  <a:pt x="3247792" y="29319"/>
                </a:cubicBezTo>
                <a:cubicBezTo>
                  <a:pt x="3247792" y="30609"/>
                  <a:pt x="3247457" y="31601"/>
                  <a:pt x="3246787" y="32296"/>
                </a:cubicBezTo>
                <a:cubicBezTo>
                  <a:pt x="3246117" y="32990"/>
                  <a:pt x="3245163" y="33337"/>
                  <a:pt x="3243923" y="33337"/>
                </a:cubicBezTo>
                <a:cubicBezTo>
                  <a:pt x="3242683" y="33337"/>
                  <a:pt x="3241727" y="32990"/>
                  <a:pt x="3241058" y="32296"/>
                </a:cubicBezTo>
                <a:cubicBezTo>
                  <a:pt x="3240388" y="31601"/>
                  <a:pt x="3240053" y="30634"/>
                  <a:pt x="3240053" y="29393"/>
                </a:cubicBezTo>
                <a:cubicBezTo>
                  <a:pt x="3240053" y="28104"/>
                  <a:pt x="3240388" y="27111"/>
                  <a:pt x="3241058" y="26417"/>
                </a:cubicBezTo>
                <a:cubicBezTo>
                  <a:pt x="3241727" y="25722"/>
                  <a:pt x="3242683" y="25375"/>
                  <a:pt x="3243923" y="25375"/>
                </a:cubicBezTo>
                <a:close/>
                <a:moveTo>
                  <a:pt x="2853398" y="25375"/>
                </a:moveTo>
                <a:cubicBezTo>
                  <a:pt x="2854637" y="25375"/>
                  <a:pt x="2855593" y="25722"/>
                  <a:pt x="2856262" y="26417"/>
                </a:cubicBezTo>
                <a:cubicBezTo>
                  <a:pt x="2856932" y="27111"/>
                  <a:pt x="2857267" y="28079"/>
                  <a:pt x="2857267" y="29319"/>
                </a:cubicBezTo>
                <a:cubicBezTo>
                  <a:pt x="2857267" y="30609"/>
                  <a:pt x="2856932" y="31601"/>
                  <a:pt x="2856262" y="32296"/>
                </a:cubicBezTo>
                <a:cubicBezTo>
                  <a:pt x="2855593" y="32990"/>
                  <a:pt x="2854637" y="33337"/>
                  <a:pt x="2853398" y="33337"/>
                </a:cubicBezTo>
                <a:cubicBezTo>
                  <a:pt x="2852157" y="33337"/>
                  <a:pt x="2851202" y="32990"/>
                  <a:pt x="2850533" y="32296"/>
                </a:cubicBezTo>
                <a:cubicBezTo>
                  <a:pt x="2849863" y="31601"/>
                  <a:pt x="2849528" y="30634"/>
                  <a:pt x="2849528" y="29393"/>
                </a:cubicBezTo>
                <a:cubicBezTo>
                  <a:pt x="2849528" y="28104"/>
                  <a:pt x="2849863" y="27111"/>
                  <a:pt x="2850533" y="26417"/>
                </a:cubicBezTo>
                <a:cubicBezTo>
                  <a:pt x="2851202" y="25722"/>
                  <a:pt x="2852157" y="25375"/>
                  <a:pt x="2853398" y="25375"/>
                </a:cubicBezTo>
                <a:close/>
                <a:moveTo>
                  <a:pt x="1948523" y="25375"/>
                </a:moveTo>
                <a:cubicBezTo>
                  <a:pt x="1949763" y="25375"/>
                  <a:pt x="1950718" y="25722"/>
                  <a:pt x="1951388" y="26417"/>
                </a:cubicBezTo>
                <a:cubicBezTo>
                  <a:pt x="1952058" y="27111"/>
                  <a:pt x="1952392" y="28079"/>
                  <a:pt x="1952392" y="29319"/>
                </a:cubicBezTo>
                <a:cubicBezTo>
                  <a:pt x="1952392" y="30609"/>
                  <a:pt x="1952058" y="31601"/>
                  <a:pt x="1951388" y="32296"/>
                </a:cubicBezTo>
                <a:cubicBezTo>
                  <a:pt x="1950718" y="32990"/>
                  <a:pt x="1949763" y="33337"/>
                  <a:pt x="1948523" y="33337"/>
                </a:cubicBezTo>
                <a:cubicBezTo>
                  <a:pt x="1947283" y="33337"/>
                  <a:pt x="1946328" y="32990"/>
                  <a:pt x="1945658" y="32296"/>
                </a:cubicBezTo>
                <a:cubicBezTo>
                  <a:pt x="1944988" y="31601"/>
                  <a:pt x="1944653" y="30634"/>
                  <a:pt x="1944653" y="29393"/>
                </a:cubicBezTo>
                <a:cubicBezTo>
                  <a:pt x="1944653" y="28104"/>
                  <a:pt x="1944988" y="27111"/>
                  <a:pt x="1945658" y="26417"/>
                </a:cubicBezTo>
                <a:cubicBezTo>
                  <a:pt x="1946328" y="25722"/>
                  <a:pt x="1947283" y="25375"/>
                  <a:pt x="1948523" y="25375"/>
                </a:cubicBezTo>
                <a:close/>
                <a:moveTo>
                  <a:pt x="1700872" y="25375"/>
                </a:moveTo>
                <a:cubicBezTo>
                  <a:pt x="1702113" y="25375"/>
                  <a:pt x="1703068" y="25722"/>
                  <a:pt x="1703738" y="26417"/>
                </a:cubicBezTo>
                <a:cubicBezTo>
                  <a:pt x="1704408" y="27111"/>
                  <a:pt x="1704742" y="28079"/>
                  <a:pt x="1704742" y="29319"/>
                </a:cubicBezTo>
                <a:cubicBezTo>
                  <a:pt x="1704742" y="30609"/>
                  <a:pt x="1704408" y="31601"/>
                  <a:pt x="1703738" y="32296"/>
                </a:cubicBezTo>
                <a:cubicBezTo>
                  <a:pt x="1703068" y="32990"/>
                  <a:pt x="1702113" y="33337"/>
                  <a:pt x="1700872" y="33337"/>
                </a:cubicBezTo>
                <a:cubicBezTo>
                  <a:pt x="1699633" y="33337"/>
                  <a:pt x="1698678" y="32990"/>
                  <a:pt x="1698008" y="32296"/>
                </a:cubicBezTo>
                <a:cubicBezTo>
                  <a:pt x="1697338" y="31601"/>
                  <a:pt x="1697003" y="30634"/>
                  <a:pt x="1697003" y="29393"/>
                </a:cubicBezTo>
                <a:cubicBezTo>
                  <a:pt x="1697003" y="28104"/>
                  <a:pt x="1697338" y="27111"/>
                  <a:pt x="1698008" y="26417"/>
                </a:cubicBezTo>
                <a:cubicBezTo>
                  <a:pt x="1698678" y="25722"/>
                  <a:pt x="1699633" y="25375"/>
                  <a:pt x="1700872" y="25375"/>
                </a:cubicBezTo>
                <a:close/>
                <a:moveTo>
                  <a:pt x="1605623" y="25375"/>
                </a:moveTo>
                <a:cubicBezTo>
                  <a:pt x="1606863" y="25375"/>
                  <a:pt x="1607817" y="25722"/>
                  <a:pt x="1608487" y="26417"/>
                </a:cubicBezTo>
                <a:cubicBezTo>
                  <a:pt x="1609157" y="27111"/>
                  <a:pt x="1609492" y="28079"/>
                  <a:pt x="1609492" y="29319"/>
                </a:cubicBezTo>
                <a:cubicBezTo>
                  <a:pt x="1609492" y="30609"/>
                  <a:pt x="1609157" y="31601"/>
                  <a:pt x="1608487" y="32296"/>
                </a:cubicBezTo>
                <a:cubicBezTo>
                  <a:pt x="1607817" y="32990"/>
                  <a:pt x="1606863" y="33337"/>
                  <a:pt x="1605623" y="33337"/>
                </a:cubicBezTo>
                <a:cubicBezTo>
                  <a:pt x="1604383" y="33337"/>
                  <a:pt x="1603427" y="32990"/>
                  <a:pt x="1602758" y="32296"/>
                </a:cubicBezTo>
                <a:cubicBezTo>
                  <a:pt x="1602088" y="31601"/>
                  <a:pt x="1601753" y="30634"/>
                  <a:pt x="1601753" y="29393"/>
                </a:cubicBezTo>
                <a:cubicBezTo>
                  <a:pt x="1601753" y="28104"/>
                  <a:pt x="1602088" y="27111"/>
                  <a:pt x="1602758" y="26417"/>
                </a:cubicBezTo>
                <a:cubicBezTo>
                  <a:pt x="1603427" y="25722"/>
                  <a:pt x="1604383" y="25375"/>
                  <a:pt x="1605623" y="25375"/>
                </a:cubicBezTo>
                <a:close/>
                <a:moveTo>
                  <a:pt x="1329397" y="25375"/>
                </a:moveTo>
                <a:cubicBezTo>
                  <a:pt x="1330638" y="25375"/>
                  <a:pt x="1331593" y="25722"/>
                  <a:pt x="1332263" y="26417"/>
                </a:cubicBezTo>
                <a:cubicBezTo>
                  <a:pt x="1332933" y="27111"/>
                  <a:pt x="1333267" y="28079"/>
                  <a:pt x="1333267" y="29319"/>
                </a:cubicBezTo>
                <a:cubicBezTo>
                  <a:pt x="1333267" y="30609"/>
                  <a:pt x="1332933" y="31601"/>
                  <a:pt x="1332263" y="32296"/>
                </a:cubicBezTo>
                <a:cubicBezTo>
                  <a:pt x="1331593" y="32990"/>
                  <a:pt x="1330638" y="33337"/>
                  <a:pt x="1329397" y="33337"/>
                </a:cubicBezTo>
                <a:cubicBezTo>
                  <a:pt x="1328157" y="33337"/>
                  <a:pt x="1327203" y="32990"/>
                  <a:pt x="1326533" y="32296"/>
                </a:cubicBezTo>
                <a:cubicBezTo>
                  <a:pt x="1325863" y="31601"/>
                  <a:pt x="1325528" y="30634"/>
                  <a:pt x="1325528" y="29393"/>
                </a:cubicBezTo>
                <a:cubicBezTo>
                  <a:pt x="1325528" y="28104"/>
                  <a:pt x="1325863" y="27111"/>
                  <a:pt x="1326533" y="26417"/>
                </a:cubicBezTo>
                <a:cubicBezTo>
                  <a:pt x="1327203" y="25722"/>
                  <a:pt x="1328157" y="25375"/>
                  <a:pt x="1329397" y="25375"/>
                </a:cubicBezTo>
                <a:close/>
                <a:moveTo>
                  <a:pt x="984861" y="24659"/>
                </a:moveTo>
                <a:lnTo>
                  <a:pt x="996934" y="24659"/>
                </a:lnTo>
                <a:lnTo>
                  <a:pt x="996934" y="80218"/>
                </a:lnTo>
                <a:lnTo>
                  <a:pt x="984861" y="80218"/>
                </a:lnTo>
                <a:close/>
                <a:moveTo>
                  <a:pt x="775310" y="24659"/>
                </a:moveTo>
                <a:lnTo>
                  <a:pt x="787384" y="24659"/>
                </a:lnTo>
                <a:lnTo>
                  <a:pt x="787384" y="80218"/>
                </a:lnTo>
                <a:lnTo>
                  <a:pt x="775310" y="80218"/>
                </a:lnTo>
                <a:close/>
                <a:moveTo>
                  <a:pt x="626194" y="24659"/>
                </a:moveTo>
                <a:lnTo>
                  <a:pt x="638575" y="24659"/>
                </a:lnTo>
                <a:lnTo>
                  <a:pt x="651058" y="67121"/>
                </a:lnTo>
                <a:lnTo>
                  <a:pt x="663336" y="24659"/>
                </a:lnTo>
                <a:lnTo>
                  <a:pt x="675614" y="24659"/>
                </a:lnTo>
                <a:lnTo>
                  <a:pt x="658015" y="78172"/>
                </a:lnTo>
                <a:cubicBezTo>
                  <a:pt x="656037" y="84243"/>
                  <a:pt x="652848" y="89239"/>
                  <a:pt x="648449" y="93162"/>
                </a:cubicBezTo>
                <a:cubicBezTo>
                  <a:pt x="644049" y="97084"/>
                  <a:pt x="638097" y="100273"/>
                  <a:pt x="630594" y="102728"/>
                </a:cubicBezTo>
                <a:lnTo>
                  <a:pt x="626501" y="92497"/>
                </a:lnTo>
                <a:cubicBezTo>
                  <a:pt x="631276" y="90791"/>
                  <a:pt x="635079" y="88984"/>
                  <a:pt x="637910" y="87074"/>
                </a:cubicBezTo>
                <a:cubicBezTo>
                  <a:pt x="640740" y="85164"/>
                  <a:pt x="643008" y="82913"/>
                  <a:pt x="644714" y="80321"/>
                </a:cubicBezTo>
                <a:close/>
                <a:moveTo>
                  <a:pt x="565760" y="24659"/>
                </a:moveTo>
                <a:lnTo>
                  <a:pt x="577834" y="24659"/>
                </a:lnTo>
                <a:lnTo>
                  <a:pt x="577834" y="80218"/>
                </a:lnTo>
                <a:lnTo>
                  <a:pt x="565760" y="80218"/>
                </a:lnTo>
                <a:close/>
                <a:moveTo>
                  <a:pt x="451460" y="24659"/>
                </a:moveTo>
                <a:lnTo>
                  <a:pt x="463534" y="24659"/>
                </a:lnTo>
                <a:lnTo>
                  <a:pt x="463534" y="80218"/>
                </a:lnTo>
                <a:lnTo>
                  <a:pt x="451460" y="80218"/>
                </a:lnTo>
                <a:close/>
                <a:moveTo>
                  <a:pt x="213335" y="24659"/>
                </a:moveTo>
                <a:lnTo>
                  <a:pt x="225409" y="24659"/>
                </a:lnTo>
                <a:lnTo>
                  <a:pt x="225409" y="80218"/>
                </a:lnTo>
                <a:lnTo>
                  <a:pt x="213335" y="80218"/>
                </a:lnTo>
                <a:close/>
                <a:moveTo>
                  <a:pt x="1191211" y="23533"/>
                </a:moveTo>
                <a:cubicBezTo>
                  <a:pt x="1193598" y="23533"/>
                  <a:pt x="1195712" y="23977"/>
                  <a:pt x="1197554" y="24863"/>
                </a:cubicBezTo>
                <a:lnTo>
                  <a:pt x="1195099" y="36323"/>
                </a:lnTo>
                <a:cubicBezTo>
                  <a:pt x="1193052" y="35641"/>
                  <a:pt x="1190836" y="35300"/>
                  <a:pt x="1188448" y="35300"/>
                </a:cubicBezTo>
                <a:cubicBezTo>
                  <a:pt x="1185992" y="35300"/>
                  <a:pt x="1183912" y="35743"/>
                  <a:pt x="1182207" y="36630"/>
                </a:cubicBezTo>
                <a:cubicBezTo>
                  <a:pt x="1180501" y="37517"/>
                  <a:pt x="1179000" y="38949"/>
                  <a:pt x="1177704" y="40928"/>
                </a:cubicBezTo>
                <a:lnTo>
                  <a:pt x="1177704" y="80218"/>
                </a:lnTo>
                <a:lnTo>
                  <a:pt x="1165631" y="80218"/>
                </a:lnTo>
                <a:lnTo>
                  <a:pt x="1165631" y="24659"/>
                </a:lnTo>
                <a:lnTo>
                  <a:pt x="1176579" y="24659"/>
                </a:lnTo>
                <a:lnTo>
                  <a:pt x="1176579" y="33151"/>
                </a:lnTo>
                <a:cubicBezTo>
                  <a:pt x="1179990" y="26739"/>
                  <a:pt x="1184867" y="23533"/>
                  <a:pt x="1191211" y="23533"/>
                </a:cubicBezTo>
                <a:close/>
                <a:moveTo>
                  <a:pt x="819847" y="23431"/>
                </a:moveTo>
                <a:cubicBezTo>
                  <a:pt x="823122" y="23431"/>
                  <a:pt x="826396" y="23840"/>
                  <a:pt x="829670" y="24659"/>
                </a:cubicBezTo>
                <a:cubicBezTo>
                  <a:pt x="832944" y="25477"/>
                  <a:pt x="835911" y="26603"/>
                  <a:pt x="838571" y="28035"/>
                </a:cubicBezTo>
                <a:lnTo>
                  <a:pt x="833967" y="37756"/>
                </a:lnTo>
                <a:cubicBezTo>
                  <a:pt x="829192" y="35300"/>
                  <a:pt x="824418" y="34072"/>
                  <a:pt x="819643" y="34072"/>
                </a:cubicBezTo>
                <a:cubicBezTo>
                  <a:pt x="813777" y="34072"/>
                  <a:pt x="810843" y="35948"/>
                  <a:pt x="810843" y="39700"/>
                </a:cubicBezTo>
                <a:cubicBezTo>
                  <a:pt x="810843" y="41200"/>
                  <a:pt x="811423" y="42445"/>
                  <a:pt x="812583" y="43434"/>
                </a:cubicBezTo>
                <a:cubicBezTo>
                  <a:pt x="813742" y="44424"/>
                  <a:pt x="815550" y="45225"/>
                  <a:pt x="818005" y="45839"/>
                </a:cubicBezTo>
                <a:lnTo>
                  <a:pt x="825270" y="47578"/>
                </a:lnTo>
                <a:cubicBezTo>
                  <a:pt x="830454" y="48806"/>
                  <a:pt x="834206" y="50682"/>
                  <a:pt x="836525" y="53206"/>
                </a:cubicBezTo>
                <a:cubicBezTo>
                  <a:pt x="838845" y="55730"/>
                  <a:pt x="840005" y="59175"/>
                  <a:pt x="840005" y="63540"/>
                </a:cubicBezTo>
                <a:cubicBezTo>
                  <a:pt x="840005" y="69202"/>
                  <a:pt x="838128" y="73602"/>
                  <a:pt x="834377" y="76739"/>
                </a:cubicBezTo>
                <a:cubicBezTo>
                  <a:pt x="830625" y="79877"/>
                  <a:pt x="825339" y="81446"/>
                  <a:pt x="818517" y="81446"/>
                </a:cubicBezTo>
                <a:cubicBezTo>
                  <a:pt x="814765" y="81446"/>
                  <a:pt x="811133" y="80969"/>
                  <a:pt x="807620" y="80014"/>
                </a:cubicBezTo>
                <a:cubicBezTo>
                  <a:pt x="804107" y="79059"/>
                  <a:pt x="801021" y="77728"/>
                  <a:pt x="798360" y="76023"/>
                </a:cubicBezTo>
                <a:lnTo>
                  <a:pt x="802555" y="66200"/>
                </a:lnTo>
                <a:cubicBezTo>
                  <a:pt x="807603" y="69270"/>
                  <a:pt x="812923" y="70805"/>
                  <a:pt x="818517" y="70805"/>
                </a:cubicBezTo>
                <a:cubicBezTo>
                  <a:pt x="825066" y="70805"/>
                  <a:pt x="828340" y="68758"/>
                  <a:pt x="828340" y="64666"/>
                </a:cubicBezTo>
                <a:cubicBezTo>
                  <a:pt x="828340" y="63029"/>
                  <a:pt x="827777" y="61698"/>
                  <a:pt x="826651" y="60675"/>
                </a:cubicBezTo>
                <a:cubicBezTo>
                  <a:pt x="825526" y="59652"/>
                  <a:pt x="823735" y="58834"/>
                  <a:pt x="821280" y="58220"/>
                </a:cubicBezTo>
                <a:lnTo>
                  <a:pt x="814015" y="56480"/>
                </a:lnTo>
                <a:cubicBezTo>
                  <a:pt x="808899" y="55321"/>
                  <a:pt x="805164" y="53496"/>
                  <a:pt x="802811" y="51006"/>
                </a:cubicBezTo>
                <a:cubicBezTo>
                  <a:pt x="800458" y="48516"/>
                  <a:pt x="799281" y="45123"/>
                  <a:pt x="799281" y="40825"/>
                </a:cubicBezTo>
                <a:cubicBezTo>
                  <a:pt x="799281" y="35368"/>
                  <a:pt x="801072" y="31105"/>
                  <a:pt x="804653" y="28035"/>
                </a:cubicBezTo>
                <a:cubicBezTo>
                  <a:pt x="808234" y="24966"/>
                  <a:pt x="813299" y="23431"/>
                  <a:pt x="819847" y="23431"/>
                </a:cubicBezTo>
                <a:close/>
                <a:moveTo>
                  <a:pt x="1128945" y="23329"/>
                </a:moveTo>
                <a:cubicBezTo>
                  <a:pt x="1136312" y="23329"/>
                  <a:pt x="1142042" y="25682"/>
                  <a:pt x="1146135" y="30389"/>
                </a:cubicBezTo>
                <a:cubicBezTo>
                  <a:pt x="1150227" y="35095"/>
                  <a:pt x="1152274" y="41678"/>
                  <a:pt x="1152274" y="50136"/>
                </a:cubicBezTo>
                <a:cubicBezTo>
                  <a:pt x="1152274" y="52251"/>
                  <a:pt x="1152103" y="54263"/>
                  <a:pt x="1151762" y="56173"/>
                </a:cubicBezTo>
                <a:lnTo>
                  <a:pt x="1117076" y="56173"/>
                </a:lnTo>
                <a:cubicBezTo>
                  <a:pt x="1118031" y="65723"/>
                  <a:pt x="1122976" y="70498"/>
                  <a:pt x="1131912" y="70498"/>
                </a:cubicBezTo>
                <a:cubicBezTo>
                  <a:pt x="1136755" y="70498"/>
                  <a:pt x="1141291" y="69304"/>
                  <a:pt x="1145520" y="66917"/>
                </a:cubicBezTo>
                <a:lnTo>
                  <a:pt x="1149920" y="76023"/>
                </a:lnTo>
                <a:cubicBezTo>
                  <a:pt x="1147396" y="77728"/>
                  <a:pt x="1144446" y="79059"/>
                  <a:pt x="1141070" y="80014"/>
                </a:cubicBezTo>
                <a:cubicBezTo>
                  <a:pt x="1137693" y="80969"/>
                  <a:pt x="1134231" y="81446"/>
                  <a:pt x="1130684" y="81446"/>
                </a:cubicBezTo>
                <a:cubicBezTo>
                  <a:pt x="1122430" y="81446"/>
                  <a:pt x="1116052" y="78905"/>
                  <a:pt x="1111550" y="73823"/>
                </a:cubicBezTo>
                <a:cubicBezTo>
                  <a:pt x="1107048" y="68741"/>
                  <a:pt x="1104798" y="61630"/>
                  <a:pt x="1104798" y="52490"/>
                </a:cubicBezTo>
                <a:cubicBezTo>
                  <a:pt x="1104798" y="43213"/>
                  <a:pt x="1106912" y="36033"/>
                  <a:pt x="1111141" y="30951"/>
                </a:cubicBezTo>
                <a:cubicBezTo>
                  <a:pt x="1115371" y="25870"/>
                  <a:pt x="1121305" y="23329"/>
                  <a:pt x="1128945" y="23329"/>
                </a:cubicBezTo>
                <a:close/>
                <a:moveTo>
                  <a:pt x="1040653" y="23329"/>
                </a:moveTo>
                <a:cubicBezTo>
                  <a:pt x="1044131" y="23329"/>
                  <a:pt x="1047116" y="24079"/>
                  <a:pt x="1049606" y="25580"/>
                </a:cubicBezTo>
                <a:cubicBezTo>
                  <a:pt x="1052095" y="27080"/>
                  <a:pt x="1053954" y="29263"/>
                  <a:pt x="1055182" y="32128"/>
                </a:cubicBezTo>
                <a:cubicBezTo>
                  <a:pt x="1059956" y="26262"/>
                  <a:pt x="1065618" y="23329"/>
                  <a:pt x="1072167" y="23329"/>
                </a:cubicBezTo>
                <a:cubicBezTo>
                  <a:pt x="1077283" y="23329"/>
                  <a:pt x="1081273" y="24915"/>
                  <a:pt x="1084138" y="28087"/>
                </a:cubicBezTo>
                <a:cubicBezTo>
                  <a:pt x="1087003" y="31258"/>
                  <a:pt x="1088435" y="35709"/>
                  <a:pt x="1088435" y="41439"/>
                </a:cubicBezTo>
                <a:lnTo>
                  <a:pt x="1088435" y="80218"/>
                </a:lnTo>
                <a:lnTo>
                  <a:pt x="1076362" y="80218"/>
                </a:lnTo>
                <a:lnTo>
                  <a:pt x="1076362" y="42974"/>
                </a:lnTo>
                <a:cubicBezTo>
                  <a:pt x="1076362" y="37449"/>
                  <a:pt x="1073497" y="34686"/>
                  <a:pt x="1067767" y="34686"/>
                </a:cubicBezTo>
                <a:cubicBezTo>
                  <a:pt x="1065789" y="34686"/>
                  <a:pt x="1063930" y="35027"/>
                  <a:pt x="1062191" y="35709"/>
                </a:cubicBezTo>
                <a:cubicBezTo>
                  <a:pt x="1060451" y="36391"/>
                  <a:pt x="1058661" y="37517"/>
                  <a:pt x="1056819" y="39086"/>
                </a:cubicBezTo>
                <a:cubicBezTo>
                  <a:pt x="1056887" y="39563"/>
                  <a:pt x="1056921" y="40348"/>
                  <a:pt x="1056921" y="41439"/>
                </a:cubicBezTo>
                <a:lnTo>
                  <a:pt x="1056921" y="80218"/>
                </a:lnTo>
                <a:lnTo>
                  <a:pt x="1044848" y="80218"/>
                </a:lnTo>
                <a:lnTo>
                  <a:pt x="1044848" y="42974"/>
                </a:lnTo>
                <a:cubicBezTo>
                  <a:pt x="1044848" y="37449"/>
                  <a:pt x="1041983" y="34686"/>
                  <a:pt x="1036253" y="34686"/>
                </a:cubicBezTo>
                <a:cubicBezTo>
                  <a:pt x="1032569" y="34686"/>
                  <a:pt x="1028920" y="36085"/>
                  <a:pt x="1025305" y="38881"/>
                </a:cubicBezTo>
                <a:lnTo>
                  <a:pt x="1025305" y="80218"/>
                </a:lnTo>
                <a:lnTo>
                  <a:pt x="1013231" y="80218"/>
                </a:lnTo>
                <a:lnTo>
                  <a:pt x="1013231" y="24659"/>
                </a:lnTo>
                <a:lnTo>
                  <a:pt x="1024179" y="24659"/>
                </a:lnTo>
                <a:lnTo>
                  <a:pt x="1024179" y="31412"/>
                </a:lnTo>
                <a:cubicBezTo>
                  <a:pt x="1028681" y="26023"/>
                  <a:pt x="1034172" y="23329"/>
                  <a:pt x="1040653" y="23329"/>
                </a:cubicBezTo>
                <a:close/>
                <a:moveTo>
                  <a:pt x="945821" y="23329"/>
                </a:moveTo>
                <a:cubicBezTo>
                  <a:pt x="952438" y="23329"/>
                  <a:pt x="957605" y="24898"/>
                  <a:pt x="961322" y="28035"/>
                </a:cubicBezTo>
                <a:cubicBezTo>
                  <a:pt x="965040" y="31173"/>
                  <a:pt x="966899" y="35641"/>
                  <a:pt x="966899" y="41439"/>
                </a:cubicBezTo>
                <a:lnTo>
                  <a:pt x="966899" y="80218"/>
                </a:lnTo>
                <a:lnTo>
                  <a:pt x="956053" y="80218"/>
                </a:lnTo>
                <a:lnTo>
                  <a:pt x="956053" y="72442"/>
                </a:lnTo>
                <a:cubicBezTo>
                  <a:pt x="952574" y="78376"/>
                  <a:pt x="947083" y="81344"/>
                  <a:pt x="939579" y="81344"/>
                </a:cubicBezTo>
                <a:cubicBezTo>
                  <a:pt x="934191" y="81344"/>
                  <a:pt x="930030" y="79877"/>
                  <a:pt x="927096" y="76944"/>
                </a:cubicBezTo>
                <a:cubicBezTo>
                  <a:pt x="924163" y="74011"/>
                  <a:pt x="922697" y="69918"/>
                  <a:pt x="922697" y="64666"/>
                </a:cubicBezTo>
                <a:cubicBezTo>
                  <a:pt x="922697" y="58049"/>
                  <a:pt x="925272" y="53189"/>
                  <a:pt x="930422" y="50085"/>
                </a:cubicBezTo>
                <a:cubicBezTo>
                  <a:pt x="935572" y="46982"/>
                  <a:pt x="943740" y="45396"/>
                  <a:pt x="954927" y="45327"/>
                </a:cubicBezTo>
                <a:lnTo>
                  <a:pt x="954927" y="42769"/>
                </a:lnTo>
                <a:cubicBezTo>
                  <a:pt x="954927" y="37039"/>
                  <a:pt x="951210" y="34175"/>
                  <a:pt x="943775" y="34175"/>
                </a:cubicBezTo>
                <a:cubicBezTo>
                  <a:pt x="939409" y="34175"/>
                  <a:pt x="935077" y="35130"/>
                  <a:pt x="930780" y="37039"/>
                </a:cubicBezTo>
                <a:lnTo>
                  <a:pt x="927710" y="27626"/>
                </a:lnTo>
                <a:cubicBezTo>
                  <a:pt x="933645" y="24761"/>
                  <a:pt x="939682" y="23329"/>
                  <a:pt x="945821" y="23329"/>
                </a:cubicBezTo>
                <a:close/>
                <a:moveTo>
                  <a:pt x="873100" y="23329"/>
                </a:moveTo>
                <a:cubicBezTo>
                  <a:pt x="876101" y="23329"/>
                  <a:pt x="879051" y="23755"/>
                  <a:pt x="881950" y="24608"/>
                </a:cubicBezTo>
                <a:cubicBezTo>
                  <a:pt x="884849" y="25460"/>
                  <a:pt x="887390" y="26671"/>
                  <a:pt x="889573" y="28240"/>
                </a:cubicBezTo>
                <a:lnTo>
                  <a:pt x="885173" y="37653"/>
                </a:lnTo>
                <a:cubicBezTo>
                  <a:pt x="880603" y="35471"/>
                  <a:pt x="876510" y="34379"/>
                  <a:pt x="872895" y="34379"/>
                </a:cubicBezTo>
                <a:cubicBezTo>
                  <a:pt x="868734" y="34379"/>
                  <a:pt x="865511" y="35948"/>
                  <a:pt x="863226" y="39086"/>
                </a:cubicBezTo>
                <a:cubicBezTo>
                  <a:pt x="860941" y="42224"/>
                  <a:pt x="859798" y="46623"/>
                  <a:pt x="859798" y="52285"/>
                </a:cubicBezTo>
                <a:cubicBezTo>
                  <a:pt x="859798" y="64359"/>
                  <a:pt x="864607" y="70396"/>
                  <a:pt x="874225" y="70396"/>
                </a:cubicBezTo>
                <a:cubicBezTo>
                  <a:pt x="878045" y="70396"/>
                  <a:pt x="881968" y="69338"/>
                  <a:pt x="885992" y="67224"/>
                </a:cubicBezTo>
                <a:lnTo>
                  <a:pt x="890187" y="76535"/>
                </a:lnTo>
                <a:cubicBezTo>
                  <a:pt x="885753" y="79809"/>
                  <a:pt x="880228" y="81446"/>
                  <a:pt x="873611" y="81446"/>
                </a:cubicBezTo>
                <a:cubicBezTo>
                  <a:pt x="865290" y="81446"/>
                  <a:pt x="858843" y="78956"/>
                  <a:pt x="854273" y="73977"/>
                </a:cubicBezTo>
                <a:cubicBezTo>
                  <a:pt x="849703" y="68997"/>
                  <a:pt x="847417" y="62005"/>
                  <a:pt x="847417" y="53001"/>
                </a:cubicBezTo>
                <a:cubicBezTo>
                  <a:pt x="847417" y="47067"/>
                  <a:pt x="848475" y="41866"/>
                  <a:pt x="850590" y="37398"/>
                </a:cubicBezTo>
                <a:cubicBezTo>
                  <a:pt x="852704" y="32930"/>
                  <a:pt x="855706" y="29468"/>
                  <a:pt x="859594" y="27012"/>
                </a:cubicBezTo>
                <a:cubicBezTo>
                  <a:pt x="863482" y="24557"/>
                  <a:pt x="867984" y="23329"/>
                  <a:pt x="873100" y="23329"/>
                </a:cubicBezTo>
                <a:close/>
                <a:moveTo>
                  <a:pt x="498146" y="23329"/>
                </a:moveTo>
                <a:cubicBezTo>
                  <a:pt x="504763" y="23329"/>
                  <a:pt x="509930" y="24898"/>
                  <a:pt x="513647" y="28035"/>
                </a:cubicBezTo>
                <a:cubicBezTo>
                  <a:pt x="517365" y="31173"/>
                  <a:pt x="519224" y="35641"/>
                  <a:pt x="519224" y="41439"/>
                </a:cubicBezTo>
                <a:lnTo>
                  <a:pt x="519224" y="80218"/>
                </a:lnTo>
                <a:lnTo>
                  <a:pt x="508378" y="80218"/>
                </a:lnTo>
                <a:lnTo>
                  <a:pt x="508378" y="72442"/>
                </a:lnTo>
                <a:cubicBezTo>
                  <a:pt x="504899" y="78376"/>
                  <a:pt x="499408" y="81344"/>
                  <a:pt x="491904" y="81344"/>
                </a:cubicBezTo>
                <a:cubicBezTo>
                  <a:pt x="486516" y="81344"/>
                  <a:pt x="482355" y="79877"/>
                  <a:pt x="479422" y="76944"/>
                </a:cubicBezTo>
                <a:cubicBezTo>
                  <a:pt x="476488" y="74011"/>
                  <a:pt x="475022" y="69918"/>
                  <a:pt x="475022" y="64666"/>
                </a:cubicBezTo>
                <a:cubicBezTo>
                  <a:pt x="475022" y="58049"/>
                  <a:pt x="477597" y="53189"/>
                  <a:pt x="482747" y="50085"/>
                </a:cubicBezTo>
                <a:cubicBezTo>
                  <a:pt x="487897" y="46982"/>
                  <a:pt x="496065" y="45396"/>
                  <a:pt x="507252" y="45327"/>
                </a:cubicBezTo>
                <a:lnTo>
                  <a:pt x="507252" y="42769"/>
                </a:lnTo>
                <a:cubicBezTo>
                  <a:pt x="507252" y="37039"/>
                  <a:pt x="503535" y="34175"/>
                  <a:pt x="496099" y="34175"/>
                </a:cubicBezTo>
                <a:cubicBezTo>
                  <a:pt x="491734" y="34175"/>
                  <a:pt x="487403" y="35130"/>
                  <a:pt x="483105" y="37039"/>
                </a:cubicBezTo>
                <a:lnTo>
                  <a:pt x="480035" y="27626"/>
                </a:lnTo>
                <a:cubicBezTo>
                  <a:pt x="485970" y="24761"/>
                  <a:pt x="492007" y="23329"/>
                  <a:pt x="498146" y="23329"/>
                </a:cubicBezTo>
                <a:close/>
                <a:moveTo>
                  <a:pt x="383734" y="23329"/>
                </a:moveTo>
                <a:cubicBezTo>
                  <a:pt x="389055" y="23329"/>
                  <a:pt x="393182" y="24915"/>
                  <a:pt x="396115" y="28087"/>
                </a:cubicBezTo>
                <a:cubicBezTo>
                  <a:pt x="399048" y="31258"/>
                  <a:pt x="400515" y="35709"/>
                  <a:pt x="400515" y="41439"/>
                </a:cubicBezTo>
                <a:lnTo>
                  <a:pt x="400515" y="80218"/>
                </a:lnTo>
                <a:lnTo>
                  <a:pt x="388441" y="80218"/>
                </a:lnTo>
                <a:lnTo>
                  <a:pt x="388441" y="42974"/>
                </a:lnTo>
                <a:cubicBezTo>
                  <a:pt x="388441" y="37449"/>
                  <a:pt x="385405" y="34686"/>
                  <a:pt x="379335" y="34686"/>
                </a:cubicBezTo>
                <a:cubicBezTo>
                  <a:pt x="375310" y="34686"/>
                  <a:pt x="371558" y="36085"/>
                  <a:pt x="368079" y="38881"/>
                </a:cubicBezTo>
                <a:lnTo>
                  <a:pt x="368079" y="80218"/>
                </a:lnTo>
                <a:lnTo>
                  <a:pt x="356006" y="80218"/>
                </a:lnTo>
                <a:lnTo>
                  <a:pt x="356006" y="24659"/>
                </a:lnTo>
                <a:lnTo>
                  <a:pt x="366954" y="24659"/>
                </a:lnTo>
                <a:lnTo>
                  <a:pt x="366954" y="31412"/>
                </a:lnTo>
                <a:cubicBezTo>
                  <a:pt x="371456" y="26023"/>
                  <a:pt x="377050" y="23329"/>
                  <a:pt x="383734" y="23329"/>
                </a:cubicBezTo>
                <a:close/>
                <a:moveTo>
                  <a:pt x="319319" y="23329"/>
                </a:moveTo>
                <a:cubicBezTo>
                  <a:pt x="326687" y="23329"/>
                  <a:pt x="332417" y="25682"/>
                  <a:pt x="336509" y="30389"/>
                </a:cubicBezTo>
                <a:cubicBezTo>
                  <a:pt x="340602" y="35095"/>
                  <a:pt x="342648" y="41678"/>
                  <a:pt x="342648" y="50136"/>
                </a:cubicBezTo>
                <a:cubicBezTo>
                  <a:pt x="342648" y="52251"/>
                  <a:pt x="342478" y="54263"/>
                  <a:pt x="342137" y="56173"/>
                </a:cubicBezTo>
                <a:lnTo>
                  <a:pt x="307451" y="56173"/>
                </a:lnTo>
                <a:cubicBezTo>
                  <a:pt x="308406" y="65723"/>
                  <a:pt x="313351" y="70498"/>
                  <a:pt x="322287" y="70498"/>
                </a:cubicBezTo>
                <a:cubicBezTo>
                  <a:pt x="327130" y="70498"/>
                  <a:pt x="331666" y="69304"/>
                  <a:pt x="335895" y="66917"/>
                </a:cubicBezTo>
                <a:lnTo>
                  <a:pt x="340295" y="76023"/>
                </a:lnTo>
                <a:cubicBezTo>
                  <a:pt x="337771" y="77728"/>
                  <a:pt x="334821" y="79059"/>
                  <a:pt x="331444" y="80014"/>
                </a:cubicBezTo>
                <a:cubicBezTo>
                  <a:pt x="328068" y="80969"/>
                  <a:pt x="324606" y="81446"/>
                  <a:pt x="321059" y="81446"/>
                </a:cubicBezTo>
                <a:cubicBezTo>
                  <a:pt x="312805" y="81446"/>
                  <a:pt x="306427" y="78905"/>
                  <a:pt x="301925" y="73823"/>
                </a:cubicBezTo>
                <a:cubicBezTo>
                  <a:pt x="297423" y="68741"/>
                  <a:pt x="295172" y="61630"/>
                  <a:pt x="295172" y="52490"/>
                </a:cubicBezTo>
                <a:cubicBezTo>
                  <a:pt x="295172" y="43213"/>
                  <a:pt x="297287" y="36033"/>
                  <a:pt x="301516" y="30951"/>
                </a:cubicBezTo>
                <a:cubicBezTo>
                  <a:pt x="305745" y="25870"/>
                  <a:pt x="311680" y="23329"/>
                  <a:pt x="319319" y="23329"/>
                </a:cubicBezTo>
                <a:close/>
                <a:moveTo>
                  <a:pt x="145609" y="23329"/>
                </a:moveTo>
                <a:cubicBezTo>
                  <a:pt x="150930" y="23329"/>
                  <a:pt x="155057" y="24915"/>
                  <a:pt x="157990" y="28087"/>
                </a:cubicBezTo>
                <a:cubicBezTo>
                  <a:pt x="160923" y="31258"/>
                  <a:pt x="162390" y="35709"/>
                  <a:pt x="162390" y="41439"/>
                </a:cubicBezTo>
                <a:lnTo>
                  <a:pt x="162390" y="80218"/>
                </a:lnTo>
                <a:lnTo>
                  <a:pt x="150316" y="80218"/>
                </a:lnTo>
                <a:lnTo>
                  <a:pt x="150316" y="42974"/>
                </a:lnTo>
                <a:cubicBezTo>
                  <a:pt x="150316" y="37449"/>
                  <a:pt x="147281" y="34686"/>
                  <a:pt x="141210" y="34686"/>
                </a:cubicBezTo>
                <a:cubicBezTo>
                  <a:pt x="137185" y="34686"/>
                  <a:pt x="133433" y="36085"/>
                  <a:pt x="129954" y="38881"/>
                </a:cubicBezTo>
                <a:lnTo>
                  <a:pt x="129954" y="80218"/>
                </a:lnTo>
                <a:lnTo>
                  <a:pt x="117881" y="80218"/>
                </a:lnTo>
                <a:lnTo>
                  <a:pt x="117881" y="24659"/>
                </a:lnTo>
                <a:lnTo>
                  <a:pt x="128829" y="24659"/>
                </a:lnTo>
                <a:lnTo>
                  <a:pt x="128829" y="31412"/>
                </a:lnTo>
                <a:cubicBezTo>
                  <a:pt x="133331" y="26023"/>
                  <a:pt x="138925" y="23329"/>
                  <a:pt x="145609" y="23329"/>
                </a:cubicBezTo>
                <a:close/>
                <a:moveTo>
                  <a:pt x="81502" y="23329"/>
                </a:moveTo>
                <a:cubicBezTo>
                  <a:pt x="89278" y="23329"/>
                  <a:pt x="95247" y="25801"/>
                  <a:pt x="99408" y="30747"/>
                </a:cubicBezTo>
                <a:cubicBezTo>
                  <a:pt x="103569" y="35692"/>
                  <a:pt x="105649" y="42940"/>
                  <a:pt x="105649" y="52490"/>
                </a:cubicBezTo>
                <a:cubicBezTo>
                  <a:pt x="105649" y="62040"/>
                  <a:pt x="103551" y="69270"/>
                  <a:pt x="99356" y="74181"/>
                </a:cubicBezTo>
                <a:cubicBezTo>
                  <a:pt x="95161" y="79093"/>
                  <a:pt x="89176" y="81548"/>
                  <a:pt x="81399" y="81548"/>
                </a:cubicBezTo>
                <a:cubicBezTo>
                  <a:pt x="73623" y="81548"/>
                  <a:pt x="67654" y="79093"/>
                  <a:pt x="63493" y="74181"/>
                </a:cubicBezTo>
                <a:cubicBezTo>
                  <a:pt x="59332" y="69270"/>
                  <a:pt x="57252" y="62040"/>
                  <a:pt x="57252" y="52490"/>
                </a:cubicBezTo>
                <a:cubicBezTo>
                  <a:pt x="57252" y="42940"/>
                  <a:pt x="59349" y="35692"/>
                  <a:pt x="63544" y="30747"/>
                </a:cubicBezTo>
                <a:cubicBezTo>
                  <a:pt x="67740" y="25801"/>
                  <a:pt x="73725" y="23329"/>
                  <a:pt x="81502" y="23329"/>
                </a:cubicBezTo>
                <a:close/>
                <a:moveTo>
                  <a:pt x="10908570" y="22919"/>
                </a:moveTo>
                <a:lnTo>
                  <a:pt x="10913928" y="22919"/>
                </a:lnTo>
                <a:lnTo>
                  <a:pt x="10913928" y="71884"/>
                </a:lnTo>
                <a:cubicBezTo>
                  <a:pt x="10913928" y="73273"/>
                  <a:pt x="10914250" y="74278"/>
                  <a:pt x="10914895" y="74898"/>
                </a:cubicBezTo>
                <a:cubicBezTo>
                  <a:pt x="10915541" y="75518"/>
                  <a:pt x="10916582" y="75828"/>
                  <a:pt x="10918021" y="75828"/>
                </a:cubicBezTo>
                <a:cubicBezTo>
                  <a:pt x="10918864" y="75828"/>
                  <a:pt x="10919857" y="75729"/>
                  <a:pt x="10920997" y="75530"/>
                </a:cubicBezTo>
                <a:lnTo>
                  <a:pt x="10921518" y="80069"/>
                </a:lnTo>
                <a:cubicBezTo>
                  <a:pt x="10920030" y="80466"/>
                  <a:pt x="10918492" y="80665"/>
                  <a:pt x="10916904" y="80665"/>
                </a:cubicBezTo>
                <a:cubicBezTo>
                  <a:pt x="10911348" y="80665"/>
                  <a:pt x="10908570" y="77812"/>
                  <a:pt x="10908570" y="72107"/>
                </a:cubicBezTo>
                <a:close/>
                <a:moveTo>
                  <a:pt x="9775244" y="22919"/>
                </a:moveTo>
                <a:lnTo>
                  <a:pt x="9780602" y="22919"/>
                </a:lnTo>
                <a:lnTo>
                  <a:pt x="9780602" y="44351"/>
                </a:lnTo>
                <a:cubicBezTo>
                  <a:pt x="9783926" y="41126"/>
                  <a:pt x="9787894" y="39514"/>
                  <a:pt x="9792508" y="39514"/>
                </a:cubicBezTo>
                <a:cubicBezTo>
                  <a:pt x="9796428" y="39514"/>
                  <a:pt x="9799478" y="40618"/>
                  <a:pt x="9801661" y="42825"/>
                </a:cubicBezTo>
                <a:cubicBezTo>
                  <a:pt x="9803843" y="45033"/>
                  <a:pt x="9804935" y="48121"/>
                  <a:pt x="9804935" y="52090"/>
                </a:cubicBezTo>
                <a:lnTo>
                  <a:pt x="9804935" y="80218"/>
                </a:lnTo>
                <a:lnTo>
                  <a:pt x="9799577" y="80218"/>
                </a:lnTo>
                <a:lnTo>
                  <a:pt x="9799577" y="52462"/>
                </a:lnTo>
                <a:cubicBezTo>
                  <a:pt x="9799577" y="47302"/>
                  <a:pt x="9796750" y="44723"/>
                  <a:pt x="9791094" y="44723"/>
                </a:cubicBezTo>
                <a:cubicBezTo>
                  <a:pt x="9787175" y="44723"/>
                  <a:pt x="9783677" y="46037"/>
                  <a:pt x="9780602" y="48667"/>
                </a:cubicBezTo>
                <a:lnTo>
                  <a:pt x="9780602" y="80218"/>
                </a:lnTo>
                <a:lnTo>
                  <a:pt x="9775244" y="80218"/>
                </a:lnTo>
                <a:close/>
                <a:moveTo>
                  <a:pt x="9575219" y="22919"/>
                </a:moveTo>
                <a:lnTo>
                  <a:pt x="9580577" y="22919"/>
                </a:lnTo>
                <a:lnTo>
                  <a:pt x="9580577" y="44351"/>
                </a:lnTo>
                <a:cubicBezTo>
                  <a:pt x="9583900" y="41126"/>
                  <a:pt x="9587869" y="39514"/>
                  <a:pt x="9592483" y="39514"/>
                </a:cubicBezTo>
                <a:cubicBezTo>
                  <a:pt x="9596402" y="39514"/>
                  <a:pt x="9599453" y="40618"/>
                  <a:pt x="9601636" y="42825"/>
                </a:cubicBezTo>
                <a:cubicBezTo>
                  <a:pt x="9603819" y="45033"/>
                  <a:pt x="9604910" y="48121"/>
                  <a:pt x="9604910" y="52090"/>
                </a:cubicBezTo>
                <a:lnTo>
                  <a:pt x="9604910" y="80218"/>
                </a:lnTo>
                <a:lnTo>
                  <a:pt x="9599552" y="80218"/>
                </a:lnTo>
                <a:lnTo>
                  <a:pt x="9599552" y="52462"/>
                </a:lnTo>
                <a:cubicBezTo>
                  <a:pt x="9599552" y="47302"/>
                  <a:pt x="9596725" y="44723"/>
                  <a:pt x="9591069" y="44723"/>
                </a:cubicBezTo>
                <a:cubicBezTo>
                  <a:pt x="9587150" y="44723"/>
                  <a:pt x="9583653" y="46037"/>
                  <a:pt x="9580577" y="48667"/>
                </a:cubicBezTo>
                <a:lnTo>
                  <a:pt x="9580577" y="80218"/>
                </a:lnTo>
                <a:lnTo>
                  <a:pt x="9575219" y="80218"/>
                </a:lnTo>
                <a:close/>
                <a:moveTo>
                  <a:pt x="9051195" y="22919"/>
                </a:moveTo>
                <a:lnTo>
                  <a:pt x="9056553" y="22919"/>
                </a:lnTo>
                <a:lnTo>
                  <a:pt x="9056553" y="71884"/>
                </a:lnTo>
                <a:cubicBezTo>
                  <a:pt x="9056553" y="73273"/>
                  <a:pt x="9056875" y="74278"/>
                  <a:pt x="9057520" y="74898"/>
                </a:cubicBezTo>
                <a:cubicBezTo>
                  <a:pt x="9058166" y="75518"/>
                  <a:pt x="9059207" y="75828"/>
                  <a:pt x="9060646" y="75828"/>
                </a:cubicBezTo>
                <a:cubicBezTo>
                  <a:pt x="9061489" y="75828"/>
                  <a:pt x="9062482" y="75729"/>
                  <a:pt x="9063622" y="75530"/>
                </a:cubicBezTo>
                <a:lnTo>
                  <a:pt x="9064143" y="80069"/>
                </a:lnTo>
                <a:cubicBezTo>
                  <a:pt x="9062655" y="80466"/>
                  <a:pt x="9061117" y="80665"/>
                  <a:pt x="9059529" y="80665"/>
                </a:cubicBezTo>
                <a:cubicBezTo>
                  <a:pt x="9053973" y="80665"/>
                  <a:pt x="9051195" y="77812"/>
                  <a:pt x="9051195" y="72107"/>
                </a:cubicBezTo>
                <a:close/>
                <a:moveTo>
                  <a:pt x="8965619" y="22919"/>
                </a:moveTo>
                <a:lnTo>
                  <a:pt x="8970977" y="22919"/>
                </a:lnTo>
                <a:lnTo>
                  <a:pt x="8970977" y="44351"/>
                </a:lnTo>
                <a:cubicBezTo>
                  <a:pt x="8974301" y="41126"/>
                  <a:pt x="8978269" y="39514"/>
                  <a:pt x="8982883" y="39514"/>
                </a:cubicBezTo>
                <a:cubicBezTo>
                  <a:pt x="8986803" y="39514"/>
                  <a:pt x="8989853" y="40618"/>
                  <a:pt x="8992036" y="42825"/>
                </a:cubicBezTo>
                <a:cubicBezTo>
                  <a:pt x="8994218" y="45033"/>
                  <a:pt x="8995310" y="48121"/>
                  <a:pt x="8995310" y="52090"/>
                </a:cubicBezTo>
                <a:lnTo>
                  <a:pt x="8995310" y="80218"/>
                </a:lnTo>
                <a:lnTo>
                  <a:pt x="8989952" y="80218"/>
                </a:lnTo>
                <a:lnTo>
                  <a:pt x="8989952" y="52462"/>
                </a:lnTo>
                <a:cubicBezTo>
                  <a:pt x="8989952" y="47302"/>
                  <a:pt x="8987125" y="44723"/>
                  <a:pt x="8981469" y="44723"/>
                </a:cubicBezTo>
                <a:cubicBezTo>
                  <a:pt x="8977550" y="44723"/>
                  <a:pt x="8974052" y="46037"/>
                  <a:pt x="8970977" y="48667"/>
                </a:cubicBezTo>
                <a:lnTo>
                  <a:pt x="8970977" y="80218"/>
                </a:lnTo>
                <a:lnTo>
                  <a:pt x="8965619" y="80218"/>
                </a:lnTo>
                <a:close/>
                <a:moveTo>
                  <a:pt x="8788960" y="22919"/>
                </a:moveTo>
                <a:lnTo>
                  <a:pt x="8794318" y="22919"/>
                </a:lnTo>
                <a:lnTo>
                  <a:pt x="8794318" y="80218"/>
                </a:lnTo>
                <a:lnTo>
                  <a:pt x="8789332" y="80218"/>
                </a:lnTo>
                <a:lnTo>
                  <a:pt x="8789332" y="75158"/>
                </a:lnTo>
                <a:cubicBezTo>
                  <a:pt x="8787993" y="77142"/>
                  <a:pt x="8786343" y="78643"/>
                  <a:pt x="8784383" y="79660"/>
                </a:cubicBezTo>
                <a:cubicBezTo>
                  <a:pt x="8782424" y="80677"/>
                  <a:pt x="8780229" y="81186"/>
                  <a:pt x="8777798" y="81186"/>
                </a:cubicBezTo>
                <a:cubicBezTo>
                  <a:pt x="8773085" y="81186"/>
                  <a:pt x="8769413" y="79325"/>
                  <a:pt x="8766785" y="75605"/>
                </a:cubicBezTo>
                <a:cubicBezTo>
                  <a:pt x="8764156" y="71884"/>
                  <a:pt x="8762841" y="66700"/>
                  <a:pt x="8762841" y="60052"/>
                </a:cubicBezTo>
                <a:cubicBezTo>
                  <a:pt x="8762841" y="53603"/>
                  <a:pt x="8764242" y="48567"/>
                  <a:pt x="8767045" y="44946"/>
                </a:cubicBezTo>
                <a:cubicBezTo>
                  <a:pt x="8769848" y="41324"/>
                  <a:pt x="8773729" y="39514"/>
                  <a:pt x="8778691" y="39514"/>
                </a:cubicBezTo>
                <a:cubicBezTo>
                  <a:pt x="8780724" y="39514"/>
                  <a:pt x="8782622" y="39911"/>
                  <a:pt x="8784383" y="40704"/>
                </a:cubicBezTo>
                <a:cubicBezTo>
                  <a:pt x="8786145" y="41498"/>
                  <a:pt x="8787670" y="42614"/>
                  <a:pt x="8788960" y="44053"/>
                </a:cubicBezTo>
                <a:close/>
                <a:moveTo>
                  <a:pt x="8350810" y="22919"/>
                </a:moveTo>
                <a:lnTo>
                  <a:pt x="8356168" y="22919"/>
                </a:lnTo>
                <a:lnTo>
                  <a:pt x="8356168" y="80218"/>
                </a:lnTo>
                <a:lnTo>
                  <a:pt x="8351182" y="80218"/>
                </a:lnTo>
                <a:lnTo>
                  <a:pt x="8351182" y="75158"/>
                </a:lnTo>
                <a:cubicBezTo>
                  <a:pt x="8349843" y="77142"/>
                  <a:pt x="8348193" y="78643"/>
                  <a:pt x="8346233" y="79660"/>
                </a:cubicBezTo>
                <a:cubicBezTo>
                  <a:pt x="8344275" y="80677"/>
                  <a:pt x="8342079" y="81186"/>
                  <a:pt x="8339648" y="81186"/>
                </a:cubicBezTo>
                <a:cubicBezTo>
                  <a:pt x="8334935" y="81186"/>
                  <a:pt x="8331263" y="79325"/>
                  <a:pt x="8328635" y="75605"/>
                </a:cubicBezTo>
                <a:cubicBezTo>
                  <a:pt x="8326005" y="71884"/>
                  <a:pt x="8324691" y="66700"/>
                  <a:pt x="8324691" y="60052"/>
                </a:cubicBezTo>
                <a:cubicBezTo>
                  <a:pt x="8324691" y="53603"/>
                  <a:pt x="8326091" y="48567"/>
                  <a:pt x="8328895" y="44946"/>
                </a:cubicBezTo>
                <a:cubicBezTo>
                  <a:pt x="8331699" y="41324"/>
                  <a:pt x="8335579" y="39514"/>
                  <a:pt x="8340541" y="39514"/>
                </a:cubicBezTo>
                <a:cubicBezTo>
                  <a:pt x="8342575" y="39514"/>
                  <a:pt x="8344472" y="39911"/>
                  <a:pt x="8346233" y="40704"/>
                </a:cubicBezTo>
                <a:cubicBezTo>
                  <a:pt x="8347995" y="41498"/>
                  <a:pt x="8349521" y="42614"/>
                  <a:pt x="8350810" y="44053"/>
                </a:cubicBezTo>
                <a:close/>
                <a:moveTo>
                  <a:pt x="8193945" y="22919"/>
                </a:moveTo>
                <a:lnTo>
                  <a:pt x="8199303" y="22919"/>
                </a:lnTo>
                <a:lnTo>
                  <a:pt x="8199303" y="71884"/>
                </a:lnTo>
                <a:cubicBezTo>
                  <a:pt x="8199303" y="73273"/>
                  <a:pt x="8199625" y="74278"/>
                  <a:pt x="8200271" y="74898"/>
                </a:cubicBezTo>
                <a:cubicBezTo>
                  <a:pt x="8200915" y="75518"/>
                  <a:pt x="8201957" y="75828"/>
                  <a:pt x="8203395" y="75828"/>
                </a:cubicBezTo>
                <a:cubicBezTo>
                  <a:pt x="8204239" y="75828"/>
                  <a:pt x="8205231" y="75729"/>
                  <a:pt x="8206372" y="75530"/>
                </a:cubicBezTo>
                <a:lnTo>
                  <a:pt x="8206893" y="80069"/>
                </a:lnTo>
                <a:cubicBezTo>
                  <a:pt x="8205405" y="80466"/>
                  <a:pt x="8203867" y="80665"/>
                  <a:pt x="8202279" y="80665"/>
                </a:cubicBezTo>
                <a:cubicBezTo>
                  <a:pt x="8196723" y="80665"/>
                  <a:pt x="8193945" y="77812"/>
                  <a:pt x="8193945" y="72107"/>
                </a:cubicBezTo>
                <a:close/>
                <a:moveTo>
                  <a:pt x="8084110" y="22919"/>
                </a:moveTo>
                <a:lnTo>
                  <a:pt x="8089468" y="22919"/>
                </a:lnTo>
                <a:lnTo>
                  <a:pt x="8089468" y="80218"/>
                </a:lnTo>
                <a:lnTo>
                  <a:pt x="8084482" y="80218"/>
                </a:lnTo>
                <a:lnTo>
                  <a:pt x="8084482" y="75158"/>
                </a:lnTo>
                <a:cubicBezTo>
                  <a:pt x="8083143" y="77142"/>
                  <a:pt x="8081493" y="78643"/>
                  <a:pt x="8079533" y="79660"/>
                </a:cubicBezTo>
                <a:cubicBezTo>
                  <a:pt x="8077575" y="80677"/>
                  <a:pt x="8075379" y="81186"/>
                  <a:pt x="8072948" y="81186"/>
                </a:cubicBezTo>
                <a:cubicBezTo>
                  <a:pt x="8068235" y="81186"/>
                  <a:pt x="8064563" y="79325"/>
                  <a:pt x="8061935" y="75605"/>
                </a:cubicBezTo>
                <a:cubicBezTo>
                  <a:pt x="8059305" y="71884"/>
                  <a:pt x="8057991" y="66700"/>
                  <a:pt x="8057991" y="60052"/>
                </a:cubicBezTo>
                <a:cubicBezTo>
                  <a:pt x="8057991" y="53603"/>
                  <a:pt x="8059391" y="48567"/>
                  <a:pt x="8062195" y="44946"/>
                </a:cubicBezTo>
                <a:cubicBezTo>
                  <a:pt x="8064999" y="41324"/>
                  <a:pt x="8068879" y="39514"/>
                  <a:pt x="8073841" y="39514"/>
                </a:cubicBezTo>
                <a:cubicBezTo>
                  <a:pt x="8075875" y="39514"/>
                  <a:pt x="8077772" y="39911"/>
                  <a:pt x="8079533" y="40704"/>
                </a:cubicBezTo>
                <a:cubicBezTo>
                  <a:pt x="8081295" y="41498"/>
                  <a:pt x="8082821" y="42614"/>
                  <a:pt x="8084110" y="44053"/>
                </a:cubicBezTo>
                <a:close/>
                <a:moveTo>
                  <a:pt x="7998385" y="22919"/>
                </a:moveTo>
                <a:lnTo>
                  <a:pt x="8003743" y="22919"/>
                </a:lnTo>
                <a:lnTo>
                  <a:pt x="8003743" y="80218"/>
                </a:lnTo>
                <a:lnTo>
                  <a:pt x="7998757" y="80218"/>
                </a:lnTo>
                <a:lnTo>
                  <a:pt x="7998757" y="75158"/>
                </a:lnTo>
                <a:cubicBezTo>
                  <a:pt x="7997417" y="77142"/>
                  <a:pt x="7995767" y="78643"/>
                  <a:pt x="7993809" y="79660"/>
                </a:cubicBezTo>
                <a:cubicBezTo>
                  <a:pt x="7991849" y="80677"/>
                  <a:pt x="7989654" y="81186"/>
                  <a:pt x="7987223" y="81186"/>
                </a:cubicBezTo>
                <a:cubicBezTo>
                  <a:pt x="7982511" y="81186"/>
                  <a:pt x="7978839" y="79325"/>
                  <a:pt x="7976209" y="75605"/>
                </a:cubicBezTo>
                <a:cubicBezTo>
                  <a:pt x="7973581" y="71884"/>
                  <a:pt x="7972265" y="66700"/>
                  <a:pt x="7972265" y="60052"/>
                </a:cubicBezTo>
                <a:cubicBezTo>
                  <a:pt x="7972265" y="53603"/>
                  <a:pt x="7973667" y="48567"/>
                  <a:pt x="7976470" y="44946"/>
                </a:cubicBezTo>
                <a:cubicBezTo>
                  <a:pt x="7979273" y="41324"/>
                  <a:pt x="7983155" y="39514"/>
                  <a:pt x="7988116" y="39514"/>
                </a:cubicBezTo>
                <a:cubicBezTo>
                  <a:pt x="7990149" y="39514"/>
                  <a:pt x="7992047" y="39911"/>
                  <a:pt x="7993809" y="40704"/>
                </a:cubicBezTo>
                <a:cubicBezTo>
                  <a:pt x="7995570" y="41498"/>
                  <a:pt x="7997095" y="42614"/>
                  <a:pt x="7998385" y="44053"/>
                </a:cubicBezTo>
                <a:close/>
                <a:moveTo>
                  <a:pt x="7741210" y="22919"/>
                </a:moveTo>
                <a:lnTo>
                  <a:pt x="7746568" y="22919"/>
                </a:lnTo>
                <a:lnTo>
                  <a:pt x="7746568" y="80218"/>
                </a:lnTo>
                <a:lnTo>
                  <a:pt x="7741582" y="80218"/>
                </a:lnTo>
                <a:lnTo>
                  <a:pt x="7741582" y="75158"/>
                </a:lnTo>
                <a:cubicBezTo>
                  <a:pt x="7740243" y="77142"/>
                  <a:pt x="7738593" y="78643"/>
                  <a:pt x="7736634" y="79660"/>
                </a:cubicBezTo>
                <a:cubicBezTo>
                  <a:pt x="7734674" y="80677"/>
                  <a:pt x="7732479" y="81186"/>
                  <a:pt x="7730048" y="81186"/>
                </a:cubicBezTo>
                <a:cubicBezTo>
                  <a:pt x="7725335" y="81186"/>
                  <a:pt x="7721664" y="79325"/>
                  <a:pt x="7719035" y="75605"/>
                </a:cubicBezTo>
                <a:cubicBezTo>
                  <a:pt x="7716405" y="71884"/>
                  <a:pt x="7715091" y="66700"/>
                  <a:pt x="7715091" y="60052"/>
                </a:cubicBezTo>
                <a:cubicBezTo>
                  <a:pt x="7715091" y="53603"/>
                  <a:pt x="7716493" y="48567"/>
                  <a:pt x="7719295" y="44946"/>
                </a:cubicBezTo>
                <a:cubicBezTo>
                  <a:pt x="7722098" y="41324"/>
                  <a:pt x="7725980" y="39514"/>
                  <a:pt x="7730941" y="39514"/>
                </a:cubicBezTo>
                <a:cubicBezTo>
                  <a:pt x="7732975" y="39514"/>
                  <a:pt x="7734873" y="39911"/>
                  <a:pt x="7736634" y="40704"/>
                </a:cubicBezTo>
                <a:cubicBezTo>
                  <a:pt x="7738395" y="41498"/>
                  <a:pt x="7739920" y="42614"/>
                  <a:pt x="7741210" y="44053"/>
                </a:cubicBezTo>
                <a:close/>
                <a:moveTo>
                  <a:pt x="7588810" y="22919"/>
                </a:moveTo>
                <a:lnTo>
                  <a:pt x="7594168" y="22919"/>
                </a:lnTo>
                <a:lnTo>
                  <a:pt x="7594168" y="80218"/>
                </a:lnTo>
                <a:lnTo>
                  <a:pt x="7589182" y="80218"/>
                </a:lnTo>
                <a:lnTo>
                  <a:pt x="7589182" y="75158"/>
                </a:lnTo>
                <a:cubicBezTo>
                  <a:pt x="7587843" y="77142"/>
                  <a:pt x="7586193" y="78643"/>
                  <a:pt x="7584234" y="79660"/>
                </a:cubicBezTo>
                <a:cubicBezTo>
                  <a:pt x="7582274" y="80677"/>
                  <a:pt x="7580079" y="81186"/>
                  <a:pt x="7577648" y="81186"/>
                </a:cubicBezTo>
                <a:cubicBezTo>
                  <a:pt x="7572935" y="81186"/>
                  <a:pt x="7569264" y="79325"/>
                  <a:pt x="7566635" y="75605"/>
                </a:cubicBezTo>
                <a:cubicBezTo>
                  <a:pt x="7564005" y="71884"/>
                  <a:pt x="7562691" y="66700"/>
                  <a:pt x="7562691" y="60052"/>
                </a:cubicBezTo>
                <a:cubicBezTo>
                  <a:pt x="7562691" y="53603"/>
                  <a:pt x="7564093" y="48567"/>
                  <a:pt x="7566895" y="44946"/>
                </a:cubicBezTo>
                <a:cubicBezTo>
                  <a:pt x="7569698" y="41324"/>
                  <a:pt x="7573580" y="39514"/>
                  <a:pt x="7578541" y="39514"/>
                </a:cubicBezTo>
                <a:cubicBezTo>
                  <a:pt x="7580575" y="39514"/>
                  <a:pt x="7582473" y="39911"/>
                  <a:pt x="7584234" y="40704"/>
                </a:cubicBezTo>
                <a:cubicBezTo>
                  <a:pt x="7585995" y="41498"/>
                  <a:pt x="7587520" y="42614"/>
                  <a:pt x="7588810" y="44053"/>
                </a:cubicBezTo>
                <a:close/>
                <a:moveTo>
                  <a:pt x="7341160" y="22919"/>
                </a:moveTo>
                <a:lnTo>
                  <a:pt x="7346518" y="22919"/>
                </a:lnTo>
                <a:lnTo>
                  <a:pt x="7346518" y="80218"/>
                </a:lnTo>
                <a:lnTo>
                  <a:pt x="7341532" y="80218"/>
                </a:lnTo>
                <a:lnTo>
                  <a:pt x="7341532" y="75158"/>
                </a:lnTo>
                <a:cubicBezTo>
                  <a:pt x="7340193" y="77142"/>
                  <a:pt x="7338543" y="78643"/>
                  <a:pt x="7336584" y="79660"/>
                </a:cubicBezTo>
                <a:cubicBezTo>
                  <a:pt x="7334624" y="80677"/>
                  <a:pt x="7332429" y="81186"/>
                  <a:pt x="7329998" y="81186"/>
                </a:cubicBezTo>
                <a:cubicBezTo>
                  <a:pt x="7325285" y="81186"/>
                  <a:pt x="7321614" y="79325"/>
                  <a:pt x="7318985" y="75605"/>
                </a:cubicBezTo>
                <a:cubicBezTo>
                  <a:pt x="7316355" y="71884"/>
                  <a:pt x="7315041" y="66700"/>
                  <a:pt x="7315041" y="60052"/>
                </a:cubicBezTo>
                <a:cubicBezTo>
                  <a:pt x="7315041" y="53603"/>
                  <a:pt x="7316443" y="48567"/>
                  <a:pt x="7319245" y="44946"/>
                </a:cubicBezTo>
                <a:cubicBezTo>
                  <a:pt x="7322049" y="41324"/>
                  <a:pt x="7325930" y="39514"/>
                  <a:pt x="7330891" y="39514"/>
                </a:cubicBezTo>
                <a:cubicBezTo>
                  <a:pt x="7332925" y="39514"/>
                  <a:pt x="7334823" y="39911"/>
                  <a:pt x="7336584" y="40704"/>
                </a:cubicBezTo>
                <a:cubicBezTo>
                  <a:pt x="7338345" y="41498"/>
                  <a:pt x="7339870" y="42614"/>
                  <a:pt x="7341160" y="44053"/>
                </a:cubicBezTo>
                <a:close/>
                <a:moveTo>
                  <a:pt x="7108244" y="22919"/>
                </a:moveTo>
                <a:lnTo>
                  <a:pt x="7113602" y="22919"/>
                </a:lnTo>
                <a:lnTo>
                  <a:pt x="7113602" y="45020"/>
                </a:lnTo>
                <a:cubicBezTo>
                  <a:pt x="7116281" y="41349"/>
                  <a:pt x="7120002" y="39514"/>
                  <a:pt x="7124764" y="39514"/>
                </a:cubicBezTo>
                <a:cubicBezTo>
                  <a:pt x="7129477" y="39514"/>
                  <a:pt x="7133148" y="41374"/>
                  <a:pt x="7135777" y="45095"/>
                </a:cubicBezTo>
                <a:cubicBezTo>
                  <a:pt x="7138407" y="48816"/>
                  <a:pt x="7139721" y="54000"/>
                  <a:pt x="7139721" y="60647"/>
                </a:cubicBezTo>
                <a:cubicBezTo>
                  <a:pt x="7139721" y="67097"/>
                  <a:pt x="7138320" y="72132"/>
                  <a:pt x="7135517" y="75753"/>
                </a:cubicBezTo>
                <a:cubicBezTo>
                  <a:pt x="7132714" y="79375"/>
                  <a:pt x="7128832" y="81186"/>
                  <a:pt x="7123871" y="81186"/>
                </a:cubicBezTo>
                <a:cubicBezTo>
                  <a:pt x="7121738" y="81186"/>
                  <a:pt x="7119753" y="80752"/>
                  <a:pt x="7117918" y="79883"/>
                </a:cubicBezTo>
                <a:cubicBezTo>
                  <a:pt x="7116083" y="79015"/>
                  <a:pt x="7114520" y="77787"/>
                  <a:pt x="7113230" y="76200"/>
                </a:cubicBezTo>
                <a:lnTo>
                  <a:pt x="7113230" y="80218"/>
                </a:lnTo>
                <a:lnTo>
                  <a:pt x="7108244" y="80218"/>
                </a:lnTo>
                <a:close/>
                <a:moveTo>
                  <a:pt x="6936645" y="22919"/>
                </a:moveTo>
                <a:lnTo>
                  <a:pt x="6942003" y="22919"/>
                </a:lnTo>
                <a:lnTo>
                  <a:pt x="6942003" y="71884"/>
                </a:lnTo>
                <a:cubicBezTo>
                  <a:pt x="6942003" y="73273"/>
                  <a:pt x="6942326" y="74278"/>
                  <a:pt x="6942971" y="74898"/>
                </a:cubicBezTo>
                <a:cubicBezTo>
                  <a:pt x="6943616" y="75518"/>
                  <a:pt x="6944658" y="75828"/>
                  <a:pt x="6946096" y="75828"/>
                </a:cubicBezTo>
                <a:cubicBezTo>
                  <a:pt x="6946939" y="75828"/>
                  <a:pt x="6947932" y="75729"/>
                  <a:pt x="6949072" y="75530"/>
                </a:cubicBezTo>
                <a:lnTo>
                  <a:pt x="6949593" y="80069"/>
                </a:lnTo>
                <a:cubicBezTo>
                  <a:pt x="6948105" y="80466"/>
                  <a:pt x="6946567" y="80665"/>
                  <a:pt x="6944980" y="80665"/>
                </a:cubicBezTo>
                <a:cubicBezTo>
                  <a:pt x="6939424" y="80665"/>
                  <a:pt x="6936645" y="77812"/>
                  <a:pt x="6936645" y="72107"/>
                </a:cubicBezTo>
                <a:close/>
                <a:moveTo>
                  <a:pt x="6917595" y="22919"/>
                </a:moveTo>
                <a:lnTo>
                  <a:pt x="6922953" y="22919"/>
                </a:lnTo>
                <a:lnTo>
                  <a:pt x="6922953" y="71884"/>
                </a:lnTo>
                <a:cubicBezTo>
                  <a:pt x="6922953" y="73273"/>
                  <a:pt x="6923276" y="74278"/>
                  <a:pt x="6923921" y="74898"/>
                </a:cubicBezTo>
                <a:cubicBezTo>
                  <a:pt x="6924565" y="75518"/>
                  <a:pt x="6925607" y="75828"/>
                  <a:pt x="6927046" y="75828"/>
                </a:cubicBezTo>
                <a:cubicBezTo>
                  <a:pt x="6927889" y="75828"/>
                  <a:pt x="6928881" y="75729"/>
                  <a:pt x="6930022" y="75530"/>
                </a:cubicBezTo>
                <a:lnTo>
                  <a:pt x="6930543" y="80069"/>
                </a:lnTo>
                <a:cubicBezTo>
                  <a:pt x="6929055" y="80466"/>
                  <a:pt x="6927517" y="80665"/>
                  <a:pt x="6925930" y="80665"/>
                </a:cubicBezTo>
                <a:cubicBezTo>
                  <a:pt x="6920374" y="80665"/>
                  <a:pt x="6917595" y="77812"/>
                  <a:pt x="6917595" y="72107"/>
                </a:cubicBezTo>
                <a:close/>
                <a:moveTo>
                  <a:pt x="6832019" y="22919"/>
                </a:moveTo>
                <a:lnTo>
                  <a:pt x="6837377" y="22919"/>
                </a:lnTo>
                <a:lnTo>
                  <a:pt x="6837377" y="44351"/>
                </a:lnTo>
                <a:cubicBezTo>
                  <a:pt x="6840701" y="41126"/>
                  <a:pt x="6844670" y="39514"/>
                  <a:pt x="6849283" y="39514"/>
                </a:cubicBezTo>
                <a:cubicBezTo>
                  <a:pt x="6853202" y="39514"/>
                  <a:pt x="6856253" y="40618"/>
                  <a:pt x="6858436" y="42825"/>
                </a:cubicBezTo>
                <a:cubicBezTo>
                  <a:pt x="6860619" y="45033"/>
                  <a:pt x="6861710" y="48121"/>
                  <a:pt x="6861710" y="52090"/>
                </a:cubicBezTo>
                <a:lnTo>
                  <a:pt x="6861710" y="80218"/>
                </a:lnTo>
                <a:lnTo>
                  <a:pt x="6856353" y="80218"/>
                </a:lnTo>
                <a:lnTo>
                  <a:pt x="6856353" y="52462"/>
                </a:lnTo>
                <a:cubicBezTo>
                  <a:pt x="6856353" y="47302"/>
                  <a:pt x="6853525" y="44723"/>
                  <a:pt x="6847869" y="44723"/>
                </a:cubicBezTo>
                <a:cubicBezTo>
                  <a:pt x="6843950" y="44723"/>
                  <a:pt x="6840453" y="46037"/>
                  <a:pt x="6837377" y="48667"/>
                </a:cubicBezTo>
                <a:lnTo>
                  <a:pt x="6837377" y="80218"/>
                </a:lnTo>
                <a:lnTo>
                  <a:pt x="6832019" y="80218"/>
                </a:lnTo>
                <a:close/>
                <a:moveTo>
                  <a:pt x="6755670" y="22919"/>
                </a:moveTo>
                <a:lnTo>
                  <a:pt x="6761028" y="22919"/>
                </a:lnTo>
                <a:lnTo>
                  <a:pt x="6761028" y="71884"/>
                </a:lnTo>
                <a:cubicBezTo>
                  <a:pt x="6761028" y="73273"/>
                  <a:pt x="6761351" y="74278"/>
                  <a:pt x="6761996" y="74898"/>
                </a:cubicBezTo>
                <a:cubicBezTo>
                  <a:pt x="6762640" y="75518"/>
                  <a:pt x="6763682" y="75828"/>
                  <a:pt x="6765121" y="75828"/>
                </a:cubicBezTo>
                <a:cubicBezTo>
                  <a:pt x="6765964" y="75828"/>
                  <a:pt x="6766957" y="75729"/>
                  <a:pt x="6768097" y="75530"/>
                </a:cubicBezTo>
                <a:lnTo>
                  <a:pt x="6768618" y="80069"/>
                </a:lnTo>
                <a:cubicBezTo>
                  <a:pt x="6767130" y="80466"/>
                  <a:pt x="6765592" y="80665"/>
                  <a:pt x="6764005" y="80665"/>
                </a:cubicBezTo>
                <a:cubicBezTo>
                  <a:pt x="6758449" y="80665"/>
                  <a:pt x="6755670" y="77812"/>
                  <a:pt x="6755670" y="72107"/>
                </a:cubicBezTo>
                <a:close/>
                <a:moveTo>
                  <a:pt x="6384344" y="22919"/>
                </a:moveTo>
                <a:lnTo>
                  <a:pt x="6389702" y="22919"/>
                </a:lnTo>
                <a:lnTo>
                  <a:pt x="6389702" y="44351"/>
                </a:lnTo>
                <a:cubicBezTo>
                  <a:pt x="6393026" y="41126"/>
                  <a:pt x="6396995" y="39514"/>
                  <a:pt x="6401608" y="39514"/>
                </a:cubicBezTo>
                <a:cubicBezTo>
                  <a:pt x="6405528" y="39514"/>
                  <a:pt x="6408579" y="40618"/>
                  <a:pt x="6410761" y="42825"/>
                </a:cubicBezTo>
                <a:cubicBezTo>
                  <a:pt x="6412944" y="45033"/>
                  <a:pt x="6414035" y="48121"/>
                  <a:pt x="6414035" y="52090"/>
                </a:cubicBezTo>
                <a:lnTo>
                  <a:pt x="6414035" y="80218"/>
                </a:lnTo>
                <a:lnTo>
                  <a:pt x="6408678" y="80218"/>
                </a:lnTo>
                <a:lnTo>
                  <a:pt x="6408678" y="52462"/>
                </a:lnTo>
                <a:cubicBezTo>
                  <a:pt x="6408678" y="47302"/>
                  <a:pt x="6405850" y="44723"/>
                  <a:pt x="6400194" y="44723"/>
                </a:cubicBezTo>
                <a:cubicBezTo>
                  <a:pt x="6396275" y="44723"/>
                  <a:pt x="6392778" y="46037"/>
                  <a:pt x="6389702" y="48667"/>
                </a:cubicBezTo>
                <a:lnTo>
                  <a:pt x="6389702" y="80218"/>
                </a:lnTo>
                <a:lnTo>
                  <a:pt x="6384344" y="80218"/>
                </a:lnTo>
                <a:close/>
                <a:moveTo>
                  <a:pt x="5974620" y="22919"/>
                </a:moveTo>
                <a:lnTo>
                  <a:pt x="5979978" y="22919"/>
                </a:lnTo>
                <a:lnTo>
                  <a:pt x="5979978" y="71884"/>
                </a:lnTo>
                <a:cubicBezTo>
                  <a:pt x="5979978" y="73273"/>
                  <a:pt x="5980301" y="74278"/>
                  <a:pt x="5980946" y="74898"/>
                </a:cubicBezTo>
                <a:cubicBezTo>
                  <a:pt x="5981590" y="75518"/>
                  <a:pt x="5982632" y="75828"/>
                  <a:pt x="5984071" y="75828"/>
                </a:cubicBezTo>
                <a:cubicBezTo>
                  <a:pt x="5984914" y="75828"/>
                  <a:pt x="5985907" y="75729"/>
                  <a:pt x="5987047" y="75530"/>
                </a:cubicBezTo>
                <a:lnTo>
                  <a:pt x="5987568" y="80069"/>
                </a:lnTo>
                <a:cubicBezTo>
                  <a:pt x="5986080" y="80466"/>
                  <a:pt x="5984542" y="80665"/>
                  <a:pt x="5982955" y="80665"/>
                </a:cubicBezTo>
                <a:cubicBezTo>
                  <a:pt x="5977399" y="80665"/>
                  <a:pt x="5974620" y="77812"/>
                  <a:pt x="5974620" y="72107"/>
                </a:cubicBezTo>
                <a:close/>
                <a:moveTo>
                  <a:pt x="5117519" y="22919"/>
                </a:moveTo>
                <a:lnTo>
                  <a:pt x="5122877" y="22919"/>
                </a:lnTo>
                <a:lnTo>
                  <a:pt x="5122877" y="44351"/>
                </a:lnTo>
                <a:cubicBezTo>
                  <a:pt x="5126201" y="41126"/>
                  <a:pt x="5130170" y="39514"/>
                  <a:pt x="5134783" y="39514"/>
                </a:cubicBezTo>
                <a:cubicBezTo>
                  <a:pt x="5138703" y="39514"/>
                  <a:pt x="5141754" y="40618"/>
                  <a:pt x="5143937" y="42825"/>
                </a:cubicBezTo>
                <a:cubicBezTo>
                  <a:pt x="5146119" y="45033"/>
                  <a:pt x="5147210" y="48121"/>
                  <a:pt x="5147210" y="52090"/>
                </a:cubicBezTo>
                <a:lnTo>
                  <a:pt x="5147210" y="80218"/>
                </a:lnTo>
                <a:lnTo>
                  <a:pt x="5141853" y="80218"/>
                </a:lnTo>
                <a:lnTo>
                  <a:pt x="5141853" y="52462"/>
                </a:lnTo>
                <a:cubicBezTo>
                  <a:pt x="5141853" y="47302"/>
                  <a:pt x="5139025" y="44723"/>
                  <a:pt x="5133369" y="44723"/>
                </a:cubicBezTo>
                <a:cubicBezTo>
                  <a:pt x="5129450" y="44723"/>
                  <a:pt x="5125952" y="46037"/>
                  <a:pt x="5122877" y="48667"/>
                </a:cubicBezTo>
                <a:lnTo>
                  <a:pt x="5122877" y="80218"/>
                </a:lnTo>
                <a:lnTo>
                  <a:pt x="5117519" y="80218"/>
                </a:lnTo>
                <a:close/>
                <a:moveTo>
                  <a:pt x="4955595" y="22919"/>
                </a:moveTo>
                <a:lnTo>
                  <a:pt x="4960952" y="22919"/>
                </a:lnTo>
                <a:lnTo>
                  <a:pt x="4960952" y="44351"/>
                </a:lnTo>
                <a:cubicBezTo>
                  <a:pt x="4964276" y="41126"/>
                  <a:pt x="4968245" y="39514"/>
                  <a:pt x="4972858" y="39514"/>
                </a:cubicBezTo>
                <a:cubicBezTo>
                  <a:pt x="4976778" y="39514"/>
                  <a:pt x="4979829" y="40618"/>
                  <a:pt x="4982012" y="42825"/>
                </a:cubicBezTo>
                <a:cubicBezTo>
                  <a:pt x="4984194" y="45033"/>
                  <a:pt x="4985286" y="48121"/>
                  <a:pt x="4985286" y="52090"/>
                </a:cubicBezTo>
                <a:lnTo>
                  <a:pt x="4985286" y="80218"/>
                </a:lnTo>
                <a:lnTo>
                  <a:pt x="4979928" y="80218"/>
                </a:lnTo>
                <a:lnTo>
                  <a:pt x="4979928" y="52462"/>
                </a:lnTo>
                <a:cubicBezTo>
                  <a:pt x="4979928" y="47302"/>
                  <a:pt x="4977100" y="44723"/>
                  <a:pt x="4971444" y="44723"/>
                </a:cubicBezTo>
                <a:cubicBezTo>
                  <a:pt x="4967525" y="44723"/>
                  <a:pt x="4964027" y="46037"/>
                  <a:pt x="4960952" y="48667"/>
                </a:cubicBezTo>
                <a:lnTo>
                  <a:pt x="4960952" y="80218"/>
                </a:lnTo>
                <a:lnTo>
                  <a:pt x="4955595" y="80218"/>
                </a:lnTo>
                <a:close/>
                <a:moveTo>
                  <a:pt x="4860344" y="22919"/>
                </a:moveTo>
                <a:lnTo>
                  <a:pt x="4865702" y="22919"/>
                </a:lnTo>
                <a:lnTo>
                  <a:pt x="4865702" y="44351"/>
                </a:lnTo>
                <a:cubicBezTo>
                  <a:pt x="4869026" y="41126"/>
                  <a:pt x="4872995" y="39514"/>
                  <a:pt x="4877608" y="39514"/>
                </a:cubicBezTo>
                <a:cubicBezTo>
                  <a:pt x="4881528" y="39514"/>
                  <a:pt x="4884579" y="40618"/>
                  <a:pt x="4886761" y="42825"/>
                </a:cubicBezTo>
                <a:cubicBezTo>
                  <a:pt x="4888944" y="45033"/>
                  <a:pt x="4890035" y="48121"/>
                  <a:pt x="4890035" y="52090"/>
                </a:cubicBezTo>
                <a:lnTo>
                  <a:pt x="4890035" y="80218"/>
                </a:lnTo>
                <a:lnTo>
                  <a:pt x="4884678" y="80218"/>
                </a:lnTo>
                <a:lnTo>
                  <a:pt x="4884678" y="52462"/>
                </a:lnTo>
                <a:cubicBezTo>
                  <a:pt x="4884678" y="47302"/>
                  <a:pt x="4881850" y="44723"/>
                  <a:pt x="4876194" y="44723"/>
                </a:cubicBezTo>
                <a:cubicBezTo>
                  <a:pt x="4872276" y="44723"/>
                  <a:pt x="4868778" y="46037"/>
                  <a:pt x="4865702" y="48667"/>
                </a:cubicBezTo>
                <a:lnTo>
                  <a:pt x="4865702" y="80218"/>
                </a:lnTo>
                <a:lnTo>
                  <a:pt x="4860344" y="80218"/>
                </a:lnTo>
                <a:close/>
                <a:moveTo>
                  <a:pt x="4345845" y="22919"/>
                </a:moveTo>
                <a:lnTo>
                  <a:pt x="4351203" y="22919"/>
                </a:lnTo>
                <a:lnTo>
                  <a:pt x="4351203" y="71884"/>
                </a:lnTo>
                <a:cubicBezTo>
                  <a:pt x="4351203" y="73273"/>
                  <a:pt x="4351526" y="74278"/>
                  <a:pt x="4352171" y="74898"/>
                </a:cubicBezTo>
                <a:cubicBezTo>
                  <a:pt x="4352816" y="75518"/>
                  <a:pt x="4353857" y="75828"/>
                  <a:pt x="4355296" y="75828"/>
                </a:cubicBezTo>
                <a:cubicBezTo>
                  <a:pt x="4356139" y="75828"/>
                  <a:pt x="4357132" y="75729"/>
                  <a:pt x="4358273" y="75530"/>
                </a:cubicBezTo>
                <a:lnTo>
                  <a:pt x="4358793" y="80069"/>
                </a:lnTo>
                <a:cubicBezTo>
                  <a:pt x="4357305" y="80466"/>
                  <a:pt x="4355767" y="80665"/>
                  <a:pt x="4354180" y="80665"/>
                </a:cubicBezTo>
                <a:cubicBezTo>
                  <a:pt x="4348623" y="80665"/>
                  <a:pt x="4345845" y="77812"/>
                  <a:pt x="4345845" y="72107"/>
                </a:cubicBezTo>
                <a:close/>
                <a:moveTo>
                  <a:pt x="4159810" y="22919"/>
                </a:moveTo>
                <a:lnTo>
                  <a:pt x="4165168" y="22919"/>
                </a:lnTo>
                <a:lnTo>
                  <a:pt x="4165168" y="80218"/>
                </a:lnTo>
                <a:lnTo>
                  <a:pt x="4160183" y="80218"/>
                </a:lnTo>
                <a:lnTo>
                  <a:pt x="4160183" y="75158"/>
                </a:lnTo>
                <a:cubicBezTo>
                  <a:pt x="4158843" y="77142"/>
                  <a:pt x="4157193" y="78643"/>
                  <a:pt x="4155234" y="79660"/>
                </a:cubicBezTo>
                <a:cubicBezTo>
                  <a:pt x="4153274" y="80677"/>
                  <a:pt x="4151079" y="81186"/>
                  <a:pt x="4148648" y="81186"/>
                </a:cubicBezTo>
                <a:cubicBezTo>
                  <a:pt x="4143935" y="81186"/>
                  <a:pt x="4140264" y="79325"/>
                  <a:pt x="4137635" y="75605"/>
                </a:cubicBezTo>
                <a:cubicBezTo>
                  <a:pt x="4135005" y="71884"/>
                  <a:pt x="4133691" y="66700"/>
                  <a:pt x="4133691" y="60052"/>
                </a:cubicBezTo>
                <a:cubicBezTo>
                  <a:pt x="4133691" y="53603"/>
                  <a:pt x="4135092" y="48567"/>
                  <a:pt x="4137895" y="44946"/>
                </a:cubicBezTo>
                <a:cubicBezTo>
                  <a:pt x="4140698" y="41324"/>
                  <a:pt x="4144580" y="39514"/>
                  <a:pt x="4149541" y="39514"/>
                </a:cubicBezTo>
                <a:cubicBezTo>
                  <a:pt x="4151575" y="39514"/>
                  <a:pt x="4153472" y="39911"/>
                  <a:pt x="4155234" y="40704"/>
                </a:cubicBezTo>
                <a:cubicBezTo>
                  <a:pt x="4156996" y="41498"/>
                  <a:pt x="4158520" y="42614"/>
                  <a:pt x="4159810" y="44053"/>
                </a:cubicBezTo>
                <a:close/>
                <a:moveTo>
                  <a:pt x="3931210" y="22919"/>
                </a:moveTo>
                <a:lnTo>
                  <a:pt x="3936568" y="22919"/>
                </a:lnTo>
                <a:lnTo>
                  <a:pt x="3936568" y="80218"/>
                </a:lnTo>
                <a:lnTo>
                  <a:pt x="3931582" y="80218"/>
                </a:lnTo>
                <a:lnTo>
                  <a:pt x="3931582" y="75158"/>
                </a:lnTo>
                <a:cubicBezTo>
                  <a:pt x="3930243" y="77142"/>
                  <a:pt x="3928593" y="78643"/>
                  <a:pt x="3926634" y="79660"/>
                </a:cubicBezTo>
                <a:cubicBezTo>
                  <a:pt x="3924674" y="80677"/>
                  <a:pt x="3922480" y="81186"/>
                  <a:pt x="3920049" y="81186"/>
                </a:cubicBezTo>
                <a:cubicBezTo>
                  <a:pt x="3915335" y="81186"/>
                  <a:pt x="3911664" y="79325"/>
                  <a:pt x="3909035" y="75605"/>
                </a:cubicBezTo>
                <a:cubicBezTo>
                  <a:pt x="3906405" y="71884"/>
                  <a:pt x="3905091" y="66700"/>
                  <a:pt x="3905091" y="60052"/>
                </a:cubicBezTo>
                <a:cubicBezTo>
                  <a:pt x="3905091" y="53603"/>
                  <a:pt x="3906492" y="48567"/>
                  <a:pt x="3909296" y="44946"/>
                </a:cubicBezTo>
                <a:cubicBezTo>
                  <a:pt x="3912098" y="41324"/>
                  <a:pt x="3915980" y="39514"/>
                  <a:pt x="3920941" y="39514"/>
                </a:cubicBezTo>
                <a:cubicBezTo>
                  <a:pt x="3922975" y="39514"/>
                  <a:pt x="3924872" y="39911"/>
                  <a:pt x="3926634" y="40704"/>
                </a:cubicBezTo>
                <a:cubicBezTo>
                  <a:pt x="3928395" y="41498"/>
                  <a:pt x="3929921" y="42614"/>
                  <a:pt x="3931210" y="44053"/>
                </a:cubicBezTo>
                <a:close/>
                <a:moveTo>
                  <a:pt x="3483536" y="22919"/>
                </a:moveTo>
                <a:lnTo>
                  <a:pt x="3488893" y="22919"/>
                </a:lnTo>
                <a:lnTo>
                  <a:pt x="3488893" y="80218"/>
                </a:lnTo>
                <a:lnTo>
                  <a:pt x="3483908" y="80218"/>
                </a:lnTo>
                <a:lnTo>
                  <a:pt x="3483908" y="75158"/>
                </a:lnTo>
                <a:cubicBezTo>
                  <a:pt x="3482568" y="77142"/>
                  <a:pt x="3480919" y="78643"/>
                  <a:pt x="3478960" y="79660"/>
                </a:cubicBezTo>
                <a:cubicBezTo>
                  <a:pt x="3476999" y="80677"/>
                  <a:pt x="3474804" y="81186"/>
                  <a:pt x="3472374" y="81186"/>
                </a:cubicBezTo>
                <a:cubicBezTo>
                  <a:pt x="3467660" y="81186"/>
                  <a:pt x="3463990" y="79325"/>
                  <a:pt x="3461360" y="75605"/>
                </a:cubicBezTo>
                <a:cubicBezTo>
                  <a:pt x="3458731" y="71884"/>
                  <a:pt x="3457416" y="66700"/>
                  <a:pt x="3457416" y="60052"/>
                </a:cubicBezTo>
                <a:cubicBezTo>
                  <a:pt x="3457416" y="53603"/>
                  <a:pt x="3458818" y="48567"/>
                  <a:pt x="3461621" y="44946"/>
                </a:cubicBezTo>
                <a:cubicBezTo>
                  <a:pt x="3464423" y="41324"/>
                  <a:pt x="3468306" y="39514"/>
                  <a:pt x="3473267" y="39514"/>
                </a:cubicBezTo>
                <a:cubicBezTo>
                  <a:pt x="3475301" y="39514"/>
                  <a:pt x="3477198" y="39911"/>
                  <a:pt x="3478960" y="40704"/>
                </a:cubicBezTo>
                <a:cubicBezTo>
                  <a:pt x="3480721" y="41498"/>
                  <a:pt x="3482246" y="42614"/>
                  <a:pt x="3483536" y="44053"/>
                </a:cubicBezTo>
                <a:close/>
                <a:moveTo>
                  <a:pt x="2612296" y="22919"/>
                </a:moveTo>
                <a:lnTo>
                  <a:pt x="2617654" y="22919"/>
                </a:lnTo>
                <a:lnTo>
                  <a:pt x="2617654" y="71884"/>
                </a:lnTo>
                <a:cubicBezTo>
                  <a:pt x="2617654" y="73273"/>
                  <a:pt x="2617976" y="74278"/>
                  <a:pt x="2618621" y="74898"/>
                </a:cubicBezTo>
                <a:cubicBezTo>
                  <a:pt x="2619266" y="75518"/>
                  <a:pt x="2620308" y="75828"/>
                  <a:pt x="2621747" y="75828"/>
                </a:cubicBezTo>
                <a:cubicBezTo>
                  <a:pt x="2622590" y="75828"/>
                  <a:pt x="2623582" y="75729"/>
                  <a:pt x="2624723" y="75530"/>
                </a:cubicBezTo>
                <a:lnTo>
                  <a:pt x="2625244" y="80069"/>
                </a:lnTo>
                <a:cubicBezTo>
                  <a:pt x="2623756" y="80466"/>
                  <a:pt x="2622218" y="80665"/>
                  <a:pt x="2620630" y="80665"/>
                </a:cubicBezTo>
                <a:cubicBezTo>
                  <a:pt x="2615075" y="80665"/>
                  <a:pt x="2612296" y="77812"/>
                  <a:pt x="2612296" y="72107"/>
                </a:cubicBezTo>
                <a:close/>
                <a:moveTo>
                  <a:pt x="1659796" y="22919"/>
                </a:moveTo>
                <a:lnTo>
                  <a:pt x="1665154" y="22919"/>
                </a:lnTo>
                <a:lnTo>
                  <a:pt x="1665154" y="71884"/>
                </a:lnTo>
                <a:cubicBezTo>
                  <a:pt x="1665154" y="73273"/>
                  <a:pt x="1665477" y="74278"/>
                  <a:pt x="1666121" y="74898"/>
                </a:cubicBezTo>
                <a:cubicBezTo>
                  <a:pt x="1666766" y="75518"/>
                  <a:pt x="1667807" y="75828"/>
                  <a:pt x="1669246" y="75828"/>
                </a:cubicBezTo>
                <a:cubicBezTo>
                  <a:pt x="1670090" y="75828"/>
                  <a:pt x="1671083" y="75729"/>
                  <a:pt x="1672223" y="75530"/>
                </a:cubicBezTo>
                <a:lnTo>
                  <a:pt x="1672743" y="80069"/>
                </a:lnTo>
                <a:cubicBezTo>
                  <a:pt x="1671256" y="80466"/>
                  <a:pt x="1669718" y="80665"/>
                  <a:pt x="1668130" y="80665"/>
                </a:cubicBezTo>
                <a:cubicBezTo>
                  <a:pt x="1662574" y="80665"/>
                  <a:pt x="1659796" y="77812"/>
                  <a:pt x="1659796" y="72107"/>
                </a:cubicBezTo>
                <a:close/>
                <a:moveTo>
                  <a:pt x="1278945" y="22919"/>
                </a:moveTo>
                <a:lnTo>
                  <a:pt x="1284303" y="22919"/>
                </a:lnTo>
                <a:lnTo>
                  <a:pt x="1284303" y="44351"/>
                </a:lnTo>
                <a:cubicBezTo>
                  <a:pt x="1287627" y="41126"/>
                  <a:pt x="1291595" y="39514"/>
                  <a:pt x="1296209" y="39514"/>
                </a:cubicBezTo>
                <a:cubicBezTo>
                  <a:pt x="1300128" y="39514"/>
                  <a:pt x="1303179" y="40618"/>
                  <a:pt x="1305362" y="42825"/>
                </a:cubicBezTo>
                <a:cubicBezTo>
                  <a:pt x="1307544" y="45033"/>
                  <a:pt x="1308636" y="48121"/>
                  <a:pt x="1308636" y="52090"/>
                </a:cubicBezTo>
                <a:lnTo>
                  <a:pt x="1308636" y="80218"/>
                </a:lnTo>
                <a:lnTo>
                  <a:pt x="1303278" y="80218"/>
                </a:lnTo>
                <a:lnTo>
                  <a:pt x="1303278" y="52462"/>
                </a:lnTo>
                <a:cubicBezTo>
                  <a:pt x="1303278" y="47302"/>
                  <a:pt x="1300451" y="44723"/>
                  <a:pt x="1294795" y="44723"/>
                </a:cubicBezTo>
                <a:cubicBezTo>
                  <a:pt x="1290876" y="44723"/>
                  <a:pt x="1287379" y="46037"/>
                  <a:pt x="1284303" y="48667"/>
                </a:cubicBezTo>
                <a:lnTo>
                  <a:pt x="1284303" y="80218"/>
                </a:lnTo>
                <a:lnTo>
                  <a:pt x="1278945" y="80218"/>
                </a:lnTo>
                <a:close/>
                <a:moveTo>
                  <a:pt x="10504502" y="22547"/>
                </a:moveTo>
                <a:cubicBezTo>
                  <a:pt x="10506040" y="22547"/>
                  <a:pt x="10507305" y="22671"/>
                  <a:pt x="10508297" y="22919"/>
                </a:cubicBezTo>
                <a:lnTo>
                  <a:pt x="10508297" y="27682"/>
                </a:lnTo>
                <a:cubicBezTo>
                  <a:pt x="10506809" y="27483"/>
                  <a:pt x="10505544" y="27384"/>
                  <a:pt x="10504502" y="27384"/>
                </a:cubicBezTo>
                <a:cubicBezTo>
                  <a:pt x="10501873" y="27384"/>
                  <a:pt x="10499875" y="28066"/>
                  <a:pt x="10498511" y="29431"/>
                </a:cubicBezTo>
                <a:cubicBezTo>
                  <a:pt x="10497148" y="30795"/>
                  <a:pt x="10496465" y="32792"/>
                  <a:pt x="10496465" y="35421"/>
                </a:cubicBezTo>
                <a:lnTo>
                  <a:pt x="10496465" y="40481"/>
                </a:lnTo>
                <a:lnTo>
                  <a:pt x="10506883" y="40481"/>
                </a:lnTo>
                <a:lnTo>
                  <a:pt x="10506883" y="45020"/>
                </a:lnTo>
                <a:lnTo>
                  <a:pt x="10496465" y="45020"/>
                </a:lnTo>
                <a:lnTo>
                  <a:pt x="10496465" y="80218"/>
                </a:lnTo>
                <a:lnTo>
                  <a:pt x="10491107" y="80218"/>
                </a:lnTo>
                <a:lnTo>
                  <a:pt x="10491107" y="45020"/>
                </a:lnTo>
                <a:lnTo>
                  <a:pt x="10484187" y="45020"/>
                </a:lnTo>
                <a:lnTo>
                  <a:pt x="10484187" y="40481"/>
                </a:lnTo>
                <a:lnTo>
                  <a:pt x="10491107" y="40481"/>
                </a:lnTo>
                <a:lnTo>
                  <a:pt x="10491107" y="35421"/>
                </a:lnTo>
                <a:cubicBezTo>
                  <a:pt x="10491107" y="31353"/>
                  <a:pt x="10492285" y="28190"/>
                  <a:pt x="10494642" y="25933"/>
                </a:cubicBezTo>
                <a:cubicBezTo>
                  <a:pt x="10496999" y="23676"/>
                  <a:pt x="10500285" y="22547"/>
                  <a:pt x="10504502" y="22547"/>
                </a:cubicBezTo>
                <a:close/>
                <a:moveTo>
                  <a:pt x="5570552" y="22547"/>
                </a:moveTo>
                <a:cubicBezTo>
                  <a:pt x="5572090" y="22547"/>
                  <a:pt x="5573355" y="22671"/>
                  <a:pt x="5574347" y="22919"/>
                </a:cubicBezTo>
                <a:lnTo>
                  <a:pt x="5574347" y="27682"/>
                </a:lnTo>
                <a:cubicBezTo>
                  <a:pt x="5572859" y="27483"/>
                  <a:pt x="5571594" y="27384"/>
                  <a:pt x="5570552" y="27384"/>
                </a:cubicBezTo>
                <a:cubicBezTo>
                  <a:pt x="5567922" y="27384"/>
                  <a:pt x="5565926" y="28066"/>
                  <a:pt x="5564562" y="29431"/>
                </a:cubicBezTo>
                <a:cubicBezTo>
                  <a:pt x="5563197" y="30795"/>
                  <a:pt x="5562515" y="32792"/>
                  <a:pt x="5562515" y="35421"/>
                </a:cubicBezTo>
                <a:lnTo>
                  <a:pt x="5562515" y="40481"/>
                </a:lnTo>
                <a:lnTo>
                  <a:pt x="5572933" y="40481"/>
                </a:lnTo>
                <a:lnTo>
                  <a:pt x="5572933" y="45020"/>
                </a:lnTo>
                <a:lnTo>
                  <a:pt x="5562515" y="45020"/>
                </a:lnTo>
                <a:lnTo>
                  <a:pt x="5562515" y="80218"/>
                </a:lnTo>
                <a:lnTo>
                  <a:pt x="5557157" y="80218"/>
                </a:lnTo>
                <a:lnTo>
                  <a:pt x="5557157" y="45020"/>
                </a:lnTo>
                <a:lnTo>
                  <a:pt x="5550237" y="45020"/>
                </a:lnTo>
                <a:lnTo>
                  <a:pt x="5550237" y="40481"/>
                </a:lnTo>
                <a:lnTo>
                  <a:pt x="5557157" y="40481"/>
                </a:lnTo>
                <a:lnTo>
                  <a:pt x="5557157" y="35421"/>
                </a:lnTo>
                <a:cubicBezTo>
                  <a:pt x="5557157" y="31353"/>
                  <a:pt x="5558336" y="28190"/>
                  <a:pt x="5560692" y="25933"/>
                </a:cubicBezTo>
                <a:cubicBezTo>
                  <a:pt x="5563048" y="23676"/>
                  <a:pt x="5566335" y="22547"/>
                  <a:pt x="5570552" y="22547"/>
                </a:cubicBezTo>
                <a:close/>
                <a:moveTo>
                  <a:pt x="4465652" y="22547"/>
                </a:moveTo>
                <a:cubicBezTo>
                  <a:pt x="4467190" y="22547"/>
                  <a:pt x="4468455" y="22671"/>
                  <a:pt x="4469448" y="22919"/>
                </a:cubicBezTo>
                <a:lnTo>
                  <a:pt x="4469448" y="27682"/>
                </a:lnTo>
                <a:cubicBezTo>
                  <a:pt x="4467959" y="27483"/>
                  <a:pt x="4466694" y="27384"/>
                  <a:pt x="4465652" y="27384"/>
                </a:cubicBezTo>
                <a:cubicBezTo>
                  <a:pt x="4463023" y="27384"/>
                  <a:pt x="4461026" y="28066"/>
                  <a:pt x="4459662" y="29431"/>
                </a:cubicBezTo>
                <a:cubicBezTo>
                  <a:pt x="4458297" y="30795"/>
                  <a:pt x="4457615" y="32792"/>
                  <a:pt x="4457615" y="35421"/>
                </a:cubicBezTo>
                <a:lnTo>
                  <a:pt x="4457615" y="40481"/>
                </a:lnTo>
                <a:lnTo>
                  <a:pt x="4468033" y="40481"/>
                </a:lnTo>
                <a:lnTo>
                  <a:pt x="4468033" y="45020"/>
                </a:lnTo>
                <a:lnTo>
                  <a:pt x="4457615" y="45020"/>
                </a:lnTo>
                <a:lnTo>
                  <a:pt x="4457615" y="80218"/>
                </a:lnTo>
                <a:lnTo>
                  <a:pt x="4452257" y="80218"/>
                </a:lnTo>
                <a:lnTo>
                  <a:pt x="4452257" y="45020"/>
                </a:lnTo>
                <a:lnTo>
                  <a:pt x="4445337" y="45020"/>
                </a:lnTo>
                <a:lnTo>
                  <a:pt x="4445337" y="40481"/>
                </a:lnTo>
                <a:lnTo>
                  <a:pt x="4452257" y="40481"/>
                </a:lnTo>
                <a:lnTo>
                  <a:pt x="4452257" y="35421"/>
                </a:lnTo>
                <a:cubicBezTo>
                  <a:pt x="4452257" y="31353"/>
                  <a:pt x="4453436" y="28190"/>
                  <a:pt x="4455792" y="25933"/>
                </a:cubicBezTo>
                <a:cubicBezTo>
                  <a:pt x="4458149" y="23676"/>
                  <a:pt x="4461435" y="22547"/>
                  <a:pt x="4465652" y="22547"/>
                </a:cubicBezTo>
                <a:close/>
                <a:moveTo>
                  <a:pt x="4103702" y="22547"/>
                </a:moveTo>
                <a:cubicBezTo>
                  <a:pt x="4105240" y="22547"/>
                  <a:pt x="4106505" y="22671"/>
                  <a:pt x="4107498" y="22919"/>
                </a:cubicBezTo>
                <a:lnTo>
                  <a:pt x="4107498" y="27682"/>
                </a:lnTo>
                <a:cubicBezTo>
                  <a:pt x="4106009" y="27483"/>
                  <a:pt x="4104744" y="27384"/>
                  <a:pt x="4103702" y="27384"/>
                </a:cubicBezTo>
                <a:cubicBezTo>
                  <a:pt x="4101073" y="27384"/>
                  <a:pt x="4099076" y="28066"/>
                  <a:pt x="4097712" y="29431"/>
                </a:cubicBezTo>
                <a:cubicBezTo>
                  <a:pt x="4096348" y="30795"/>
                  <a:pt x="4095665" y="32792"/>
                  <a:pt x="4095665" y="35421"/>
                </a:cubicBezTo>
                <a:lnTo>
                  <a:pt x="4095665" y="40481"/>
                </a:lnTo>
                <a:lnTo>
                  <a:pt x="4106084" y="40481"/>
                </a:lnTo>
                <a:lnTo>
                  <a:pt x="4106084" y="45020"/>
                </a:lnTo>
                <a:lnTo>
                  <a:pt x="4095665" y="45020"/>
                </a:lnTo>
                <a:lnTo>
                  <a:pt x="4095665" y="80218"/>
                </a:lnTo>
                <a:lnTo>
                  <a:pt x="4090307" y="80218"/>
                </a:lnTo>
                <a:lnTo>
                  <a:pt x="4090307" y="45020"/>
                </a:lnTo>
                <a:lnTo>
                  <a:pt x="4083387" y="45020"/>
                </a:lnTo>
                <a:lnTo>
                  <a:pt x="4083387" y="40481"/>
                </a:lnTo>
                <a:lnTo>
                  <a:pt x="4090307" y="40481"/>
                </a:lnTo>
                <a:lnTo>
                  <a:pt x="4090307" y="35421"/>
                </a:lnTo>
                <a:cubicBezTo>
                  <a:pt x="4090307" y="31353"/>
                  <a:pt x="4091486" y="28190"/>
                  <a:pt x="4093843" y="25933"/>
                </a:cubicBezTo>
                <a:cubicBezTo>
                  <a:pt x="4096199" y="23676"/>
                  <a:pt x="4099485" y="22547"/>
                  <a:pt x="4103702" y="22547"/>
                </a:cubicBezTo>
                <a:close/>
                <a:moveTo>
                  <a:pt x="721323" y="17087"/>
                </a:moveTo>
                <a:lnTo>
                  <a:pt x="721323" y="69270"/>
                </a:lnTo>
                <a:lnTo>
                  <a:pt x="731964" y="69270"/>
                </a:lnTo>
                <a:cubicBezTo>
                  <a:pt x="738990" y="69270"/>
                  <a:pt x="744277" y="67070"/>
                  <a:pt x="747824" y="62670"/>
                </a:cubicBezTo>
                <a:cubicBezTo>
                  <a:pt x="751371" y="58271"/>
                  <a:pt x="753144" y="51739"/>
                  <a:pt x="753144" y="43076"/>
                </a:cubicBezTo>
                <a:cubicBezTo>
                  <a:pt x="753144" y="25750"/>
                  <a:pt x="746050" y="17087"/>
                  <a:pt x="731862" y="17087"/>
                </a:cubicBezTo>
                <a:close/>
                <a:moveTo>
                  <a:pt x="596381" y="9209"/>
                </a:moveTo>
                <a:lnTo>
                  <a:pt x="608456" y="9209"/>
                </a:lnTo>
                <a:lnTo>
                  <a:pt x="608456" y="24659"/>
                </a:lnTo>
                <a:lnTo>
                  <a:pt x="624008" y="24659"/>
                </a:lnTo>
                <a:lnTo>
                  <a:pt x="624008" y="35095"/>
                </a:lnTo>
                <a:lnTo>
                  <a:pt x="608456" y="35095"/>
                </a:lnTo>
                <a:lnTo>
                  <a:pt x="608456" y="60880"/>
                </a:lnTo>
                <a:cubicBezTo>
                  <a:pt x="608456" y="64154"/>
                  <a:pt x="609121" y="66525"/>
                  <a:pt x="610451" y="67991"/>
                </a:cubicBezTo>
                <a:cubicBezTo>
                  <a:pt x="611781" y="69458"/>
                  <a:pt x="613947" y="70191"/>
                  <a:pt x="616948" y="70191"/>
                </a:cubicBezTo>
                <a:cubicBezTo>
                  <a:pt x="618858" y="70191"/>
                  <a:pt x="620836" y="69918"/>
                  <a:pt x="622883" y="69372"/>
                </a:cubicBezTo>
                <a:lnTo>
                  <a:pt x="624724" y="79604"/>
                </a:lnTo>
                <a:cubicBezTo>
                  <a:pt x="621655" y="80559"/>
                  <a:pt x="618415" y="81037"/>
                  <a:pt x="615004" y="81037"/>
                </a:cubicBezTo>
                <a:cubicBezTo>
                  <a:pt x="602589" y="81037"/>
                  <a:pt x="596381" y="75000"/>
                  <a:pt x="596381" y="62926"/>
                </a:cubicBezTo>
                <a:lnTo>
                  <a:pt x="596381" y="35095"/>
                </a:lnTo>
                <a:lnTo>
                  <a:pt x="587582" y="35095"/>
                </a:lnTo>
                <a:lnTo>
                  <a:pt x="587582" y="24659"/>
                </a:lnTo>
                <a:lnTo>
                  <a:pt x="596381" y="24659"/>
                </a:lnTo>
                <a:close/>
                <a:moveTo>
                  <a:pt x="415407" y="9209"/>
                </a:moveTo>
                <a:lnTo>
                  <a:pt x="427480" y="9209"/>
                </a:lnTo>
                <a:lnTo>
                  <a:pt x="427480" y="24659"/>
                </a:lnTo>
                <a:lnTo>
                  <a:pt x="443033" y="24659"/>
                </a:lnTo>
                <a:lnTo>
                  <a:pt x="443033" y="35095"/>
                </a:lnTo>
                <a:lnTo>
                  <a:pt x="427480" y="35095"/>
                </a:lnTo>
                <a:lnTo>
                  <a:pt x="427480" y="60880"/>
                </a:lnTo>
                <a:cubicBezTo>
                  <a:pt x="427480" y="64154"/>
                  <a:pt x="428146" y="66525"/>
                  <a:pt x="429476" y="67991"/>
                </a:cubicBezTo>
                <a:cubicBezTo>
                  <a:pt x="430806" y="69458"/>
                  <a:pt x="432972" y="70191"/>
                  <a:pt x="435973" y="70191"/>
                </a:cubicBezTo>
                <a:cubicBezTo>
                  <a:pt x="437883" y="70191"/>
                  <a:pt x="439861" y="69918"/>
                  <a:pt x="441908" y="69372"/>
                </a:cubicBezTo>
                <a:lnTo>
                  <a:pt x="443749" y="79604"/>
                </a:lnTo>
                <a:cubicBezTo>
                  <a:pt x="440680" y="80559"/>
                  <a:pt x="437440" y="81037"/>
                  <a:pt x="434029" y="81037"/>
                </a:cubicBezTo>
                <a:cubicBezTo>
                  <a:pt x="421614" y="81037"/>
                  <a:pt x="415407" y="75000"/>
                  <a:pt x="415407" y="62926"/>
                </a:cubicBezTo>
                <a:lnTo>
                  <a:pt x="415407" y="35095"/>
                </a:lnTo>
                <a:lnTo>
                  <a:pt x="406607" y="35095"/>
                </a:lnTo>
                <a:lnTo>
                  <a:pt x="406607" y="24659"/>
                </a:lnTo>
                <a:lnTo>
                  <a:pt x="415407" y="24659"/>
                </a:lnTo>
                <a:close/>
                <a:moveTo>
                  <a:pt x="709045" y="6139"/>
                </a:moveTo>
                <a:lnTo>
                  <a:pt x="732169" y="6139"/>
                </a:lnTo>
                <a:cubicBezTo>
                  <a:pt x="743151" y="6139"/>
                  <a:pt x="751507" y="9243"/>
                  <a:pt x="757237" y="15450"/>
                </a:cubicBezTo>
                <a:cubicBezTo>
                  <a:pt x="762967" y="21657"/>
                  <a:pt x="765832" y="30866"/>
                  <a:pt x="765832" y="43076"/>
                </a:cubicBezTo>
                <a:cubicBezTo>
                  <a:pt x="765832" y="55355"/>
                  <a:pt x="762950" y="64615"/>
                  <a:pt x="757186" y="70856"/>
                </a:cubicBezTo>
                <a:cubicBezTo>
                  <a:pt x="751422" y="77098"/>
                  <a:pt x="743049" y="80218"/>
                  <a:pt x="732067" y="80218"/>
                </a:cubicBezTo>
                <a:lnTo>
                  <a:pt x="709045" y="80218"/>
                </a:lnTo>
                <a:close/>
                <a:moveTo>
                  <a:pt x="33253" y="4809"/>
                </a:moveTo>
                <a:cubicBezTo>
                  <a:pt x="36937" y="4809"/>
                  <a:pt x="40535" y="5303"/>
                  <a:pt x="44048" y="6293"/>
                </a:cubicBezTo>
                <a:cubicBezTo>
                  <a:pt x="47561" y="7282"/>
                  <a:pt x="50682" y="8663"/>
                  <a:pt x="53410" y="10436"/>
                </a:cubicBezTo>
                <a:lnTo>
                  <a:pt x="49215" y="19952"/>
                </a:lnTo>
                <a:cubicBezTo>
                  <a:pt x="43826" y="17292"/>
                  <a:pt x="38438" y="15962"/>
                  <a:pt x="33049" y="15962"/>
                </a:cubicBezTo>
                <a:cubicBezTo>
                  <a:pt x="26568" y="15962"/>
                  <a:pt x="21555" y="18383"/>
                  <a:pt x="18008" y="23226"/>
                </a:cubicBezTo>
                <a:cubicBezTo>
                  <a:pt x="14461" y="28069"/>
                  <a:pt x="12687" y="34925"/>
                  <a:pt x="12687" y="43793"/>
                </a:cubicBezTo>
                <a:cubicBezTo>
                  <a:pt x="12687" y="52524"/>
                  <a:pt x="14512" y="59106"/>
                  <a:pt x="18161" y="63540"/>
                </a:cubicBezTo>
                <a:cubicBezTo>
                  <a:pt x="21811" y="67974"/>
                  <a:pt x="27217" y="70191"/>
                  <a:pt x="34379" y="70191"/>
                </a:cubicBezTo>
                <a:cubicBezTo>
                  <a:pt x="40518" y="70191"/>
                  <a:pt x="45668" y="68997"/>
                  <a:pt x="49829" y="66610"/>
                </a:cubicBezTo>
                <a:lnTo>
                  <a:pt x="54024" y="75921"/>
                </a:lnTo>
                <a:cubicBezTo>
                  <a:pt x="51841" y="77626"/>
                  <a:pt x="48960" y="78973"/>
                  <a:pt x="45378" y="79962"/>
                </a:cubicBezTo>
                <a:cubicBezTo>
                  <a:pt x="41797" y="80952"/>
                  <a:pt x="37926" y="81446"/>
                  <a:pt x="33765" y="81446"/>
                </a:cubicBezTo>
                <a:cubicBezTo>
                  <a:pt x="23056" y="81446"/>
                  <a:pt x="14750" y="78240"/>
                  <a:pt x="8850" y="71828"/>
                </a:cubicBezTo>
                <a:cubicBezTo>
                  <a:pt x="2950" y="65416"/>
                  <a:pt x="0" y="56378"/>
                  <a:pt x="0" y="44713"/>
                </a:cubicBezTo>
                <a:cubicBezTo>
                  <a:pt x="0" y="36596"/>
                  <a:pt x="1347" y="29536"/>
                  <a:pt x="4041" y="23533"/>
                </a:cubicBezTo>
                <a:cubicBezTo>
                  <a:pt x="6736" y="17531"/>
                  <a:pt x="10590" y="12909"/>
                  <a:pt x="15603" y="9669"/>
                </a:cubicBezTo>
                <a:cubicBezTo>
                  <a:pt x="20617" y="6429"/>
                  <a:pt x="26500" y="4809"/>
                  <a:pt x="33253" y="4809"/>
                </a:cubicBezTo>
                <a:close/>
                <a:moveTo>
                  <a:pt x="990897" y="2251"/>
                </a:moveTo>
                <a:cubicBezTo>
                  <a:pt x="993216" y="2251"/>
                  <a:pt x="995041" y="2899"/>
                  <a:pt x="996371" y="4195"/>
                </a:cubicBezTo>
                <a:cubicBezTo>
                  <a:pt x="997702" y="5491"/>
                  <a:pt x="998367" y="7230"/>
                  <a:pt x="998367" y="9413"/>
                </a:cubicBezTo>
                <a:cubicBezTo>
                  <a:pt x="998367" y="11733"/>
                  <a:pt x="997719" y="13523"/>
                  <a:pt x="996423" y="14785"/>
                </a:cubicBezTo>
                <a:cubicBezTo>
                  <a:pt x="995126" y="16047"/>
                  <a:pt x="993285" y="16678"/>
                  <a:pt x="990897" y="16678"/>
                </a:cubicBezTo>
                <a:cubicBezTo>
                  <a:pt x="988578" y="16678"/>
                  <a:pt x="986753" y="16030"/>
                  <a:pt x="985423" y="14734"/>
                </a:cubicBezTo>
                <a:cubicBezTo>
                  <a:pt x="984093" y="13438"/>
                  <a:pt x="983428" y="11698"/>
                  <a:pt x="983428" y="9516"/>
                </a:cubicBezTo>
                <a:cubicBezTo>
                  <a:pt x="983428" y="7196"/>
                  <a:pt x="984076" y="5406"/>
                  <a:pt x="985372" y="4144"/>
                </a:cubicBezTo>
                <a:cubicBezTo>
                  <a:pt x="986668" y="2882"/>
                  <a:pt x="988510" y="2251"/>
                  <a:pt x="990897" y="2251"/>
                </a:cubicBezTo>
                <a:close/>
                <a:moveTo>
                  <a:pt x="781347" y="2251"/>
                </a:moveTo>
                <a:cubicBezTo>
                  <a:pt x="783666" y="2251"/>
                  <a:pt x="785491" y="2899"/>
                  <a:pt x="786821" y="4195"/>
                </a:cubicBezTo>
                <a:cubicBezTo>
                  <a:pt x="788152" y="5491"/>
                  <a:pt x="788817" y="7230"/>
                  <a:pt x="788817" y="9413"/>
                </a:cubicBezTo>
                <a:cubicBezTo>
                  <a:pt x="788817" y="11733"/>
                  <a:pt x="788169" y="13523"/>
                  <a:pt x="786873" y="14785"/>
                </a:cubicBezTo>
                <a:cubicBezTo>
                  <a:pt x="785576" y="16047"/>
                  <a:pt x="783735" y="16678"/>
                  <a:pt x="781347" y="16678"/>
                </a:cubicBezTo>
                <a:cubicBezTo>
                  <a:pt x="779028" y="16678"/>
                  <a:pt x="777203" y="16030"/>
                  <a:pt x="775873" y="14734"/>
                </a:cubicBezTo>
                <a:cubicBezTo>
                  <a:pt x="774543" y="13438"/>
                  <a:pt x="773878" y="11698"/>
                  <a:pt x="773878" y="9516"/>
                </a:cubicBezTo>
                <a:cubicBezTo>
                  <a:pt x="773878" y="7196"/>
                  <a:pt x="774526" y="5406"/>
                  <a:pt x="775822" y="4144"/>
                </a:cubicBezTo>
                <a:cubicBezTo>
                  <a:pt x="777118" y="2882"/>
                  <a:pt x="778960" y="2251"/>
                  <a:pt x="781347" y="2251"/>
                </a:cubicBezTo>
                <a:close/>
                <a:moveTo>
                  <a:pt x="571797" y="2251"/>
                </a:moveTo>
                <a:cubicBezTo>
                  <a:pt x="574116" y="2251"/>
                  <a:pt x="575941" y="2899"/>
                  <a:pt x="577271" y="4195"/>
                </a:cubicBezTo>
                <a:cubicBezTo>
                  <a:pt x="578602" y="5491"/>
                  <a:pt x="579267" y="7230"/>
                  <a:pt x="579267" y="9413"/>
                </a:cubicBezTo>
                <a:cubicBezTo>
                  <a:pt x="579267" y="11733"/>
                  <a:pt x="578619" y="13523"/>
                  <a:pt x="577323" y="14785"/>
                </a:cubicBezTo>
                <a:cubicBezTo>
                  <a:pt x="576026" y="16047"/>
                  <a:pt x="574185" y="16678"/>
                  <a:pt x="571797" y="16678"/>
                </a:cubicBezTo>
                <a:cubicBezTo>
                  <a:pt x="569478" y="16678"/>
                  <a:pt x="567653" y="16030"/>
                  <a:pt x="566323" y="14734"/>
                </a:cubicBezTo>
                <a:cubicBezTo>
                  <a:pt x="564993" y="13438"/>
                  <a:pt x="564328" y="11698"/>
                  <a:pt x="564328" y="9516"/>
                </a:cubicBezTo>
                <a:cubicBezTo>
                  <a:pt x="564328" y="7196"/>
                  <a:pt x="564976" y="5406"/>
                  <a:pt x="566272" y="4144"/>
                </a:cubicBezTo>
                <a:cubicBezTo>
                  <a:pt x="567568" y="2882"/>
                  <a:pt x="569410" y="2251"/>
                  <a:pt x="571797" y="2251"/>
                </a:cubicBezTo>
                <a:close/>
                <a:moveTo>
                  <a:pt x="457497" y="2251"/>
                </a:moveTo>
                <a:cubicBezTo>
                  <a:pt x="459817" y="2251"/>
                  <a:pt x="461641" y="2899"/>
                  <a:pt x="462971" y="4195"/>
                </a:cubicBezTo>
                <a:cubicBezTo>
                  <a:pt x="464301" y="5491"/>
                  <a:pt x="464967" y="7230"/>
                  <a:pt x="464967" y="9413"/>
                </a:cubicBezTo>
                <a:cubicBezTo>
                  <a:pt x="464967" y="11733"/>
                  <a:pt x="464319" y="13523"/>
                  <a:pt x="463023" y="14785"/>
                </a:cubicBezTo>
                <a:cubicBezTo>
                  <a:pt x="461726" y="16047"/>
                  <a:pt x="459885" y="16678"/>
                  <a:pt x="457497" y="16678"/>
                </a:cubicBezTo>
                <a:cubicBezTo>
                  <a:pt x="455178" y="16678"/>
                  <a:pt x="453353" y="16030"/>
                  <a:pt x="452023" y="14734"/>
                </a:cubicBezTo>
                <a:cubicBezTo>
                  <a:pt x="450693" y="13438"/>
                  <a:pt x="450028" y="11698"/>
                  <a:pt x="450028" y="9516"/>
                </a:cubicBezTo>
                <a:cubicBezTo>
                  <a:pt x="450028" y="7196"/>
                  <a:pt x="450676" y="5406"/>
                  <a:pt x="451972" y="4144"/>
                </a:cubicBezTo>
                <a:cubicBezTo>
                  <a:pt x="453268" y="2882"/>
                  <a:pt x="455110" y="2251"/>
                  <a:pt x="457497" y="2251"/>
                </a:cubicBezTo>
                <a:close/>
                <a:moveTo>
                  <a:pt x="219372" y="2251"/>
                </a:moveTo>
                <a:cubicBezTo>
                  <a:pt x="221691" y="2251"/>
                  <a:pt x="223516" y="2899"/>
                  <a:pt x="224846" y="4195"/>
                </a:cubicBezTo>
                <a:cubicBezTo>
                  <a:pt x="226176" y="5491"/>
                  <a:pt x="226842" y="7230"/>
                  <a:pt x="226842" y="9413"/>
                </a:cubicBezTo>
                <a:cubicBezTo>
                  <a:pt x="226842" y="11733"/>
                  <a:pt x="226193" y="13523"/>
                  <a:pt x="224897" y="14785"/>
                </a:cubicBezTo>
                <a:cubicBezTo>
                  <a:pt x="223601" y="16047"/>
                  <a:pt x="221760" y="16678"/>
                  <a:pt x="219372" y="16678"/>
                </a:cubicBezTo>
                <a:cubicBezTo>
                  <a:pt x="217053" y="16678"/>
                  <a:pt x="215228" y="16030"/>
                  <a:pt x="213898" y="14734"/>
                </a:cubicBezTo>
                <a:cubicBezTo>
                  <a:pt x="212568" y="13438"/>
                  <a:pt x="211903" y="11698"/>
                  <a:pt x="211903" y="9516"/>
                </a:cubicBezTo>
                <a:cubicBezTo>
                  <a:pt x="211903" y="7196"/>
                  <a:pt x="212551" y="5406"/>
                  <a:pt x="213847" y="4144"/>
                </a:cubicBezTo>
                <a:cubicBezTo>
                  <a:pt x="215143" y="2882"/>
                  <a:pt x="216985" y="2251"/>
                  <a:pt x="219372" y="2251"/>
                </a:cubicBezTo>
                <a:close/>
                <a:moveTo>
                  <a:pt x="898726" y="1432"/>
                </a:moveTo>
                <a:lnTo>
                  <a:pt x="910800" y="1432"/>
                </a:lnTo>
                <a:lnTo>
                  <a:pt x="910800" y="64563"/>
                </a:lnTo>
                <a:cubicBezTo>
                  <a:pt x="910800" y="66473"/>
                  <a:pt x="911209" y="67872"/>
                  <a:pt x="912028" y="68758"/>
                </a:cubicBezTo>
                <a:cubicBezTo>
                  <a:pt x="912846" y="69645"/>
                  <a:pt x="914142" y="70089"/>
                  <a:pt x="915916" y="70089"/>
                </a:cubicBezTo>
                <a:cubicBezTo>
                  <a:pt x="916939" y="70089"/>
                  <a:pt x="918201" y="69986"/>
                  <a:pt x="919702" y="69782"/>
                </a:cubicBezTo>
                <a:lnTo>
                  <a:pt x="920520" y="80014"/>
                </a:lnTo>
                <a:cubicBezTo>
                  <a:pt x="918065" y="80628"/>
                  <a:pt x="915472" y="80934"/>
                  <a:pt x="912744" y="80934"/>
                </a:cubicBezTo>
                <a:cubicBezTo>
                  <a:pt x="903399" y="80934"/>
                  <a:pt x="898726" y="76228"/>
                  <a:pt x="898726" y="66814"/>
                </a:cubicBezTo>
                <a:close/>
                <a:moveTo>
                  <a:pt x="536776" y="1432"/>
                </a:moveTo>
                <a:lnTo>
                  <a:pt x="548850" y="1432"/>
                </a:lnTo>
                <a:lnTo>
                  <a:pt x="548850" y="64563"/>
                </a:lnTo>
                <a:cubicBezTo>
                  <a:pt x="548850" y="66473"/>
                  <a:pt x="549259" y="67872"/>
                  <a:pt x="550077" y="68758"/>
                </a:cubicBezTo>
                <a:cubicBezTo>
                  <a:pt x="550896" y="69645"/>
                  <a:pt x="552192" y="70089"/>
                  <a:pt x="553966" y="70089"/>
                </a:cubicBezTo>
                <a:cubicBezTo>
                  <a:pt x="554989" y="70089"/>
                  <a:pt x="556251" y="69986"/>
                  <a:pt x="557752" y="69782"/>
                </a:cubicBezTo>
                <a:lnTo>
                  <a:pt x="558570" y="80014"/>
                </a:lnTo>
                <a:cubicBezTo>
                  <a:pt x="556114" y="80628"/>
                  <a:pt x="553522" y="80934"/>
                  <a:pt x="550794" y="80934"/>
                </a:cubicBezTo>
                <a:cubicBezTo>
                  <a:pt x="541449" y="80934"/>
                  <a:pt x="536776" y="76228"/>
                  <a:pt x="536776" y="66814"/>
                </a:cubicBezTo>
                <a:close/>
                <a:moveTo>
                  <a:pt x="272913" y="1432"/>
                </a:moveTo>
                <a:lnTo>
                  <a:pt x="284987" y="1432"/>
                </a:lnTo>
                <a:lnTo>
                  <a:pt x="284987" y="80218"/>
                </a:lnTo>
                <a:lnTo>
                  <a:pt x="274039" y="80218"/>
                </a:lnTo>
                <a:lnTo>
                  <a:pt x="274039" y="72442"/>
                </a:lnTo>
                <a:cubicBezTo>
                  <a:pt x="270423" y="78513"/>
                  <a:pt x="265239" y="81548"/>
                  <a:pt x="258486" y="81548"/>
                </a:cubicBezTo>
                <a:cubicBezTo>
                  <a:pt x="252074" y="81548"/>
                  <a:pt x="247095" y="78990"/>
                  <a:pt x="243548" y="73874"/>
                </a:cubicBezTo>
                <a:cubicBezTo>
                  <a:pt x="240000" y="68758"/>
                  <a:pt x="238227" y="61596"/>
                  <a:pt x="238227" y="52387"/>
                </a:cubicBezTo>
                <a:cubicBezTo>
                  <a:pt x="238227" y="43179"/>
                  <a:pt x="240035" y="36033"/>
                  <a:pt x="243650" y="30951"/>
                </a:cubicBezTo>
                <a:cubicBezTo>
                  <a:pt x="247265" y="25870"/>
                  <a:pt x="252347" y="23329"/>
                  <a:pt x="258895" y="23329"/>
                </a:cubicBezTo>
                <a:cubicBezTo>
                  <a:pt x="261760" y="23329"/>
                  <a:pt x="264404" y="23857"/>
                  <a:pt x="266825" y="24915"/>
                </a:cubicBezTo>
                <a:cubicBezTo>
                  <a:pt x="269246" y="25972"/>
                  <a:pt x="271276" y="27490"/>
                  <a:pt x="272913" y="29468"/>
                </a:cubicBezTo>
                <a:close/>
                <a:moveTo>
                  <a:pt x="198359" y="0"/>
                </a:moveTo>
                <a:cubicBezTo>
                  <a:pt x="200611" y="0"/>
                  <a:pt x="202589" y="170"/>
                  <a:pt x="204294" y="511"/>
                </a:cubicBezTo>
                <a:lnTo>
                  <a:pt x="204294" y="11050"/>
                </a:lnTo>
                <a:cubicBezTo>
                  <a:pt x="202452" y="10778"/>
                  <a:pt x="200474" y="10641"/>
                  <a:pt x="198359" y="10641"/>
                </a:cubicBezTo>
                <a:cubicBezTo>
                  <a:pt x="192016" y="10641"/>
                  <a:pt x="188844" y="13677"/>
                  <a:pt x="188844" y="19748"/>
                </a:cubicBezTo>
                <a:lnTo>
                  <a:pt x="188844" y="24659"/>
                </a:lnTo>
                <a:lnTo>
                  <a:pt x="202350" y="24659"/>
                </a:lnTo>
                <a:lnTo>
                  <a:pt x="202350" y="35095"/>
                </a:lnTo>
                <a:lnTo>
                  <a:pt x="188844" y="35095"/>
                </a:lnTo>
                <a:lnTo>
                  <a:pt x="188844" y="80218"/>
                </a:lnTo>
                <a:lnTo>
                  <a:pt x="176770" y="80218"/>
                </a:lnTo>
                <a:lnTo>
                  <a:pt x="176770" y="35095"/>
                </a:lnTo>
                <a:lnTo>
                  <a:pt x="168073" y="35095"/>
                </a:lnTo>
                <a:lnTo>
                  <a:pt x="168073" y="24659"/>
                </a:lnTo>
                <a:lnTo>
                  <a:pt x="176873" y="24659"/>
                </a:lnTo>
                <a:lnTo>
                  <a:pt x="176873" y="19748"/>
                </a:lnTo>
                <a:cubicBezTo>
                  <a:pt x="176873" y="13472"/>
                  <a:pt x="178748" y="8612"/>
                  <a:pt x="182500" y="5167"/>
                </a:cubicBezTo>
                <a:cubicBezTo>
                  <a:pt x="186252" y="1722"/>
                  <a:pt x="191538" y="0"/>
                  <a:pt x="198359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27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altLang="ko-KR" sz="600" dirty="0">
              <a:ln w="1270">
                <a:solidFill>
                  <a:srgbClr val="000000">
                    <a:alpha val="1000"/>
                  </a:srgbClr>
                </a:solidFill>
              </a:ln>
              <a:solidFill>
                <a:srgbClr val="FFFFFF">
                  <a:lumMod val="75000"/>
                </a:srgbClr>
              </a:solidFill>
              <a:latin typeface="Samsung SS Body KR Regular" pitchFamily="2" charset="-127"/>
              <a:ea typeface="Samsung SS Body KR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583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32">
          <p15:clr>
            <a:srgbClr val="F26B43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text_v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68300"/>
            <a:ext cx="11161453" cy="44012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1429516"/>
            <a:endParaRPr lang="ja-JP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52421"/>
            <a:ext cx="1986121" cy="200055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lvl1pPr>
              <a:defRPr sz="1300">
                <a:ln w="1270">
                  <a:solidFill>
                    <a:srgbClr val="000000">
                      <a:alpha val="784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Samsung one Korean 500</a:t>
            </a:r>
            <a:endParaRPr lang="ko-KR" alt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39CF8796-A20F-4CF0-BA17-55CBE37664AB}"/>
              </a:ext>
            </a:extLst>
          </p:cNvPr>
          <p:cNvSpPr txBox="1">
            <a:spLocks/>
          </p:cNvSpPr>
          <p:nvPr userDrawn="1"/>
        </p:nvSpPr>
        <p:spPr>
          <a:xfrm>
            <a:off x="11551029" y="6573671"/>
            <a:ext cx="125034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pPr algn="r"/>
              <a:t>‹#›</a:t>
            </a:fld>
            <a:endParaRPr lang="en-US" sz="750" b="0" dirty="0">
              <a:solidFill>
                <a:srgbClr val="000000">
                  <a:lumMod val="50000"/>
                  <a:lumOff val="50000"/>
                </a:srgbClr>
              </a:solidFill>
              <a:latin typeface="Samsung SS Body KR Regular" pitchFamily="2" charset="-127"/>
              <a:ea typeface="Samsung SS Body KR Regular" pitchFamily="2" charset="-127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326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4134">
          <p15:clr>
            <a:srgbClr val="F26B43"/>
          </p15:clr>
        </p15:guide>
        <p15:guide id="4" orient="horz" pos="232">
          <p15:clr>
            <a:srgbClr val="F26B43"/>
          </p15:clr>
        </p15:guide>
        <p15:guide id="5" orient="horz" pos="4042">
          <p15:clr>
            <a:srgbClr val="FBAE40"/>
          </p15:clr>
        </p15:guide>
        <p15:guide id="6" orient="horz" pos="52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_v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68300"/>
            <a:ext cx="11161453" cy="44012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514417" y="924271"/>
            <a:ext cx="11161453" cy="54168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square" lIns="0" tIns="0" rIns="0" bIns="0" spcCol="0" rtlCol="0" fromWordArt="0" anchor="t" anchorCtr="0" forceAA="0">
            <a:spAutoFit/>
          </a:bodyPr>
          <a:lstStyle>
            <a:lvl1pPr marL="144000" marR="0" indent="-144000" algn="l" defTabSz="117648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 lang="en-US" altLang="ko-KR" sz="1600" b="0" i="0" u="none" strike="noStrike" cap="none" spc="-30" baseline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404040"/>
                </a:solidFill>
                <a:latin typeface="Samsung SS Body KR Regular" pitchFamily="2" charset="-127"/>
                <a:ea typeface="Samsung SS Body KR Regular" pitchFamily="2" charset="-127"/>
                <a:cs typeface="Samsung SS Body KR Regular" pitchFamily="2" charset="-127"/>
                <a:sym typeface="Arial" panose="020B0604020202020204" pitchFamily="34" charset="0"/>
              </a:defRPr>
            </a:lvl1pPr>
          </a:lstStyle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lang="en-US" altLang="ko-KR" dirty="0"/>
              <a:t>Samsung one Korean 400_18~22pt</a:t>
            </a:r>
          </a:p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/>
            </a:pPr>
            <a:r>
              <a:rPr lang="en-US" altLang="ko-KR" dirty="0"/>
              <a:t>Samsung one Korean 400_18~22pt</a:t>
            </a:r>
          </a:p>
        </p:txBody>
      </p:sp>
      <p:cxnSp>
        <p:nvCxnSpPr>
          <p:cNvPr id="4" name="직선 연결선 3"/>
          <p:cNvCxnSpPr/>
          <p:nvPr userDrawn="1"/>
        </p:nvCxnSpPr>
        <p:spPr bwMode="auto">
          <a:xfrm>
            <a:off x="514417" y="838200"/>
            <a:ext cx="11161453" cy="0"/>
          </a:xfrm>
          <a:prstGeom prst="line">
            <a:avLst/>
          </a:prstGeom>
          <a:solidFill>
            <a:srgbClr val="DDDDDD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517830" y="6264326"/>
            <a:ext cx="2584041" cy="15234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none" lIns="0" tIns="0" rIns="0" bIns="0" spcCol="0" rtlCol="0" fromWordArt="0" anchor="b" anchorCtr="0" forceAA="0">
            <a:spAutoFit/>
          </a:bodyPr>
          <a:lstStyle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defRPr lang="ko-KR" altLang="en-US" sz="900" b="0" spc="0" baseline="0" dirty="0" smtClean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Samsung SS Body KR Regular" pitchFamily="2" charset="-127"/>
                <a:ea typeface="Samsung SS Body KR Regular" pitchFamily="2" charset="-127"/>
                <a:cs typeface="Samsung SS Body KR Regular" pitchFamily="2" charset="-127"/>
                <a:sym typeface="Arial" panose="020B0604020202020204" pitchFamily="34" charset="0"/>
              </a:defRPr>
            </a:lvl1pPr>
          </a:lstStyle>
          <a:p>
            <a:pPr marL="0" marR="0" lvl="0" indent="0" algn="l" defTabSz="1176719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Source or note: Samsung one Korean 400 / 10pt</a:t>
            </a:r>
            <a:endParaRPr lang="ko-KR" altLang="en-US" dirty="0"/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1429516"/>
            <a:endParaRPr lang="ja-JP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52421"/>
            <a:ext cx="1986121" cy="200055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lvl1pPr>
              <a:defRPr sz="1300">
                <a:ln w="1270">
                  <a:solidFill>
                    <a:srgbClr val="000000">
                      <a:alpha val="784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Samsung one Korean 500</a:t>
            </a:r>
            <a:endParaRPr lang="ko-KR" alt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26E9C31-90C6-4AF0-AB51-A3891AA9DC42}"/>
              </a:ext>
            </a:extLst>
          </p:cNvPr>
          <p:cNvSpPr txBox="1">
            <a:spLocks/>
          </p:cNvSpPr>
          <p:nvPr userDrawn="1"/>
        </p:nvSpPr>
        <p:spPr>
          <a:xfrm>
            <a:off x="11551029" y="6573671"/>
            <a:ext cx="125034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pPr algn="r"/>
              <a:t>‹#›</a:t>
            </a:fld>
            <a:endParaRPr lang="en-US" sz="750" b="0" dirty="0">
              <a:solidFill>
                <a:srgbClr val="000000">
                  <a:lumMod val="50000"/>
                  <a:lumOff val="50000"/>
                </a:srgbClr>
              </a:solidFill>
              <a:latin typeface="Samsung SS Body KR Regular" pitchFamily="2" charset="-127"/>
              <a:ea typeface="Samsung SS Body KR Regular" pitchFamily="2" charset="-127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783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139">
          <p15:clr>
            <a:srgbClr val="F26B43"/>
          </p15:clr>
        </p15:guide>
        <p15:guide id="4" orient="horz" pos="4134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42">
          <p15:clr>
            <a:srgbClr val="FBAE40"/>
          </p15:clr>
        </p15:guide>
        <p15:guide id="7" orient="horz" pos="528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16829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그룹 20"/>
          <p:cNvGrpSpPr/>
          <p:nvPr userDrawn="1"/>
        </p:nvGrpSpPr>
        <p:grpSpPr>
          <a:xfrm>
            <a:off x="3065861" y="3106019"/>
            <a:ext cx="6060277" cy="607871"/>
            <a:chOff x="3152775" y="4341813"/>
            <a:chExt cx="6059488" cy="608012"/>
          </a:xfrm>
        </p:grpSpPr>
        <p:sp>
          <p:nvSpPr>
            <p:cNvPr id="22" name="Freeform 5"/>
            <p:cNvSpPr>
              <a:spLocks/>
            </p:cNvSpPr>
            <p:nvPr userDrawn="1"/>
          </p:nvSpPr>
          <p:spPr bwMode="auto">
            <a:xfrm>
              <a:off x="3152775" y="4406900"/>
              <a:ext cx="312738" cy="534987"/>
            </a:xfrm>
            <a:custGeom>
              <a:avLst/>
              <a:gdLst>
                <a:gd name="T0" fmla="*/ 0 w 197"/>
                <a:gd name="T1" fmla="*/ 0 h 337"/>
                <a:gd name="T2" fmla="*/ 197 w 197"/>
                <a:gd name="T3" fmla="*/ 0 h 337"/>
                <a:gd name="T4" fmla="*/ 197 w 197"/>
                <a:gd name="T5" fmla="*/ 60 h 337"/>
                <a:gd name="T6" fmla="*/ 62 w 197"/>
                <a:gd name="T7" fmla="*/ 60 h 337"/>
                <a:gd name="T8" fmla="*/ 62 w 197"/>
                <a:gd name="T9" fmla="*/ 137 h 337"/>
                <a:gd name="T10" fmla="*/ 197 w 197"/>
                <a:gd name="T11" fmla="*/ 137 h 337"/>
                <a:gd name="T12" fmla="*/ 197 w 197"/>
                <a:gd name="T13" fmla="*/ 197 h 337"/>
                <a:gd name="T14" fmla="*/ 62 w 197"/>
                <a:gd name="T15" fmla="*/ 197 h 337"/>
                <a:gd name="T16" fmla="*/ 62 w 197"/>
                <a:gd name="T17" fmla="*/ 277 h 337"/>
                <a:gd name="T18" fmla="*/ 197 w 197"/>
                <a:gd name="T19" fmla="*/ 277 h 337"/>
                <a:gd name="T20" fmla="*/ 197 w 197"/>
                <a:gd name="T21" fmla="*/ 337 h 337"/>
                <a:gd name="T22" fmla="*/ 0 w 197"/>
                <a:gd name="T23" fmla="*/ 337 h 337"/>
                <a:gd name="T24" fmla="*/ 0 w 197"/>
                <a:gd name="T25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7" h="337">
                  <a:moveTo>
                    <a:pt x="0" y="0"/>
                  </a:moveTo>
                  <a:lnTo>
                    <a:pt x="197" y="0"/>
                  </a:lnTo>
                  <a:lnTo>
                    <a:pt x="197" y="60"/>
                  </a:lnTo>
                  <a:lnTo>
                    <a:pt x="62" y="60"/>
                  </a:lnTo>
                  <a:lnTo>
                    <a:pt x="62" y="137"/>
                  </a:lnTo>
                  <a:lnTo>
                    <a:pt x="197" y="137"/>
                  </a:lnTo>
                  <a:lnTo>
                    <a:pt x="197" y="197"/>
                  </a:lnTo>
                  <a:lnTo>
                    <a:pt x="62" y="197"/>
                  </a:lnTo>
                  <a:lnTo>
                    <a:pt x="62" y="277"/>
                  </a:lnTo>
                  <a:lnTo>
                    <a:pt x="197" y="277"/>
                  </a:lnTo>
                  <a:lnTo>
                    <a:pt x="197" y="337"/>
                  </a:lnTo>
                  <a:lnTo>
                    <a:pt x="0" y="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3" name="Freeform 6"/>
            <p:cNvSpPr>
              <a:spLocks/>
            </p:cNvSpPr>
            <p:nvPr userDrawn="1"/>
          </p:nvSpPr>
          <p:spPr bwMode="auto">
            <a:xfrm>
              <a:off x="3517900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60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8 w 104"/>
                <a:gd name="T13" fmla="*/ 115 h 115"/>
                <a:gd name="T14" fmla="*/ 78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60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34"/>
                    <a:pt x="69" y="23"/>
                    <a:pt x="52" y="23"/>
                  </a:cubicBezTo>
                  <a:cubicBezTo>
                    <a:pt x="38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4" name="Freeform 7"/>
            <p:cNvSpPr>
              <a:spLocks noEditPoints="1"/>
            </p:cNvSpPr>
            <p:nvPr userDrawn="1"/>
          </p:nvSpPr>
          <p:spPr bwMode="auto">
            <a:xfrm>
              <a:off x="3949700" y="4398963"/>
              <a:ext cx="442913" cy="550862"/>
            </a:xfrm>
            <a:custGeom>
              <a:avLst/>
              <a:gdLst>
                <a:gd name="T0" fmla="*/ 0 w 118"/>
                <a:gd name="T1" fmla="*/ 86 h 144"/>
                <a:gd name="T2" fmla="*/ 56 w 118"/>
                <a:gd name="T3" fmla="*/ 27 h 144"/>
                <a:gd name="T4" fmla="*/ 92 w 118"/>
                <a:gd name="T5" fmla="*/ 43 h 144"/>
                <a:gd name="T6" fmla="*/ 92 w 118"/>
                <a:gd name="T7" fmla="*/ 0 h 144"/>
                <a:gd name="T8" fmla="*/ 118 w 118"/>
                <a:gd name="T9" fmla="*/ 0 h 144"/>
                <a:gd name="T10" fmla="*/ 118 w 118"/>
                <a:gd name="T11" fmla="*/ 142 h 144"/>
                <a:gd name="T12" fmla="*/ 92 w 118"/>
                <a:gd name="T13" fmla="*/ 142 h 144"/>
                <a:gd name="T14" fmla="*/ 92 w 118"/>
                <a:gd name="T15" fmla="*/ 127 h 144"/>
                <a:gd name="T16" fmla="*/ 56 w 118"/>
                <a:gd name="T17" fmla="*/ 144 h 144"/>
                <a:gd name="T18" fmla="*/ 0 w 118"/>
                <a:gd name="T19" fmla="*/ 86 h 144"/>
                <a:gd name="T20" fmla="*/ 94 w 118"/>
                <a:gd name="T21" fmla="*/ 86 h 144"/>
                <a:gd name="T22" fmla="*/ 60 w 118"/>
                <a:gd name="T23" fmla="*/ 51 h 144"/>
                <a:gd name="T24" fmla="*/ 26 w 118"/>
                <a:gd name="T25" fmla="*/ 86 h 144"/>
                <a:gd name="T26" fmla="*/ 60 w 118"/>
                <a:gd name="T27" fmla="*/ 120 h 144"/>
                <a:gd name="T28" fmla="*/ 94 w 118"/>
                <a:gd name="T29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8" h="144">
                  <a:moveTo>
                    <a:pt x="0" y="86"/>
                  </a:moveTo>
                  <a:cubicBezTo>
                    <a:pt x="0" y="49"/>
                    <a:pt x="28" y="27"/>
                    <a:pt x="56" y="27"/>
                  </a:cubicBezTo>
                  <a:cubicBezTo>
                    <a:pt x="71" y="27"/>
                    <a:pt x="84" y="33"/>
                    <a:pt x="92" y="43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27"/>
                    <a:pt x="92" y="127"/>
                    <a:pt x="92" y="127"/>
                  </a:cubicBezTo>
                  <a:cubicBezTo>
                    <a:pt x="84" y="138"/>
                    <a:pt x="70" y="144"/>
                    <a:pt x="56" y="144"/>
                  </a:cubicBezTo>
                  <a:cubicBezTo>
                    <a:pt x="29" y="144"/>
                    <a:pt x="0" y="123"/>
                    <a:pt x="0" y="86"/>
                  </a:cubicBezTo>
                  <a:close/>
                  <a:moveTo>
                    <a:pt x="94" y="86"/>
                  </a:moveTo>
                  <a:cubicBezTo>
                    <a:pt x="94" y="67"/>
                    <a:pt x="79" y="51"/>
                    <a:pt x="60" y="51"/>
                  </a:cubicBezTo>
                  <a:cubicBezTo>
                    <a:pt x="41" y="51"/>
                    <a:pt x="26" y="66"/>
                    <a:pt x="26" y="86"/>
                  </a:cubicBezTo>
                  <a:cubicBezTo>
                    <a:pt x="26" y="105"/>
                    <a:pt x="41" y="120"/>
                    <a:pt x="60" y="120"/>
                  </a:cubicBezTo>
                  <a:cubicBezTo>
                    <a:pt x="79" y="120"/>
                    <a:pt x="94" y="105"/>
                    <a:pt x="94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5" name="Freeform 8"/>
            <p:cNvSpPr>
              <a:spLocks noEditPoints="1"/>
            </p:cNvSpPr>
            <p:nvPr userDrawn="1"/>
          </p:nvSpPr>
          <p:spPr bwMode="auto">
            <a:xfrm>
              <a:off x="4611688" y="4502150"/>
              <a:ext cx="438150" cy="447675"/>
            </a:xfrm>
            <a:custGeom>
              <a:avLst/>
              <a:gdLst>
                <a:gd name="T0" fmla="*/ 0 w 117"/>
                <a:gd name="T1" fmla="*/ 59 h 117"/>
                <a:gd name="T2" fmla="*/ 58 w 117"/>
                <a:gd name="T3" fmla="*/ 0 h 117"/>
                <a:gd name="T4" fmla="*/ 117 w 117"/>
                <a:gd name="T5" fmla="*/ 59 h 117"/>
                <a:gd name="T6" fmla="*/ 58 w 117"/>
                <a:gd name="T7" fmla="*/ 117 h 117"/>
                <a:gd name="T8" fmla="*/ 0 w 117"/>
                <a:gd name="T9" fmla="*/ 59 h 117"/>
                <a:gd name="T10" fmla="*/ 91 w 117"/>
                <a:gd name="T11" fmla="*/ 59 h 117"/>
                <a:gd name="T12" fmla="*/ 58 w 117"/>
                <a:gd name="T13" fmla="*/ 25 h 117"/>
                <a:gd name="T14" fmla="*/ 26 w 117"/>
                <a:gd name="T15" fmla="*/ 59 h 117"/>
                <a:gd name="T16" fmla="*/ 58 w 117"/>
                <a:gd name="T17" fmla="*/ 93 h 117"/>
                <a:gd name="T18" fmla="*/ 91 w 117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1" y="0"/>
                    <a:pt x="117" y="26"/>
                    <a:pt x="117" y="59"/>
                  </a:cubicBezTo>
                  <a:cubicBezTo>
                    <a:pt x="117" y="91"/>
                    <a:pt x="91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7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7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5060950" y="4341813"/>
              <a:ext cx="255588" cy="600075"/>
            </a:xfrm>
            <a:custGeom>
              <a:avLst/>
              <a:gdLst>
                <a:gd name="T0" fmla="*/ 0 w 68"/>
                <a:gd name="T1" fmla="*/ 45 h 157"/>
                <a:gd name="T2" fmla="*/ 19 w 68"/>
                <a:gd name="T3" fmla="*/ 45 h 157"/>
                <a:gd name="T4" fmla="*/ 19 w 68"/>
                <a:gd name="T5" fmla="*/ 44 h 157"/>
                <a:gd name="T6" fmla="*/ 66 w 68"/>
                <a:gd name="T7" fmla="*/ 0 h 157"/>
                <a:gd name="T8" fmla="*/ 68 w 68"/>
                <a:gd name="T9" fmla="*/ 0 h 157"/>
                <a:gd name="T10" fmla="*/ 68 w 68"/>
                <a:gd name="T11" fmla="*/ 24 h 157"/>
                <a:gd name="T12" fmla="*/ 45 w 68"/>
                <a:gd name="T13" fmla="*/ 45 h 157"/>
                <a:gd name="T14" fmla="*/ 68 w 68"/>
                <a:gd name="T15" fmla="*/ 45 h 157"/>
                <a:gd name="T16" fmla="*/ 68 w 68"/>
                <a:gd name="T17" fmla="*/ 68 h 157"/>
                <a:gd name="T18" fmla="*/ 45 w 68"/>
                <a:gd name="T19" fmla="*/ 68 h 157"/>
                <a:gd name="T20" fmla="*/ 45 w 68"/>
                <a:gd name="T21" fmla="*/ 157 h 157"/>
                <a:gd name="T22" fmla="*/ 19 w 68"/>
                <a:gd name="T23" fmla="*/ 157 h 157"/>
                <a:gd name="T24" fmla="*/ 19 w 68"/>
                <a:gd name="T25" fmla="*/ 68 h 157"/>
                <a:gd name="T26" fmla="*/ 0 w 68"/>
                <a:gd name="T27" fmla="*/ 68 h 157"/>
                <a:gd name="T28" fmla="*/ 0 w 68"/>
                <a:gd name="T29" fmla="*/ 4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157">
                  <a:moveTo>
                    <a:pt x="0" y="45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12"/>
                    <a:pt x="32" y="0"/>
                    <a:pt x="6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48" y="24"/>
                    <a:pt x="45" y="28"/>
                    <a:pt x="45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19" y="157"/>
                    <a:pt x="19" y="157"/>
                    <a:pt x="19" y="157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0" y="68"/>
                    <a:pt x="0" y="68"/>
                    <a:pt x="0" y="68"/>
                  </a:cubicBezTo>
                  <a:lnTo>
                    <a:pt x="0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 userDrawn="1"/>
          </p:nvSpPr>
          <p:spPr bwMode="auto">
            <a:xfrm>
              <a:off x="5538788" y="4406900"/>
              <a:ext cx="420688" cy="534987"/>
            </a:xfrm>
            <a:custGeom>
              <a:avLst/>
              <a:gdLst>
                <a:gd name="T0" fmla="*/ 0 w 112"/>
                <a:gd name="T1" fmla="*/ 0 h 140"/>
                <a:gd name="T2" fmla="*/ 38 w 112"/>
                <a:gd name="T3" fmla="*/ 0 h 140"/>
                <a:gd name="T4" fmla="*/ 112 w 112"/>
                <a:gd name="T5" fmla="*/ 70 h 140"/>
                <a:gd name="T6" fmla="*/ 39 w 112"/>
                <a:gd name="T7" fmla="*/ 140 h 140"/>
                <a:gd name="T8" fmla="*/ 0 w 112"/>
                <a:gd name="T9" fmla="*/ 140 h 140"/>
                <a:gd name="T10" fmla="*/ 0 w 112"/>
                <a:gd name="T11" fmla="*/ 0 h 140"/>
                <a:gd name="T12" fmla="*/ 26 w 112"/>
                <a:gd name="T13" fmla="*/ 24 h 140"/>
                <a:gd name="T14" fmla="*/ 26 w 112"/>
                <a:gd name="T15" fmla="*/ 116 h 140"/>
                <a:gd name="T16" fmla="*/ 36 w 112"/>
                <a:gd name="T17" fmla="*/ 116 h 140"/>
                <a:gd name="T18" fmla="*/ 86 w 112"/>
                <a:gd name="T19" fmla="*/ 70 h 140"/>
                <a:gd name="T20" fmla="*/ 35 w 112"/>
                <a:gd name="T21" fmla="*/ 24 h 140"/>
                <a:gd name="T22" fmla="*/ 26 w 112"/>
                <a:gd name="T23" fmla="*/ 2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40">
                  <a:moveTo>
                    <a:pt x="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85" y="0"/>
                    <a:pt x="112" y="30"/>
                    <a:pt x="112" y="70"/>
                  </a:cubicBezTo>
                  <a:cubicBezTo>
                    <a:pt x="112" y="110"/>
                    <a:pt x="82" y="140"/>
                    <a:pt x="39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6" y="24"/>
                  </a:moveTo>
                  <a:cubicBezTo>
                    <a:pt x="26" y="116"/>
                    <a:pt x="26" y="116"/>
                    <a:pt x="26" y="116"/>
                  </a:cubicBezTo>
                  <a:cubicBezTo>
                    <a:pt x="36" y="116"/>
                    <a:pt x="36" y="116"/>
                    <a:pt x="36" y="116"/>
                  </a:cubicBezTo>
                  <a:cubicBezTo>
                    <a:pt x="67" y="116"/>
                    <a:pt x="86" y="96"/>
                    <a:pt x="86" y="70"/>
                  </a:cubicBezTo>
                  <a:cubicBezTo>
                    <a:pt x="86" y="43"/>
                    <a:pt x="70" y="24"/>
                    <a:pt x="35" y="24"/>
                  </a:cubicBezTo>
                  <a:lnTo>
                    <a:pt x="26" y="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8" name="Freeform 11"/>
            <p:cNvSpPr>
              <a:spLocks noEditPoints="1"/>
            </p:cNvSpPr>
            <p:nvPr userDrawn="1"/>
          </p:nvSpPr>
          <p:spPr bwMode="auto">
            <a:xfrm>
              <a:off x="5989638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8 w 116"/>
                <a:gd name="T3" fmla="*/ 0 h 117"/>
                <a:gd name="T4" fmla="*/ 116 w 116"/>
                <a:gd name="T5" fmla="*/ 59 h 117"/>
                <a:gd name="T6" fmla="*/ 58 w 116"/>
                <a:gd name="T7" fmla="*/ 117 h 117"/>
                <a:gd name="T8" fmla="*/ 0 w 116"/>
                <a:gd name="T9" fmla="*/ 59 h 117"/>
                <a:gd name="T10" fmla="*/ 91 w 116"/>
                <a:gd name="T11" fmla="*/ 59 h 117"/>
                <a:gd name="T12" fmla="*/ 58 w 116"/>
                <a:gd name="T13" fmla="*/ 25 h 117"/>
                <a:gd name="T14" fmla="*/ 26 w 116"/>
                <a:gd name="T15" fmla="*/ 59 h 117"/>
                <a:gd name="T16" fmla="*/ 58 w 116"/>
                <a:gd name="T17" fmla="*/ 93 h 117"/>
                <a:gd name="T18" fmla="*/ 91 w 116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0" y="0"/>
                    <a:pt x="116" y="26"/>
                    <a:pt x="116" y="59"/>
                  </a:cubicBezTo>
                  <a:cubicBezTo>
                    <a:pt x="116" y="91"/>
                    <a:pt x="90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6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6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9" name="Freeform 12"/>
            <p:cNvSpPr>
              <a:spLocks/>
            </p:cNvSpPr>
            <p:nvPr userDrawn="1"/>
          </p:nvSpPr>
          <p:spPr bwMode="auto">
            <a:xfrm>
              <a:off x="6459538" y="4502150"/>
              <a:ext cx="420688" cy="447675"/>
            </a:xfrm>
            <a:custGeom>
              <a:avLst/>
              <a:gdLst>
                <a:gd name="T0" fmla="*/ 0 w 112"/>
                <a:gd name="T1" fmla="*/ 59 h 117"/>
                <a:gd name="T2" fmla="*/ 58 w 112"/>
                <a:gd name="T3" fmla="*/ 0 h 117"/>
                <a:gd name="T4" fmla="*/ 112 w 112"/>
                <a:gd name="T5" fmla="*/ 35 h 117"/>
                <a:gd name="T6" fmla="*/ 89 w 112"/>
                <a:gd name="T7" fmla="*/ 45 h 117"/>
                <a:gd name="T8" fmla="*/ 59 w 112"/>
                <a:gd name="T9" fmla="*/ 25 h 117"/>
                <a:gd name="T10" fmla="*/ 25 w 112"/>
                <a:gd name="T11" fmla="*/ 59 h 117"/>
                <a:gd name="T12" fmla="*/ 59 w 112"/>
                <a:gd name="T13" fmla="*/ 93 h 117"/>
                <a:gd name="T14" fmla="*/ 89 w 112"/>
                <a:gd name="T15" fmla="*/ 72 h 117"/>
                <a:gd name="T16" fmla="*/ 112 w 112"/>
                <a:gd name="T17" fmla="*/ 82 h 117"/>
                <a:gd name="T18" fmla="*/ 58 w 112"/>
                <a:gd name="T19" fmla="*/ 117 h 117"/>
                <a:gd name="T20" fmla="*/ 0 w 112"/>
                <a:gd name="T21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84" y="0"/>
                    <a:pt x="103" y="15"/>
                    <a:pt x="112" y="35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84" y="33"/>
                    <a:pt x="72" y="25"/>
                    <a:pt x="59" y="25"/>
                  </a:cubicBezTo>
                  <a:cubicBezTo>
                    <a:pt x="40" y="25"/>
                    <a:pt x="25" y="40"/>
                    <a:pt x="25" y="59"/>
                  </a:cubicBezTo>
                  <a:cubicBezTo>
                    <a:pt x="25" y="78"/>
                    <a:pt x="40" y="93"/>
                    <a:pt x="59" y="93"/>
                  </a:cubicBezTo>
                  <a:cubicBezTo>
                    <a:pt x="73" y="93"/>
                    <a:pt x="84" y="84"/>
                    <a:pt x="89" y="72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03" y="103"/>
                    <a:pt x="84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0" name="Freeform 13"/>
            <p:cNvSpPr>
              <a:spLocks/>
            </p:cNvSpPr>
            <p:nvPr userDrawn="1"/>
          </p:nvSpPr>
          <p:spPr bwMode="auto">
            <a:xfrm>
              <a:off x="6916738" y="4513263"/>
              <a:ext cx="379413" cy="436562"/>
            </a:xfrm>
            <a:custGeom>
              <a:avLst/>
              <a:gdLst>
                <a:gd name="T0" fmla="*/ 101 w 101"/>
                <a:gd name="T1" fmla="*/ 112 h 114"/>
                <a:gd name="T2" fmla="*/ 76 w 101"/>
                <a:gd name="T3" fmla="*/ 112 h 114"/>
                <a:gd name="T4" fmla="*/ 76 w 101"/>
                <a:gd name="T5" fmla="*/ 99 h 114"/>
                <a:gd name="T6" fmla="*/ 43 w 101"/>
                <a:gd name="T7" fmla="*/ 114 h 114"/>
                <a:gd name="T8" fmla="*/ 0 w 101"/>
                <a:gd name="T9" fmla="*/ 66 h 114"/>
                <a:gd name="T10" fmla="*/ 0 w 101"/>
                <a:gd name="T11" fmla="*/ 0 h 114"/>
                <a:gd name="T12" fmla="*/ 26 w 101"/>
                <a:gd name="T13" fmla="*/ 0 h 114"/>
                <a:gd name="T14" fmla="*/ 26 w 101"/>
                <a:gd name="T15" fmla="*/ 64 h 114"/>
                <a:gd name="T16" fmla="*/ 50 w 101"/>
                <a:gd name="T17" fmla="*/ 92 h 114"/>
                <a:gd name="T18" fmla="*/ 75 w 101"/>
                <a:gd name="T19" fmla="*/ 61 h 114"/>
                <a:gd name="T20" fmla="*/ 75 w 101"/>
                <a:gd name="T21" fmla="*/ 0 h 114"/>
                <a:gd name="T22" fmla="*/ 101 w 101"/>
                <a:gd name="T23" fmla="*/ 0 h 114"/>
                <a:gd name="T24" fmla="*/ 101 w 101"/>
                <a:gd name="T25" fmla="*/ 1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1" h="114">
                  <a:moveTo>
                    <a:pt x="101" y="112"/>
                  </a:moveTo>
                  <a:cubicBezTo>
                    <a:pt x="76" y="112"/>
                    <a:pt x="76" y="112"/>
                    <a:pt x="76" y="112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68" y="109"/>
                    <a:pt x="58" y="114"/>
                    <a:pt x="43" y="114"/>
                  </a:cubicBezTo>
                  <a:cubicBezTo>
                    <a:pt x="17" y="114"/>
                    <a:pt x="0" y="96"/>
                    <a:pt x="0" y="6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81"/>
                    <a:pt x="34" y="92"/>
                    <a:pt x="50" y="92"/>
                  </a:cubicBezTo>
                  <a:cubicBezTo>
                    <a:pt x="65" y="92"/>
                    <a:pt x="75" y="81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101" y="0"/>
                    <a:pt x="101" y="0"/>
                    <a:pt x="101" y="0"/>
                  </a:cubicBezTo>
                  <a:lnTo>
                    <a:pt x="101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1" name="Freeform 14"/>
            <p:cNvSpPr>
              <a:spLocks/>
            </p:cNvSpPr>
            <p:nvPr userDrawn="1"/>
          </p:nvSpPr>
          <p:spPr bwMode="auto">
            <a:xfrm>
              <a:off x="7356475" y="4502150"/>
              <a:ext cx="665163" cy="439737"/>
            </a:xfrm>
            <a:custGeom>
              <a:avLst/>
              <a:gdLst>
                <a:gd name="T0" fmla="*/ 0 w 177"/>
                <a:gd name="T1" fmla="*/ 3 h 115"/>
                <a:gd name="T2" fmla="*/ 26 w 177"/>
                <a:gd name="T3" fmla="*/ 3 h 115"/>
                <a:gd name="T4" fmla="*/ 26 w 177"/>
                <a:gd name="T5" fmla="*/ 16 h 115"/>
                <a:gd name="T6" fmla="*/ 58 w 177"/>
                <a:gd name="T7" fmla="*/ 0 h 115"/>
                <a:gd name="T8" fmla="*/ 94 w 177"/>
                <a:gd name="T9" fmla="*/ 20 h 115"/>
                <a:gd name="T10" fmla="*/ 131 w 177"/>
                <a:gd name="T11" fmla="*/ 0 h 115"/>
                <a:gd name="T12" fmla="*/ 177 w 177"/>
                <a:gd name="T13" fmla="*/ 47 h 115"/>
                <a:gd name="T14" fmla="*/ 177 w 177"/>
                <a:gd name="T15" fmla="*/ 115 h 115"/>
                <a:gd name="T16" fmla="*/ 151 w 177"/>
                <a:gd name="T17" fmla="*/ 115 h 115"/>
                <a:gd name="T18" fmla="*/ 151 w 177"/>
                <a:gd name="T19" fmla="*/ 50 h 115"/>
                <a:gd name="T20" fmla="*/ 126 w 177"/>
                <a:gd name="T21" fmla="*/ 23 h 115"/>
                <a:gd name="T22" fmla="*/ 101 w 177"/>
                <a:gd name="T23" fmla="*/ 52 h 115"/>
                <a:gd name="T24" fmla="*/ 101 w 177"/>
                <a:gd name="T25" fmla="*/ 115 h 115"/>
                <a:gd name="T26" fmla="*/ 75 w 177"/>
                <a:gd name="T27" fmla="*/ 115 h 115"/>
                <a:gd name="T28" fmla="*/ 75 w 177"/>
                <a:gd name="T29" fmla="*/ 49 h 115"/>
                <a:gd name="T30" fmla="*/ 51 w 177"/>
                <a:gd name="T31" fmla="*/ 23 h 115"/>
                <a:gd name="T32" fmla="*/ 26 w 177"/>
                <a:gd name="T33" fmla="*/ 53 h 115"/>
                <a:gd name="T34" fmla="*/ 26 w 177"/>
                <a:gd name="T35" fmla="*/ 115 h 115"/>
                <a:gd name="T36" fmla="*/ 0 w 177"/>
                <a:gd name="T37" fmla="*/ 115 h 115"/>
                <a:gd name="T38" fmla="*/ 0 w 177"/>
                <a:gd name="T39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7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6"/>
                    <a:pt x="44" y="0"/>
                    <a:pt x="58" y="0"/>
                  </a:cubicBezTo>
                  <a:cubicBezTo>
                    <a:pt x="75" y="0"/>
                    <a:pt x="88" y="8"/>
                    <a:pt x="94" y="20"/>
                  </a:cubicBezTo>
                  <a:cubicBezTo>
                    <a:pt x="102" y="8"/>
                    <a:pt x="115" y="0"/>
                    <a:pt x="131" y="0"/>
                  </a:cubicBezTo>
                  <a:cubicBezTo>
                    <a:pt x="162" y="0"/>
                    <a:pt x="177" y="18"/>
                    <a:pt x="177" y="47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33"/>
                    <a:pt x="142" y="23"/>
                    <a:pt x="126" y="23"/>
                  </a:cubicBezTo>
                  <a:cubicBezTo>
                    <a:pt x="112" y="23"/>
                    <a:pt x="101" y="33"/>
                    <a:pt x="101" y="52"/>
                  </a:cubicBezTo>
                  <a:cubicBezTo>
                    <a:pt x="101" y="115"/>
                    <a:pt x="101" y="115"/>
                    <a:pt x="101" y="115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33"/>
                    <a:pt x="67" y="23"/>
                    <a:pt x="51" y="23"/>
                  </a:cubicBezTo>
                  <a:cubicBezTo>
                    <a:pt x="37" y="23"/>
                    <a:pt x="26" y="33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2" name="Freeform 15"/>
            <p:cNvSpPr>
              <a:spLocks noEditPoints="1"/>
            </p:cNvSpPr>
            <p:nvPr userDrawn="1"/>
          </p:nvSpPr>
          <p:spPr bwMode="auto">
            <a:xfrm>
              <a:off x="8062913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9 w 116"/>
                <a:gd name="T3" fmla="*/ 0 h 117"/>
                <a:gd name="T4" fmla="*/ 116 w 116"/>
                <a:gd name="T5" fmla="*/ 58 h 117"/>
                <a:gd name="T6" fmla="*/ 116 w 116"/>
                <a:gd name="T7" fmla="*/ 68 h 117"/>
                <a:gd name="T8" fmla="*/ 25 w 116"/>
                <a:gd name="T9" fmla="*/ 68 h 117"/>
                <a:gd name="T10" fmla="*/ 60 w 116"/>
                <a:gd name="T11" fmla="*/ 94 h 117"/>
                <a:gd name="T12" fmla="*/ 91 w 116"/>
                <a:gd name="T13" fmla="*/ 75 h 117"/>
                <a:gd name="T14" fmla="*/ 112 w 116"/>
                <a:gd name="T15" fmla="*/ 87 h 117"/>
                <a:gd name="T16" fmla="*/ 60 w 116"/>
                <a:gd name="T17" fmla="*/ 117 h 117"/>
                <a:gd name="T18" fmla="*/ 0 w 116"/>
                <a:gd name="T19" fmla="*/ 59 h 117"/>
                <a:gd name="T20" fmla="*/ 26 w 116"/>
                <a:gd name="T21" fmla="*/ 46 h 117"/>
                <a:gd name="T22" fmla="*/ 90 w 116"/>
                <a:gd name="T23" fmla="*/ 46 h 117"/>
                <a:gd name="T24" fmla="*/ 59 w 116"/>
                <a:gd name="T25" fmla="*/ 23 h 117"/>
                <a:gd name="T26" fmla="*/ 26 w 116"/>
                <a:gd name="T27" fmla="*/ 4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9" y="0"/>
                  </a:cubicBezTo>
                  <a:cubicBezTo>
                    <a:pt x="92" y="0"/>
                    <a:pt x="116" y="25"/>
                    <a:pt x="116" y="58"/>
                  </a:cubicBezTo>
                  <a:cubicBezTo>
                    <a:pt x="116" y="68"/>
                    <a:pt x="116" y="68"/>
                    <a:pt x="116" y="68"/>
                  </a:cubicBezTo>
                  <a:cubicBezTo>
                    <a:pt x="25" y="68"/>
                    <a:pt x="25" y="68"/>
                    <a:pt x="25" y="68"/>
                  </a:cubicBezTo>
                  <a:cubicBezTo>
                    <a:pt x="28" y="84"/>
                    <a:pt x="41" y="94"/>
                    <a:pt x="60" y="94"/>
                  </a:cubicBezTo>
                  <a:cubicBezTo>
                    <a:pt x="74" y="94"/>
                    <a:pt x="85" y="87"/>
                    <a:pt x="91" y="75"/>
                  </a:cubicBezTo>
                  <a:cubicBezTo>
                    <a:pt x="112" y="87"/>
                    <a:pt x="112" y="87"/>
                    <a:pt x="112" y="87"/>
                  </a:cubicBezTo>
                  <a:cubicBezTo>
                    <a:pt x="102" y="105"/>
                    <a:pt x="84" y="117"/>
                    <a:pt x="60" y="117"/>
                  </a:cubicBezTo>
                  <a:cubicBezTo>
                    <a:pt x="24" y="117"/>
                    <a:pt x="0" y="92"/>
                    <a:pt x="0" y="59"/>
                  </a:cubicBezTo>
                  <a:close/>
                  <a:moveTo>
                    <a:pt x="26" y="46"/>
                  </a:moveTo>
                  <a:cubicBezTo>
                    <a:pt x="90" y="46"/>
                    <a:pt x="90" y="46"/>
                    <a:pt x="90" y="46"/>
                  </a:cubicBezTo>
                  <a:cubicBezTo>
                    <a:pt x="86" y="31"/>
                    <a:pt x="75" y="23"/>
                    <a:pt x="59" y="23"/>
                  </a:cubicBezTo>
                  <a:cubicBezTo>
                    <a:pt x="43" y="23"/>
                    <a:pt x="31" y="33"/>
                    <a:pt x="26" y="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3" name="Freeform 16"/>
            <p:cNvSpPr>
              <a:spLocks/>
            </p:cNvSpPr>
            <p:nvPr userDrawn="1"/>
          </p:nvSpPr>
          <p:spPr bwMode="auto">
            <a:xfrm>
              <a:off x="8543925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59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7 w 104"/>
                <a:gd name="T13" fmla="*/ 115 h 115"/>
                <a:gd name="T14" fmla="*/ 77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59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34"/>
                    <a:pt x="69" y="23"/>
                    <a:pt x="52" y="23"/>
                  </a:cubicBezTo>
                  <a:cubicBezTo>
                    <a:pt x="37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4" name="Freeform 17"/>
            <p:cNvSpPr>
              <a:spLocks/>
            </p:cNvSpPr>
            <p:nvPr userDrawn="1"/>
          </p:nvSpPr>
          <p:spPr bwMode="auto">
            <a:xfrm>
              <a:off x="8956675" y="4379913"/>
              <a:ext cx="255588" cy="561975"/>
            </a:xfrm>
            <a:custGeom>
              <a:avLst/>
              <a:gdLst>
                <a:gd name="T0" fmla="*/ 0 w 68"/>
                <a:gd name="T1" fmla="*/ 35 h 147"/>
                <a:gd name="T2" fmla="*/ 19 w 68"/>
                <a:gd name="T3" fmla="*/ 35 h 147"/>
                <a:gd name="T4" fmla="*/ 19 w 68"/>
                <a:gd name="T5" fmla="*/ 18 h 147"/>
                <a:gd name="T6" fmla="*/ 45 w 68"/>
                <a:gd name="T7" fmla="*/ 0 h 147"/>
                <a:gd name="T8" fmla="*/ 45 w 68"/>
                <a:gd name="T9" fmla="*/ 35 h 147"/>
                <a:gd name="T10" fmla="*/ 68 w 68"/>
                <a:gd name="T11" fmla="*/ 35 h 147"/>
                <a:gd name="T12" fmla="*/ 68 w 68"/>
                <a:gd name="T13" fmla="*/ 58 h 147"/>
                <a:gd name="T14" fmla="*/ 45 w 68"/>
                <a:gd name="T15" fmla="*/ 58 h 147"/>
                <a:gd name="T16" fmla="*/ 45 w 68"/>
                <a:gd name="T17" fmla="*/ 100 h 147"/>
                <a:gd name="T18" fmla="*/ 68 w 68"/>
                <a:gd name="T19" fmla="*/ 123 h 147"/>
                <a:gd name="T20" fmla="*/ 68 w 68"/>
                <a:gd name="T21" fmla="*/ 147 h 147"/>
                <a:gd name="T22" fmla="*/ 64 w 68"/>
                <a:gd name="T23" fmla="*/ 147 h 147"/>
                <a:gd name="T24" fmla="*/ 19 w 68"/>
                <a:gd name="T25" fmla="*/ 100 h 147"/>
                <a:gd name="T26" fmla="*/ 19 w 68"/>
                <a:gd name="T27" fmla="*/ 58 h 147"/>
                <a:gd name="T28" fmla="*/ 0 w 68"/>
                <a:gd name="T29" fmla="*/ 58 h 147"/>
                <a:gd name="T30" fmla="*/ 0 w 68"/>
                <a:gd name="T31" fmla="*/ 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147">
                  <a:moveTo>
                    <a:pt x="0" y="35"/>
                  </a:moveTo>
                  <a:cubicBezTo>
                    <a:pt x="19" y="35"/>
                    <a:pt x="19" y="35"/>
                    <a:pt x="19" y="35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8" y="58"/>
                    <a:pt x="68" y="58"/>
                    <a:pt x="68" y="58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20"/>
                    <a:pt x="48" y="123"/>
                    <a:pt x="68" y="123"/>
                  </a:cubicBezTo>
                  <a:cubicBezTo>
                    <a:pt x="68" y="147"/>
                    <a:pt x="68" y="147"/>
                    <a:pt x="68" y="147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30" y="147"/>
                    <a:pt x="19" y="136"/>
                    <a:pt x="19" y="100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2269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DB50D-660B-C876-7848-AFF73E9C43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540" y="277200"/>
            <a:ext cx="11298548" cy="522000"/>
          </a:xfrm>
        </p:spPr>
        <p:txBody>
          <a:bodyPr tIns="90000" bIns="0" anchor="t"/>
          <a:lstStyle>
            <a:lvl1pPr>
              <a:defRPr kumimoji="0" lang="ko-KR" altLang="en-US" sz="2800" b="0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defRPr>
            </a:lvl1pPr>
          </a:lstStyle>
          <a:p>
            <a:pPr marL="0" marR="0" lvl="0" indent="0" defTabSz="685594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tabLst/>
            </a:pP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5BC83-1199-A34C-411B-003DD379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9677" y="6379968"/>
            <a:ext cx="452120" cy="365125"/>
          </a:xfrm>
        </p:spPr>
        <p:txBody>
          <a:bodyPr lIns="0" tIns="0" rIns="0" bIns="0"/>
          <a:lstStyle>
            <a:lvl1pPr algn="r">
              <a:defRPr sz="900">
                <a:latin typeface="Samsung SS Body Regular" pitchFamily="2" charset="0"/>
              </a:defRPr>
            </a:lvl1pPr>
          </a:lstStyle>
          <a:p>
            <a:fld id="{C58C79CB-A4EA-4CBF-AB18-D1F07E4295B5}" type="slidenum">
              <a:rPr lang="ko-KR" altLang="en-US" smtClean="0">
                <a:solidFill>
                  <a:srgbClr val="000000"/>
                </a:solidFill>
              </a:rPr>
              <a:pPr/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4750CF2-AC2E-D6B4-A0AF-AA337456D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159" y="155595"/>
            <a:ext cx="585097" cy="104755"/>
          </a:xfrm>
          <a:noFill/>
        </p:spPr>
        <p:txBody>
          <a:bodyPr wrap="none" lIns="90000" tIns="0" rIns="0" bIns="0" rtlCol="0">
            <a:noAutofit/>
          </a:bodyPr>
          <a:lstStyle>
            <a:lvl1pPr marL="0" indent="0">
              <a:buNone/>
              <a:defRPr lang="ko-KR" altLang="en-US" sz="900" smtClean="0">
                <a:solidFill>
                  <a:schemeClr val="bg1">
                    <a:lumMod val="65000"/>
                  </a:schemeClr>
                </a:solidFill>
                <a:latin typeface="Samsung SS Body KR Bold" pitchFamily="2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en-US" altLang="ko-KR" dirty="0"/>
              <a:t>breadcrumb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8508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279">
          <p15:clr>
            <a:srgbClr val="FBAE40"/>
          </p15:clr>
        </p15:guide>
        <p15:guide id="5" orient="horz" pos="504">
          <p15:clr>
            <a:srgbClr val="FBAE40"/>
          </p15:clr>
        </p15:guide>
        <p15:guide id="6" orient="horz" pos="164">
          <p15:clr>
            <a:srgbClr val="FBAE40"/>
          </p15:clr>
        </p15:guide>
        <p15:guide id="7" orient="horz" pos="96">
          <p15:clr>
            <a:srgbClr val="FBAE40"/>
          </p15:clr>
        </p15:guide>
        <p15:guide id="8" orient="horz" pos="4088">
          <p15:clr>
            <a:srgbClr val="FBAE40"/>
          </p15:clr>
        </p15:guide>
        <p15:guide id="9" orient="horz" pos="1298">
          <p15:clr>
            <a:srgbClr val="FBAE40"/>
          </p15:clr>
        </p15:guide>
        <p15:guide id="10" orient="horz" pos="709">
          <p15:clr>
            <a:srgbClr val="547EBF"/>
          </p15:clr>
        </p15:guide>
        <p15:guide id="11" orient="horz" pos="1570">
          <p15:clr>
            <a:srgbClr val="547EB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Cover 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444989" y="2270273"/>
            <a:ext cx="11304099" cy="882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>
                <a:solidFill>
                  <a:schemeClr val="bg1"/>
                </a:solidFill>
                <a:latin typeface="Samsung SS Body KR Bold" pitchFamily="2" charset="-127"/>
                <a:cs typeface="Samsung Sharp Sans 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ko-KR" dirty="0"/>
              <a:t>Title - Samsung Sharp Sans Bold/44pt</a:t>
            </a:r>
            <a:endParaRPr lang="ko-KR" altLang="en-US" dirty="0"/>
          </a:p>
        </p:txBody>
      </p:sp>
      <p:sp>
        <p:nvSpPr>
          <p:cNvPr id="15" name="텍스트 개체 틀 11"/>
          <p:cNvSpPr>
            <a:spLocks noGrp="1"/>
          </p:cNvSpPr>
          <p:nvPr>
            <p:ph type="body" sz="quarter" idx="16" hasCustomPrompt="1"/>
          </p:nvPr>
        </p:nvSpPr>
        <p:spPr>
          <a:xfrm>
            <a:off x="444989" y="3429000"/>
            <a:ext cx="11304099" cy="54765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aseline="0">
                <a:solidFill>
                  <a:schemeClr val="bg1">
                    <a:lumMod val="75000"/>
                  </a:schemeClr>
                </a:solidFill>
                <a:latin typeface="Samsung SS Body KR Regular" pitchFamily="2" charset="-127"/>
                <a:cs typeface="Samsung Sharp Sans Medium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ko-KR" dirty="0"/>
              <a:t>Subtitle (Max 2 lines) - Samsung Sharp Sans Medium / 18pt / </a:t>
            </a:r>
            <a:r>
              <a:rPr lang="ko-KR" altLang="en-US" dirty="0"/>
              <a:t>흰색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1, 25% </a:t>
            </a:r>
            <a:r>
              <a:rPr lang="ko-KR" altLang="en-US" dirty="0"/>
              <a:t>더 어둡게</a:t>
            </a:r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444988" y="5005162"/>
            <a:ext cx="8866765" cy="30913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aseline="0">
                <a:solidFill>
                  <a:schemeClr val="bg1"/>
                </a:solidFill>
                <a:latin typeface="Samsung SS Body KR Regular" pitchFamily="2" charset="-127"/>
                <a:cs typeface="Samsung Sharp Sans Medium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ko-KR" dirty="0"/>
              <a:t>Month. Year (e.g. Aug. 2025) - Samsung Sharp Sans Medium / 14pt / </a:t>
            </a:r>
            <a:r>
              <a:rPr lang="ko-KR" altLang="en-US" dirty="0"/>
              <a:t>흰색</a:t>
            </a:r>
          </a:p>
        </p:txBody>
      </p:sp>
      <p:cxnSp>
        <p:nvCxnSpPr>
          <p:cNvPr id="295" name="직선 연결선 294"/>
          <p:cNvCxnSpPr/>
          <p:nvPr userDrawn="1"/>
        </p:nvCxnSpPr>
        <p:spPr>
          <a:xfrm>
            <a:off x="444545" y="6055982"/>
            <a:ext cx="11300746" cy="0"/>
          </a:xfrm>
          <a:prstGeom prst="lin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그룹 295"/>
          <p:cNvGrpSpPr/>
          <p:nvPr userDrawn="1"/>
        </p:nvGrpSpPr>
        <p:grpSpPr>
          <a:xfrm>
            <a:off x="445627" y="6129447"/>
            <a:ext cx="11300746" cy="285330"/>
            <a:chOff x="446708" y="5942993"/>
            <a:chExt cx="11315609" cy="321612"/>
          </a:xfrm>
        </p:grpSpPr>
        <p:grpSp>
          <p:nvGrpSpPr>
            <p:cNvPr id="297" name="그룹 296"/>
            <p:cNvGrpSpPr/>
            <p:nvPr userDrawn="1"/>
          </p:nvGrpSpPr>
          <p:grpSpPr>
            <a:xfrm>
              <a:off x="446708" y="5942993"/>
              <a:ext cx="939109" cy="114494"/>
              <a:chOff x="446708" y="5942993"/>
              <a:chExt cx="939109" cy="114494"/>
            </a:xfrm>
          </p:grpSpPr>
          <p:sp>
            <p:nvSpPr>
              <p:cNvPr id="559" name="Freeform 285"/>
              <p:cNvSpPr>
                <a:spLocks/>
              </p:cNvSpPr>
              <p:nvPr userDrawn="1"/>
            </p:nvSpPr>
            <p:spPr bwMode="auto">
              <a:xfrm>
                <a:off x="446708" y="5942993"/>
                <a:ext cx="78474" cy="114494"/>
              </a:xfrm>
              <a:custGeom>
                <a:avLst/>
                <a:gdLst>
                  <a:gd name="T0" fmla="*/ 26 w 26"/>
                  <a:gd name="T1" fmla="*/ 35 h 37"/>
                  <a:gd name="T2" fmla="*/ 17 w 26"/>
                  <a:gd name="T3" fmla="*/ 37 h 37"/>
                  <a:gd name="T4" fmla="*/ 0 w 26"/>
                  <a:gd name="T5" fmla="*/ 19 h 37"/>
                  <a:gd name="T6" fmla="*/ 17 w 26"/>
                  <a:gd name="T7" fmla="*/ 0 h 37"/>
                  <a:gd name="T8" fmla="*/ 26 w 26"/>
                  <a:gd name="T9" fmla="*/ 3 h 37"/>
                  <a:gd name="T10" fmla="*/ 25 w 26"/>
                  <a:gd name="T11" fmla="*/ 8 h 37"/>
                  <a:gd name="T12" fmla="*/ 17 w 26"/>
                  <a:gd name="T13" fmla="*/ 6 h 37"/>
                  <a:gd name="T14" fmla="*/ 7 w 26"/>
                  <a:gd name="T15" fmla="*/ 19 h 37"/>
                  <a:gd name="T16" fmla="*/ 17 w 26"/>
                  <a:gd name="T17" fmla="*/ 31 h 37"/>
                  <a:gd name="T18" fmla="*/ 25 w 26"/>
                  <a:gd name="T19" fmla="*/ 29 h 37"/>
                  <a:gd name="T20" fmla="*/ 26 w 26"/>
                  <a:gd name="T21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37">
                    <a:moveTo>
                      <a:pt x="26" y="35"/>
                    </a:moveTo>
                    <a:cubicBezTo>
                      <a:pt x="24" y="36"/>
                      <a:pt x="21" y="37"/>
                      <a:pt x="17" y="37"/>
                    </a:cubicBezTo>
                    <a:cubicBezTo>
                      <a:pt x="6" y="37"/>
                      <a:pt x="0" y="29"/>
                      <a:pt x="0" y="19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2" y="7"/>
                      <a:pt x="20" y="6"/>
                      <a:pt x="17" y="6"/>
                    </a:cubicBezTo>
                    <a:cubicBezTo>
                      <a:pt x="10" y="6"/>
                      <a:pt x="7" y="12"/>
                      <a:pt x="7" y="19"/>
                    </a:cubicBezTo>
                    <a:cubicBezTo>
                      <a:pt x="7" y="26"/>
                      <a:pt x="9" y="31"/>
                      <a:pt x="17" y="31"/>
                    </a:cubicBezTo>
                    <a:cubicBezTo>
                      <a:pt x="20" y="31"/>
                      <a:pt x="22" y="30"/>
                      <a:pt x="25" y="29"/>
                    </a:cubicBezTo>
                    <a:lnTo>
                      <a:pt x="26" y="35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0" name="Freeform 286"/>
              <p:cNvSpPr>
                <a:spLocks noEditPoints="1"/>
              </p:cNvSpPr>
              <p:nvPr userDrawn="1"/>
            </p:nvSpPr>
            <p:spPr bwMode="auto">
              <a:xfrm>
                <a:off x="534187" y="5942993"/>
                <a:ext cx="91338" cy="114494"/>
              </a:xfrm>
              <a:custGeom>
                <a:avLst/>
                <a:gdLst>
                  <a:gd name="T0" fmla="*/ 15 w 30"/>
                  <a:gd name="T1" fmla="*/ 0 h 37"/>
                  <a:gd name="T2" fmla="*/ 30 w 30"/>
                  <a:gd name="T3" fmla="*/ 19 h 37"/>
                  <a:gd name="T4" fmla="*/ 15 w 30"/>
                  <a:gd name="T5" fmla="*/ 37 h 37"/>
                  <a:gd name="T6" fmla="*/ 0 w 30"/>
                  <a:gd name="T7" fmla="*/ 19 h 37"/>
                  <a:gd name="T8" fmla="*/ 15 w 30"/>
                  <a:gd name="T9" fmla="*/ 0 h 37"/>
                  <a:gd name="T10" fmla="*/ 15 w 30"/>
                  <a:gd name="T11" fmla="*/ 6 h 37"/>
                  <a:gd name="T12" fmla="*/ 6 w 30"/>
                  <a:gd name="T13" fmla="*/ 19 h 37"/>
                  <a:gd name="T14" fmla="*/ 15 w 30"/>
                  <a:gd name="T15" fmla="*/ 31 h 37"/>
                  <a:gd name="T16" fmla="*/ 24 w 30"/>
                  <a:gd name="T17" fmla="*/ 19 h 37"/>
                  <a:gd name="T18" fmla="*/ 15 w 30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37">
                    <a:moveTo>
                      <a:pt x="15" y="0"/>
                    </a:moveTo>
                    <a:cubicBezTo>
                      <a:pt x="25" y="0"/>
                      <a:pt x="30" y="9"/>
                      <a:pt x="30" y="19"/>
                    </a:cubicBezTo>
                    <a:cubicBezTo>
                      <a:pt x="30" y="29"/>
                      <a:pt x="25" y="37"/>
                      <a:pt x="15" y="37"/>
                    </a:cubicBezTo>
                    <a:cubicBezTo>
                      <a:pt x="5" y="37"/>
                      <a:pt x="0" y="29"/>
                      <a:pt x="0" y="19"/>
                    </a:cubicBezTo>
                    <a:cubicBezTo>
                      <a:pt x="0" y="9"/>
                      <a:pt x="5" y="0"/>
                      <a:pt x="15" y="0"/>
                    </a:cubicBezTo>
                    <a:close/>
                    <a:moveTo>
                      <a:pt x="15" y="6"/>
                    </a:moveTo>
                    <a:cubicBezTo>
                      <a:pt x="8" y="6"/>
                      <a:pt x="6" y="12"/>
                      <a:pt x="6" y="19"/>
                    </a:cubicBezTo>
                    <a:cubicBezTo>
                      <a:pt x="6" y="25"/>
                      <a:pt x="8" y="31"/>
                      <a:pt x="15" y="31"/>
                    </a:cubicBezTo>
                    <a:cubicBezTo>
                      <a:pt x="21" y="31"/>
                      <a:pt x="24" y="25"/>
                      <a:pt x="24" y="19"/>
                    </a:cubicBezTo>
                    <a:cubicBezTo>
                      <a:pt x="24" y="12"/>
                      <a:pt x="21" y="6"/>
                      <a:pt x="15" y="6"/>
                    </a:cubicBez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1" name="Freeform 287"/>
              <p:cNvSpPr>
                <a:spLocks/>
              </p:cNvSpPr>
              <p:nvPr userDrawn="1"/>
            </p:nvSpPr>
            <p:spPr bwMode="auto">
              <a:xfrm>
                <a:off x="640962" y="5945566"/>
                <a:ext cx="78474" cy="111921"/>
              </a:xfrm>
              <a:custGeom>
                <a:avLst/>
                <a:gdLst>
                  <a:gd name="T0" fmla="*/ 61 w 61"/>
                  <a:gd name="T1" fmla="*/ 87 h 87"/>
                  <a:gd name="T2" fmla="*/ 44 w 61"/>
                  <a:gd name="T3" fmla="*/ 87 h 87"/>
                  <a:gd name="T4" fmla="*/ 14 w 61"/>
                  <a:gd name="T5" fmla="*/ 27 h 87"/>
                  <a:gd name="T6" fmla="*/ 14 w 61"/>
                  <a:gd name="T7" fmla="*/ 87 h 87"/>
                  <a:gd name="T8" fmla="*/ 0 w 61"/>
                  <a:gd name="T9" fmla="*/ 87 h 87"/>
                  <a:gd name="T10" fmla="*/ 0 w 61"/>
                  <a:gd name="T11" fmla="*/ 0 h 87"/>
                  <a:gd name="T12" fmla="*/ 14 w 61"/>
                  <a:gd name="T13" fmla="*/ 0 h 87"/>
                  <a:gd name="T14" fmla="*/ 47 w 61"/>
                  <a:gd name="T15" fmla="*/ 60 h 87"/>
                  <a:gd name="T16" fmla="*/ 47 w 61"/>
                  <a:gd name="T17" fmla="*/ 0 h 87"/>
                  <a:gd name="T18" fmla="*/ 61 w 61"/>
                  <a:gd name="T19" fmla="*/ 0 h 87"/>
                  <a:gd name="T20" fmla="*/ 61 w 61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87">
                    <a:moveTo>
                      <a:pt x="61" y="87"/>
                    </a:moveTo>
                    <a:lnTo>
                      <a:pt x="44" y="87"/>
                    </a:lnTo>
                    <a:lnTo>
                      <a:pt x="14" y="27"/>
                    </a:lnTo>
                    <a:lnTo>
                      <a:pt x="14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47" y="60"/>
                    </a:lnTo>
                    <a:lnTo>
                      <a:pt x="47" y="0"/>
                    </a:lnTo>
                    <a:lnTo>
                      <a:pt x="61" y="0"/>
                    </a:lnTo>
                    <a:lnTo>
                      <a:pt x="61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2" name="Freeform 288"/>
              <p:cNvSpPr>
                <a:spLocks/>
              </p:cNvSpPr>
              <p:nvPr userDrawn="1"/>
            </p:nvSpPr>
            <p:spPr bwMode="auto">
              <a:xfrm>
                <a:off x="740018" y="5945566"/>
                <a:ext cx="57891" cy="111921"/>
              </a:xfrm>
              <a:custGeom>
                <a:avLst/>
                <a:gdLst>
                  <a:gd name="T0" fmla="*/ 45 w 45"/>
                  <a:gd name="T1" fmla="*/ 14 h 87"/>
                  <a:gd name="T2" fmla="*/ 17 w 45"/>
                  <a:gd name="T3" fmla="*/ 14 h 87"/>
                  <a:gd name="T4" fmla="*/ 17 w 45"/>
                  <a:gd name="T5" fmla="*/ 34 h 87"/>
                  <a:gd name="T6" fmla="*/ 43 w 45"/>
                  <a:gd name="T7" fmla="*/ 34 h 87"/>
                  <a:gd name="T8" fmla="*/ 43 w 45"/>
                  <a:gd name="T9" fmla="*/ 48 h 87"/>
                  <a:gd name="T10" fmla="*/ 17 w 45"/>
                  <a:gd name="T11" fmla="*/ 48 h 87"/>
                  <a:gd name="T12" fmla="*/ 17 w 45"/>
                  <a:gd name="T13" fmla="*/ 87 h 87"/>
                  <a:gd name="T14" fmla="*/ 0 w 45"/>
                  <a:gd name="T15" fmla="*/ 87 h 87"/>
                  <a:gd name="T16" fmla="*/ 0 w 45"/>
                  <a:gd name="T17" fmla="*/ 0 h 87"/>
                  <a:gd name="T18" fmla="*/ 45 w 45"/>
                  <a:gd name="T19" fmla="*/ 0 h 87"/>
                  <a:gd name="T20" fmla="*/ 45 w 45"/>
                  <a:gd name="T21" fmla="*/ 1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87">
                    <a:moveTo>
                      <a:pt x="45" y="14"/>
                    </a:moveTo>
                    <a:lnTo>
                      <a:pt x="17" y="14"/>
                    </a:lnTo>
                    <a:lnTo>
                      <a:pt x="17" y="34"/>
                    </a:lnTo>
                    <a:lnTo>
                      <a:pt x="43" y="34"/>
                    </a:lnTo>
                    <a:lnTo>
                      <a:pt x="43" y="48"/>
                    </a:lnTo>
                    <a:lnTo>
                      <a:pt x="17" y="48"/>
                    </a:lnTo>
                    <a:lnTo>
                      <a:pt x="17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45" y="0"/>
                    </a:lnTo>
                    <a:lnTo>
                      <a:pt x="45" y="14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3" name="Rectangle 289"/>
              <p:cNvSpPr>
                <a:spLocks noChangeArrowheads="1"/>
              </p:cNvSpPr>
              <p:nvPr userDrawn="1"/>
            </p:nvSpPr>
            <p:spPr bwMode="auto">
              <a:xfrm>
                <a:off x="810774" y="5945566"/>
                <a:ext cx="20583" cy="111921"/>
              </a:xfrm>
              <a:prstGeom prst="rect">
                <a:avLst/>
              </a:pr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4" name="Freeform 290"/>
              <p:cNvSpPr>
                <a:spLocks noEditPoints="1"/>
              </p:cNvSpPr>
              <p:nvPr userDrawn="1"/>
            </p:nvSpPr>
            <p:spPr bwMode="auto">
              <a:xfrm>
                <a:off x="849367" y="5945566"/>
                <a:ext cx="78474" cy="111921"/>
              </a:xfrm>
              <a:custGeom>
                <a:avLst/>
                <a:gdLst>
                  <a:gd name="T0" fmla="*/ 0 w 26"/>
                  <a:gd name="T1" fmla="*/ 0 h 36"/>
                  <a:gd name="T2" fmla="*/ 10 w 26"/>
                  <a:gd name="T3" fmla="*/ 0 h 36"/>
                  <a:gd name="T4" fmla="*/ 26 w 26"/>
                  <a:gd name="T5" fmla="*/ 17 h 36"/>
                  <a:gd name="T6" fmla="*/ 10 w 26"/>
                  <a:gd name="T7" fmla="*/ 36 h 36"/>
                  <a:gd name="T8" fmla="*/ 0 w 26"/>
                  <a:gd name="T9" fmla="*/ 36 h 36"/>
                  <a:gd name="T10" fmla="*/ 0 w 26"/>
                  <a:gd name="T11" fmla="*/ 0 h 36"/>
                  <a:gd name="T12" fmla="*/ 7 w 26"/>
                  <a:gd name="T13" fmla="*/ 30 h 36"/>
                  <a:gd name="T14" fmla="*/ 8 w 26"/>
                  <a:gd name="T15" fmla="*/ 30 h 36"/>
                  <a:gd name="T16" fmla="*/ 19 w 26"/>
                  <a:gd name="T17" fmla="*/ 17 h 36"/>
                  <a:gd name="T18" fmla="*/ 8 w 26"/>
                  <a:gd name="T19" fmla="*/ 6 h 36"/>
                  <a:gd name="T20" fmla="*/ 7 w 26"/>
                  <a:gd name="T21" fmla="*/ 6 h 36"/>
                  <a:gd name="T22" fmla="*/ 7 w 26"/>
                  <a:gd name="T23" fmla="*/ 3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" h="36">
                    <a:moveTo>
                      <a:pt x="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8" y="0"/>
                      <a:pt x="26" y="6"/>
                      <a:pt x="26" y="17"/>
                    </a:cubicBezTo>
                    <a:cubicBezTo>
                      <a:pt x="26" y="29"/>
                      <a:pt x="18" y="36"/>
                      <a:pt x="10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7" y="30"/>
                    </a:moveTo>
                    <a:cubicBezTo>
                      <a:pt x="8" y="30"/>
                      <a:pt x="8" y="30"/>
                      <a:pt x="8" y="30"/>
                    </a:cubicBezTo>
                    <a:cubicBezTo>
                      <a:pt x="15" y="30"/>
                      <a:pt x="19" y="25"/>
                      <a:pt x="19" y="17"/>
                    </a:cubicBezTo>
                    <a:cubicBezTo>
                      <a:pt x="19" y="10"/>
                      <a:pt x="15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7" y="30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5" name="Freeform 291"/>
              <p:cNvSpPr>
                <a:spLocks/>
              </p:cNvSpPr>
              <p:nvPr userDrawn="1"/>
            </p:nvSpPr>
            <p:spPr bwMode="auto">
              <a:xfrm>
                <a:off x="940705" y="5945566"/>
                <a:ext cx="57891" cy="111921"/>
              </a:xfrm>
              <a:custGeom>
                <a:avLst/>
                <a:gdLst>
                  <a:gd name="T0" fmla="*/ 45 w 45"/>
                  <a:gd name="T1" fmla="*/ 87 h 87"/>
                  <a:gd name="T2" fmla="*/ 0 w 45"/>
                  <a:gd name="T3" fmla="*/ 87 h 87"/>
                  <a:gd name="T4" fmla="*/ 0 w 45"/>
                  <a:gd name="T5" fmla="*/ 0 h 87"/>
                  <a:gd name="T6" fmla="*/ 45 w 45"/>
                  <a:gd name="T7" fmla="*/ 0 h 87"/>
                  <a:gd name="T8" fmla="*/ 45 w 45"/>
                  <a:gd name="T9" fmla="*/ 14 h 87"/>
                  <a:gd name="T10" fmla="*/ 16 w 45"/>
                  <a:gd name="T11" fmla="*/ 14 h 87"/>
                  <a:gd name="T12" fmla="*/ 16 w 45"/>
                  <a:gd name="T13" fmla="*/ 34 h 87"/>
                  <a:gd name="T14" fmla="*/ 42 w 45"/>
                  <a:gd name="T15" fmla="*/ 34 h 87"/>
                  <a:gd name="T16" fmla="*/ 42 w 45"/>
                  <a:gd name="T17" fmla="*/ 48 h 87"/>
                  <a:gd name="T18" fmla="*/ 16 w 45"/>
                  <a:gd name="T19" fmla="*/ 48 h 87"/>
                  <a:gd name="T20" fmla="*/ 16 w 45"/>
                  <a:gd name="T21" fmla="*/ 72 h 87"/>
                  <a:gd name="T22" fmla="*/ 45 w 45"/>
                  <a:gd name="T23" fmla="*/ 72 h 87"/>
                  <a:gd name="T24" fmla="*/ 45 w 45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87">
                    <a:moveTo>
                      <a:pt x="45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5" y="0"/>
                    </a:lnTo>
                    <a:lnTo>
                      <a:pt x="45" y="14"/>
                    </a:lnTo>
                    <a:lnTo>
                      <a:pt x="16" y="14"/>
                    </a:lnTo>
                    <a:lnTo>
                      <a:pt x="16" y="34"/>
                    </a:lnTo>
                    <a:lnTo>
                      <a:pt x="42" y="34"/>
                    </a:lnTo>
                    <a:lnTo>
                      <a:pt x="42" y="48"/>
                    </a:lnTo>
                    <a:lnTo>
                      <a:pt x="16" y="48"/>
                    </a:lnTo>
                    <a:lnTo>
                      <a:pt x="16" y="72"/>
                    </a:lnTo>
                    <a:lnTo>
                      <a:pt x="45" y="72"/>
                    </a:lnTo>
                    <a:lnTo>
                      <a:pt x="45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6" name="Freeform 292"/>
              <p:cNvSpPr>
                <a:spLocks/>
              </p:cNvSpPr>
              <p:nvPr userDrawn="1"/>
            </p:nvSpPr>
            <p:spPr bwMode="auto">
              <a:xfrm>
                <a:off x="1012746" y="5945566"/>
                <a:ext cx="79760" cy="111921"/>
              </a:xfrm>
              <a:custGeom>
                <a:avLst/>
                <a:gdLst>
                  <a:gd name="T0" fmla="*/ 62 w 62"/>
                  <a:gd name="T1" fmla="*/ 87 h 87"/>
                  <a:gd name="T2" fmla="*/ 45 w 62"/>
                  <a:gd name="T3" fmla="*/ 87 h 87"/>
                  <a:gd name="T4" fmla="*/ 15 w 62"/>
                  <a:gd name="T5" fmla="*/ 27 h 87"/>
                  <a:gd name="T6" fmla="*/ 15 w 62"/>
                  <a:gd name="T7" fmla="*/ 87 h 87"/>
                  <a:gd name="T8" fmla="*/ 0 w 62"/>
                  <a:gd name="T9" fmla="*/ 87 h 87"/>
                  <a:gd name="T10" fmla="*/ 0 w 62"/>
                  <a:gd name="T11" fmla="*/ 0 h 87"/>
                  <a:gd name="T12" fmla="*/ 15 w 62"/>
                  <a:gd name="T13" fmla="*/ 0 h 87"/>
                  <a:gd name="T14" fmla="*/ 48 w 62"/>
                  <a:gd name="T15" fmla="*/ 60 h 87"/>
                  <a:gd name="T16" fmla="*/ 48 w 62"/>
                  <a:gd name="T17" fmla="*/ 0 h 87"/>
                  <a:gd name="T18" fmla="*/ 62 w 62"/>
                  <a:gd name="T19" fmla="*/ 0 h 87"/>
                  <a:gd name="T20" fmla="*/ 62 w 62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2" h="87">
                    <a:moveTo>
                      <a:pt x="62" y="87"/>
                    </a:moveTo>
                    <a:lnTo>
                      <a:pt x="45" y="87"/>
                    </a:lnTo>
                    <a:lnTo>
                      <a:pt x="15" y="27"/>
                    </a:lnTo>
                    <a:lnTo>
                      <a:pt x="15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48" y="60"/>
                    </a:lnTo>
                    <a:lnTo>
                      <a:pt x="48" y="0"/>
                    </a:lnTo>
                    <a:lnTo>
                      <a:pt x="62" y="0"/>
                    </a:lnTo>
                    <a:lnTo>
                      <a:pt x="62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7" name="Freeform 293"/>
              <p:cNvSpPr>
                <a:spLocks/>
              </p:cNvSpPr>
              <p:nvPr userDrawn="1"/>
            </p:nvSpPr>
            <p:spPr bwMode="auto">
              <a:xfrm>
                <a:off x="1106657" y="5945566"/>
                <a:ext cx="70755" cy="111921"/>
              </a:xfrm>
              <a:custGeom>
                <a:avLst/>
                <a:gdLst>
                  <a:gd name="T0" fmla="*/ 55 w 55"/>
                  <a:gd name="T1" fmla="*/ 14 h 87"/>
                  <a:gd name="T2" fmla="*/ 36 w 55"/>
                  <a:gd name="T3" fmla="*/ 14 h 87"/>
                  <a:gd name="T4" fmla="*/ 36 w 55"/>
                  <a:gd name="T5" fmla="*/ 87 h 87"/>
                  <a:gd name="T6" fmla="*/ 22 w 55"/>
                  <a:gd name="T7" fmla="*/ 87 h 87"/>
                  <a:gd name="T8" fmla="*/ 22 w 55"/>
                  <a:gd name="T9" fmla="*/ 14 h 87"/>
                  <a:gd name="T10" fmla="*/ 0 w 55"/>
                  <a:gd name="T11" fmla="*/ 14 h 87"/>
                  <a:gd name="T12" fmla="*/ 0 w 55"/>
                  <a:gd name="T13" fmla="*/ 0 h 87"/>
                  <a:gd name="T14" fmla="*/ 55 w 55"/>
                  <a:gd name="T15" fmla="*/ 0 h 87"/>
                  <a:gd name="T16" fmla="*/ 55 w 55"/>
                  <a:gd name="T17" fmla="*/ 1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87">
                    <a:moveTo>
                      <a:pt x="55" y="14"/>
                    </a:moveTo>
                    <a:lnTo>
                      <a:pt x="36" y="14"/>
                    </a:lnTo>
                    <a:lnTo>
                      <a:pt x="36" y="87"/>
                    </a:lnTo>
                    <a:lnTo>
                      <a:pt x="22" y="87"/>
                    </a:lnTo>
                    <a:lnTo>
                      <a:pt x="22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55" y="0"/>
                    </a:lnTo>
                    <a:lnTo>
                      <a:pt x="55" y="14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8" name="Rectangle 294"/>
              <p:cNvSpPr>
                <a:spLocks noChangeArrowheads="1"/>
              </p:cNvSpPr>
              <p:nvPr userDrawn="1"/>
            </p:nvSpPr>
            <p:spPr bwMode="auto">
              <a:xfrm>
                <a:off x="1191563" y="5945566"/>
                <a:ext cx="19297" cy="111921"/>
              </a:xfrm>
              <a:prstGeom prst="rect">
                <a:avLst/>
              </a:pr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9" name="Freeform 295"/>
              <p:cNvSpPr>
                <a:spLocks noEditPoints="1"/>
              </p:cNvSpPr>
              <p:nvPr userDrawn="1"/>
            </p:nvSpPr>
            <p:spPr bwMode="auto">
              <a:xfrm>
                <a:off x="1219864" y="5945566"/>
                <a:ext cx="99057" cy="111921"/>
              </a:xfrm>
              <a:custGeom>
                <a:avLst/>
                <a:gdLst>
                  <a:gd name="T0" fmla="*/ 0 w 77"/>
                  <a:gd name="T1" fmla="*/ 87 h 87"/>
                  <a:gd name="T2" fmla="*/ 33 w 77"/>
                  <a:gd name="T3" fmla="*/ 0 h 87"/>
                  <a:gd name="T4" fmla="*/ 44 w 77"/>
                  <a:gd name="T5" fmla="*/ 0 h 87"/>
                  <a:gd name="T6" fmla="*/ 77 w 77"/>
                  <a:gd name="T7" fmla="*/ 87 h 87"/>
                  <a:gd name="T8" fmla="*/ 61 w 77"/>
                  <a:gd name="T9" fmla="*/ 87 h 87"/>
                  <a:gd name="T10" fmla="*/ 54 w 77"/>
                  <a:gd name="T11" fmla="*/ 65 h 87"/>
                  <a:gd name="T12" fmla="*/ 23 w 77"/>
                  <a:gd name="T13" fmla="*/ 65 h 87"/>
                  <a:gd name="T14" fmla="*/ 16 w 77"/>
                  <a:gd name="T15" fmla="*/ 87 h 87"/>
                  <a:gd name="T16" fmla="*/ 0 w 77"/>
                  <a:gd name="T17" fmla="*/ 87 h 87"/>
                  <a:gd name="T18" fmla="*/ 40 w 77"/>
                  <a:gd name="T19" fmla="*/ 22 h 87"/>
                  <a:gd name="T20" fmla="*/ 28 w 77"/>
                  <a:gd name="T21" fmla="*/ 51 h 87"/>
                  <a:gd name="T22" fmla="*/ 49 w 77"/>
                  <a:gd name="T23" fmla="*/ 51 h 87"/>
                  <a:gd name="T24" fmla="*/ 40 w 77"/>
                  <a:gd name="T25" fmla="*/ 22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7" h="87">
                    <a:moveTo>
                      <a:pt x="0" y="87"/>
                    </a:moveTo>
                    <a:lnTo>
                      <a:pt x="33" y="0"/>
                    </a:lnTo>
                    <a:lnTo>
                      <a:pt x="44" y="0"/>
                    </a:lnTo>
                    <a:lnTo>
                      <a:pt x="77" y="87"/>
                    </a:lnTo>
                    <a:lnTo>
                      <a:pt x="61" y="87"/>
                    </a:lnTo>
                    <a:lnTo>
                      <a:pt x="54" y="65"/>
                    </a:lnTo>
                    <a:lnTo>
                      <a:pt x="23" y="65"/>
                    </a:lnTo>
                    <a:lnTo>
                      <a:pt x="16" y="87"/>
                    </a:lnTo>
                    <a:lnTo>
                      <a:pt x="0" y="87"/>
                    </a:lnTo>
                    <a:close/>
                    <a:moveTo>
                      <a:pt x="40" y="22"/>
                    </a:moveTo>
                    <a:lnTo>
                      <a:pt x="28" y="51"/>
                    </a:lnTo>
                    <a:lnTo>
                      <a:pt x="49" y="51"/>
                    </a:lnTo>
                    <a:lnTo>
                      <a:pt x="40" y="22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70" name="Freeform 296"/>
              <p:cNvSpPr>
                <a:spLocks/>
              </p:cNvSpPr>
              <p:nvPr userDrawn="1"/>
            </p:nvSpPr>
            <p:spPr bwMode="auto">
              <a:xfrm>
                <a:off x="1327926" y="5945566"/>
                <a:ext cx="57891" cy="111921"/>
              </a:xfrm>
              <a:custGeom>
                <a:avLst/>
                <a:gdLst>
                  <a:gd name="T0" fmla="*/ 45 w 45"/>
                  <a:gd name="T1" fmla="*/ 87 h 87"/>
                  <a:gd name="T2" fmla="*/ 0 w 45"/>
                  <a:gd name="T3" fmla="*/ 87 h 87"/>
                  <a:gd name="T4" fmla="*/ 0 w 45"/>
                  <a:gd name="T5" fmla="*/ 0 h 87"/>
                  <a:gd name="T6" fmla="*/ 15 w 45"/>
                  <a:gd name="T7" fmla="*/ 0 h 87"/>
                  <a:gd name="T8" fmla="*/ 15 w 45"/>
                  <a:gd name="T9" fmla="*/ 72 h 87"/>
                  <a:gd name="T10" fmla="*/ 45 w 45"/>
                  <a:gd name="T11" fmla="*/ 72 h 87"/>
                  <a:gd name="T12" fmla="*/ 45 w 45"/>
                  <a:gd name="T13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87">
                    <a:moveTo>
                      <a:pt x="45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72"/>
                    </a:lnTo>
                    <a:lnTo>
                      <a:pt x="45" y="72"/>
                    </a:lnTo>
                    <a:lnTo>
                      <a:pt x="45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98" name="그룹 297"/>
            <p:cNvGrpSpPr/>
            <p:nvPr userDrawn="1"/>
          </p:nvGrpSpPr>
          <p:grpSpPr>
            <a:xfrm>
              <a:off x="449281" y="5942993"/>
              <a:ext cx="11313036" cy="321612"/>
              <a:chOff x="449281" y="5942993"/>
              <a:chExt cx="11313036" cy="321612"/>
            </a:xfrm>
          </p:grpSpPr>
          <p:sp>
            <p:nvSpPr>
              <p:cNvPr id="299" name="Freeform 297"/>
              <p:cNvSpPr>
                <a:spLocks/>
              </p:cNvSpPr>
              <p:nvPr userDrawn="1"/>
            </p:nvSpPr>
            <p:spPr bwMode="auto">
              <a:xfrm>
                <a:off x="1428269" y="5945566"/>
                <a:ext cx="73328" cy="111921"/>
              </a:xfrm>
              <a:custGeom>
                <a:avLst/>
                <a:gdLst>
                  <a:gd name="T0" fmla="*/ 57 w 57"/>
                  <a:gd name="T1" fmla="*/ 10 h 87"/>
                  <a:gd name="T2" fmla="*/ 33 w 57"/>
                  <a:gd name="T3" fmla="*/ 10 h 87"/>
                  <a:gd name="T4" fmla="*/ 33 w 57"/>
                  <a:gd name="T5" fmla="*/ 87 h 87"/>
                  <a:gd name="T6" fmla="*/ 24 w 57"/>
                  <a:gd name="T7" fmla="*/ 87 h 87"/>
                  <a:gd name="T8" fmla="*/ 24 w 57"/>
                  <a:gd name="T9" fmla="*/ 10 h 87"/>
                  <a:gd name="T10" fmla="*/ 0 w 57"/>
                  <a:gd name="T11" fmla="*/ 10 h 87"/>
                  <a:gd name="T12" fmla="*/ 0 w 57"/>
                  <a:gd name="T13" fmla="*/ 0 h 87"/>
                  <a:gd name="T14" fmla="*/ 57 w 57"/>
                  <a:gd name="T15" fmla="*/ 0 h 87"/>
                  <a:gd name="T16" fmla="*/ 57 w 57"/>
                  <a:gd name="T17" fmla="*/ 1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87">
                    <a:moveTo>
                      <a:pt x="57" y="10"/>
                    </a:moveTo>
                    <a:lnTo>
                      <a:pt x="33" y="10"/>
                    </a:lnTo>
                    <a:lnTo>
                      <a:pt x="33" y="87"/>
                    </a:lnTo>
                    <a:lnTo>
                      <a:pt x="24" y="87"/>
                    </a:lnTo>
                    <a:lnTo>
                      <a:pt x="24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57" y="0"/>
                    </a:lnTo>
                    <a:lnTo>
                      <a:pt x="57" y="1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0" name="Freeform 298"/>
              <p:cNvSpPr>
                <a:spLocks/>
              </p:cNvSpPr>
              <p:nvPr userDrawn="1"/>
            </p:nvSpPr>
            <p:spPr bwMode="auto">
              <a:xfrm>
                <a:off x="1517034" y="5945566"/>
                <a:ext cx="60464" cy="111921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0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4 h 36"/>
                  <a:gd name="T20" fmla="*/ 11 w 20"/>
                  <a:gd name="T21" fmla="*/ 9 h 36"/>
                  <a:gd name="T22" fmla="*/ 20 w 20"/>
                  <a:gd name="T23" fmla="*/ 20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6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8" y="9"/>
                      <a:pt x="11" y="9"/>
                    </a:cubicBezTo>
                    <a:cubicBezTo>
                      <a:pt x="17" y="9"/>
                      <a:pt x="20" y="13"/>
                      <a:pt x="20" y="20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1" name="Freeform 299"/>
              <p:cNvSpPr>
                <a:spLocks noEditPoints="1"/>
              </p:cNvSpPr>
              <p:nvPr userDrawn="1"/>
            </p:nvSpPr>
            <p:spPr bwMode="auto">
              <a:xfrm>
                <a:off x="1601939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2" name="Freeform 300"/>
              <p:cNvSpPr>
                <a:spLocks/>
              </p:cNvSpPr>
              <p:nvPr userDrawn="1"/>
            </p:nvSpPr>
            <p:spPr bwMode="auto">
              <a:xfrm>
                <a:off x="1631528" y="5973868"/>
                <a:ext cx="48885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1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8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3" name="Freeform 301"/>
              <p:cNvSpPr>
                <a:spLocks/>
              </p:cNvSpPr>
              <p:nvPr userDrawn="1"/>
            </p:nvSpPr>
            <p:spPr bwMode="auto">
              <a:xfrm>
                <a:off x="1734444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10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20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10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4" name="Freeform 302"/>
              <p:cNvSpPr>
                <a:spLocks noEditPoints="1"/>
              </p:cNvSpPr>
              <p:nvPr userDrawn="1"/>
            </p:nvSpPr>
            <p:spPr bwMode="auto">
              <a:xfrm>
                <a:off x="1846365" y="5973868"/>
                <a:ext cx="61750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5" name="Freeform 303"/>
              <p:cNvSpPr>
                <a:spLocks/>
              </p:cNvSpPr>
              <p:nvPr userDrawn="1"/>
            </p:nvSpPr>
            <p:spPr bwMode="auto">
              <a:xfrm>
                <a:off x="1919693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2" y="32"/>
                    </a:cubicBezTo>
                    <a:cubicBezTo>
                      <a:pt x="13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6" name="Freeform 304"/>
              <p:cNvSpPr>
                <a:spLocks noEditPoints="1"/>
              </p:cNvSpPr>
              <p:nvPr userDrawn="1"/>
            </p:nvSpPr>
            <p:spPr bwMode="auto">
              <a:xfrm>
                <a:off x="1971151" y="5973868"/>
                <a:ext cx="63036" cy="83620"/>
              </a:xfrm>
              <a:custGeom>
                <a:avLst/>
                <a:gdLst>
                  <a:gd name="T0" fmla="*/ 12 w 21"/>
                  <a:gd name="T1" fmla="*/ 24 h 27"/>
                  <a:gd name="T2" fmla="*/ 20 w 21"/>
                  <a:gd name="T3" fmla="*/ 22 h 27"/>
                  <a:gd name="T4" fmla="*/ 20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7" name="Freeform 305"/>
              <p:cNvSpPr>
                <a:spLocks/>
              </p:cNvSpPr>
              <p:nvPr userDrawn="1"/>
            </p:nvSpPr>
            <p:spPr bwMode="auto">
              <a:xfrm>
                <a:off x="2049624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0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8" name="Freeform 306"/>
              <p:cNvSpPr>
                <a:spLocks noEditPoints="1"/>
              </p:cNvSpPr>
              <p:nvPr userDrawn="1"/>
            </p:nvSpPr>
            <p:spPr bwMode="auto">
              <a:xfrm>
                <a:off x="2104942" y="5945566"/>
                <a:ext cx="14151" cy="111921"/>
              </a:xfrm>
              <a:custGeom>
                <a:avLst/>
                <a:gdLst>
                  <a:gd name="T0" fmla="*/ 11 w 11"/>
                  <a:gd name="T1" fmla="*/ 12 h 87"/>
                  <a:gd name="T2" fmla="*/ 0 w 11"/>
                  <a:gd name="T3" fmla="*/ 12 h 87"/>
                  <a:gd name="T4" fmla="*/ 0 w 11"/>
                  <a:gd name="T5" fmla="*/ 0 h 87"/>
                  <a:gd name="T6" fmla="*/ 11 w 11"/>
                  <a:gd name="T7" fmla="*/ 0 h 87"/>
                  <a:gd name="T8" fmla="*/ 11 w 11"/>
                  <a:gd name="T9" fmla="*/ 12 h 87"/>
                  <a:gd name="T10" fmla="*/ 11 w 11"/>
                  <a:gd name="T11" fmla="*/ 87 h 87"/>
                  <a:gd name="T12" fmla="*/ 0 w 11"/>
                  <a:gd name="T13" fmla="*/ 87 h 87"/>
                  <a:gd name="T14" fmla="*/ 0 w 11"/>
                  <a:gd name="T15" fmla="*/ 24 h 87"/>
                  <a:gd name="T16" fmla="*/ 11 w 11"/>
                  <a:gd name="T17" fmla="*/ 24 h 87"/>
                  <a:gd name="T18" fmla="*/ 11 w 11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87">
                    <a:moveTo>
                      <a:pt x="11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1" y="0"/>
                    </a:lnTo>
                    <a:lnTo>
                      <a:pt x="11" y="12"/>
                    </a:lnTo>
                    <a:close/>
                    <a:moveTo>
                      <a:pt x="11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1" y="24"/>
                    </a:lnTo>
                    <a:lnTo>
                      <a:pt x="11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9" name="Freeform 307"/>
              <p:cNvSpPr>
                <a:spLocks noEditPoints="1"/>
              </p:cNvSpPr>
              <p:nvPr userDrawn="1"/>
            </p:nvSpPr>
            <p:spPr bwMode="auto">
              <a:xfrm>
                <a:off x="2134530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0" name="Rectangle 308"/>
              <p:cNvSpPr>
                <a:spLocks noChangeArrowheads="1"/>
              </p:cNvSpPr>
              <p:nvPr userDrawn="1"/>
            </p:nvSpPr>
            <p:spPr bwMode="auto">
              <a:xfrm>
                <a:off x="2216862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1" name="Freeform 309"/>
              <p:cNvSpPr>
                <a:spLocks noEditPoints="1"/>
              </p:cNvSpPr>
              <p:nvPr userDrawn="1"/>
            </p:nvSpPr>
            <p:spPr bwMode="auto">
              <a:xfrm>
                <a:off x="2292763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2" name="Freeform 310"/>
              <p:cNvSpPr>
                <a:spLocks/>
              </p:cNvSpPr>
              <p:nvPr userDrawn="1"/>
            </p:nvSpPr>
            <p:spPr bwMode="auto">
              <a:xfrm>
                <a:off x="2322351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0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3" name="Freeform 311"/>
              <p:cNvSpPr>
                <a:spLocks noEditPoints="1"/>
              </p:cNvSpPr>
              <p:nvPr userDrawn="1"/>
            </p:nvSpPr>
            <p:spPr bwMode="auto">
              <a:xfrm>
                <a:off x="2425267" y="5973868"/>
                <a:ext cx="66895" cy="111921"/>
              </a:xfrm>
              <a:custGeom>
                <a:avLst/>
                <a:gdLst>
                  <a:gd name="T0" fmla="*/ 0 w 22"/>
                  <a:gd name="T1" fmla="*/ 1 h 36"/>
                  <a:gd name="T2" fmla="*/ 4 w 22"/>
                  <a:gd name="T3" fmla="*/ 1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4 h 36"/>
                  <a:gd name="T10" fmla="*/ 11 w 22"/>
                  <a:gd name="T11" fmla="*/ 27 h 36"/>
                  <a:gd name="T12" fmla="*/ 4 w 22"/>
                  <a:gd name="T13" fmla="*/ 23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1 h 36"/>
                  <a:gd name="T20" fmla="*/ 11 w 22"/>
                  <a:gd name="T21" fmla="*/ 24 h 36"/>
                  <a:gd name="T22" fmla="*/ 18 w 22"/>
                  <a:gd name="T23" fmla="*/ 14 h 36"/>
                  <a:gd name="T24" fmla="*/ 11 w 22"/>
                  <a:gd name="T25" fmla="*/ 4 h 36"/>
                  <a:gd name="T26" fmla="*/ 4 w 22"/>
                  <a:gd name="T27" fmla="*/ 14 h 36"/>
                  <a:gd name="T28" fmla="*/ 11 w 22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4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6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4" name="Freeform 312"/>
              <p:cNvSpPr>
                <a:spLocks/>
              </p:cNvSpPr>
              <p:nvPr userDrawn="1"/>
            </p:nvSpPr>
            <p:spPr bwMode="auto">
              <a:xfrm>
                <a:off x="2507600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5" name="Freeform 313"/>
              <p:cNvSpPr>
                <a:spLocks noEditPoints="1"/>
              </p:cNvSpPr>
              <p:nvPr userDrawn="1"/>
            </p:nvSpPr>
            <p:spPr bwMode="auto">
              <a:xfrm>
                <a:off x="2552626" y="5973868"/>
                <a:ext cx="70755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6" name="Freeform 314"/>
              <p:cNvSpPr>
                <a:spLocks noEditPoints="1"/>
              </p:cNvSpPr>
              <p:nvPr userDrawn="1"/>
            </p:nvSpPr>
            <p:spPr bwMode="auto">
              <a:xfrm>
                <a:off x="2634959" y="5973868"/>
                <a:ext cx="69468" cy="111921"/>
              </a:xfrm>
              <a:custGeom>
                <a:avLst/>
                <a:gdLst>
                  <a:gd name="T0" fmla="*/ 0 w 23"/>
                  <a:gd name="T1" fmla="*/ 1 h 36"/>
                  <a:gd name="T2" fmla="*/ 4 w 23"/>
                  <a:gd name="T3" fmla="*/ 1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4 h 36"/>
                  <a:gd name="T10" fmla="*/ 12 w 23"/>
                  <a:gd name="T11" fmla="*/ 27 h 36"/>
                  <a:gd name="T12" fmla="*/ 4 w 23"/>
                  <a:gd name="T13" fmla="*/ 23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1 h 36"/>
                  <a:gd name="T20" fmla="*/ 11 w 23"/>
                  <a:gd name="T21" fmla="*/ 24 h 36"/>
                  <a:gd name="T22" fmla="*/ 18 w 23"/>
                  <a:gd name="T23" fmla="*/ 14 h 36"/>
                  <a:gd name="T24" fmla="*/ 11 w 23"/>
                  <a:gd name="T25" fmla="*/ 4 h 36"/>
                  <a:gd name="T26" fmla="*/ 4 w 23"/>
                  <a:gd name="T27" fmla="*/ 14 h 36"/>
                  <a:gd name="T28" fmla="*/ 11 w 23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7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7" name="Freeform 315"/>
              <p:cNvSpPr>
                <a:spLocks/>
              </p:cNvSpPr>
              <p:nvPr userDrawn="1"/>
            </p:nvSpPr>
            <p:spPr bwMode="auto">
              <a:xfrm>
                <a:off x="2719864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8" name="Freeform 316"/>
              <p:cNvSpPr>
                <a:spLocks noEditPoints="1"/>
              </p:cNvSpPr>
              <p:nvPr userDrawn="1"/>
            </p:nvSpPr>
            <p:spPr bwMode="auto">
              <a:xfrm>
                <a:off x="2773895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9" name="Freeform 317"/>
              <p:cNvSpPr>
                <a:spLocks noEditPoints="1"/>
              </p:cNvSpPr>
              <p:nvPr userDrawn="1"/>
            </p:nvSpPr>
            <p:spPr bwMode="auto">
              <a:xfrm>
                <a:off x="2802197" y="5973868"/>
                <a:ext cx="65609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1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0" name="Freeform 318"/>
              <p:cNvSpPr>
                <a:spLocks/>
              </p:cNvSpPr>
              <p:nvPr userDrawn="1"/>
            </p:nvSpPr>
            <p:spPr bwMode="auto">
              <a:xfrm>
                <a:off x="2874238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1" name="Freeform 319"/>
              <p:cNvSpPr>
                <a:spLocks noEditPoints="1"/>
              </p:cNvSpPr>
              <p:nvPr userDrawn="1"/>
            </p:nvSpPr>
            <p:spPr bwMode="auto">
              <a:xfrm>
                <a:off x="2925696" y="5973868"/>
                <a:ext cx="60464" cy="83620"/>
              </a:xfrm>
              <a:custGeom>
                <a:avLst/>
                <a:gdLst>
                  <a:gd name="T0" fmla="*/ 17 w 20"/>
                  <a:gd name="T1" fmla="*/ 27 h 27"/>
                  <a:gd name="T2" fmla="*/ 17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7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Freeform 320"/>
              <p:cNvSpPr>
                <a:spLocks/>
              </p:cNvSpPr>
              <p:nvPr userDrawn="1"/>
            </p:nvSpPr>
            <p:spPr bwMode="auto">
              <a:xfrm>
                <a:off x="3004169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0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Freeform 321"/>
              <p:cNvSpPr>
                <a:spLocks/>
              </p:cNvSpPr>
              <p:nvPr userDrawn="1"/>
            </p:nvSpPr>
            <p:spPr bwMode="auto">
              <a:xfrm>
                <a:off x="3046622" y="5976441"/>
                <a:ext cx="70755" cy="111921"/>
              </a:xfrm>
              <a:custGeom>
                <a:avLst/>
                <a:gdLst>
                  <a:gd name="T0" fmla="*/ 18 w 23"/>
                  <a:gd name="T1" fmla="*/ 0 h 36"/>
                  <a:gd name="T2" fmla="*/ 23 w 23"/>
                  <a:gd name="T3" fmla="*/ 0 h 36"/>
                  <a:gd name="T4" fmla="*/ 12 w 23"/>
                  <a:gd name="T5" fmla="*/ 29 h 36"/>
                  <a:gd name="T6" fmla="*/ 5 w 23"/>
                  <a:gd name="T7" fmla="*/ 36 h 36"/>
                  <a:gd name="T8" fmla="*/ 1 w 23"/>
                  <a:gd name="T9" fmla="*/ 35 h 36"/>
                  <a:gd name="T10" fmla="*/ 2 w 23"/>
                  <a:gd name="T11" fmla="*/ 32 h 36"/>
                  <a:gd name="T12" fmla="*/ 5 w 23"/>
                  <a:gd name="T13" fmla="*/ 32 h 36"/>
                  <a:gd name="T14" fmla="*/ 8 w 23"/>
                  <a:gd name="T15" fmla="*/ 28 h 36"/>
                  <a:gd name="T16" fmla="*/ 10 w 23"/>
                  <a:gd name="T17" fmla="*/ 24 h 36"/>
                  <a:gd name="T18" fmla="*/ 0 w 23"/>
                  <a:gd name="T19" fmla="*/ 0 h 36"/>
                  <a:gd name="T20" fmla="*/ 5 w 23"/>
                  <a:gd name="T21" fmla="*/ 0 h 36"/>
                  <a:gd name="T22" fmla="*/ 12 w 23"/>
                  <a:gd name="T23" fmla="*/ 19 h 36"/>
                  <a:gd name="T24" fmla="*/ 18 w 2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33"/>
                      <a:pt x="9" y="36"/>
                      <a:pt x="5" y="36"/>
                    </a:cubicBezTo>
                    <a:cubicBezTo>
                      <a:pt x="4" y="36"/>
                      <a:pt x="2" y="36"/>
                      <a:pt x="1" y="35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2"/>
                      <a:pt x="4" y="32"/>
                      <a:pt x="5" y="32"/>
                    </a:cubicBezTo>
                    <a:cubicBezTo>
                      <a:pt x="7" y="32"/>
                      <a:pt x="8" y="31"/>
                      <a:pt x="8" y="28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19"/>
                      <a:pt x="12" y="19"/>
                      <a:pt x="12" y="19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Freeform 322"/>
              <p:cNvSpPr>
                <a:spLocks/>
              </p:cNvSpPr>
              <p:nvPr userDrawn="1"/>
            </p:nvSpPr>
            <p:spPr bwMode="auto">
              <a:xfrm>
                <a:off x="3155970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Freeform 323"/>
              <p:cNvSpPr>
                <a:spLocks noEditPoints="1"/>
              </p:cNvSpPr>
              <p:nvPr userDrawn="1"/>
            </p:nvSpPr>
            <p:spPr bwMode="auto">
              <a:xfrm>
                <a:off x="3207428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Freeform 324"/>
              <p:cNvSpPr>
                <a:spLocks/>
              </p:cNvSpPr>
              <p:nvPr userDrawn="1"/>
            </p:nvSpPr>
            <p:spPr bwMode="auto">
              <a:xfrm>
                <a:off x="3325782" y="5942993"/>
                <a:ext cx="60464" cy="114494"/>
              </a:xfrm>
              <a:custGeom>
                <a:avLst/>
                <a:gdLst>
                  <a:gd name="T0" fmla="*/ 18 w 20"/>
                  <a:gd name="T1" fmla="*/ 5 h 37"/>
                  <a:gd name="T2" fmla="*/ 12 w 20"/>
                  <a:gd name="T3" fmla="*/ 4 h 37"/>
                  <a:gd name="T4" fmla="*/ 5 w 20"/>
                  <a:gd name="T5" fmla="*/ 10 h 37"/>
                  <a:gd name="T6" fmla="*/ 11 w 20"/>
                  <a:gd name="T7" fmla="*/ 16 h 37"/>
                  <a:gd name="T8" fmla="*/ 20 w 20"/>
                  <a:gd name="T9" fmla="*/ 27 h 37"/>
                  <a:gd name="T10" fmla="*/ 9 w 20"/>
                  <a:gd name="T11" fmla="*/ 37 h 37"/>
                  <a:gd name="T12" fmla="*/ 0 w 20"/>
                  <a:gd name="T13" fmla="*/ 35 h 37"/>
                  <a:gd name="T14" fmla="*/ 1 w 20"/>
                  <a:gd name="T15" fmla="*/ 31 h 37"/>
                  <a:gd name="T16" fmla="*/ 9 w 20"/>
                  <a:gd name="T17" fmla="*/ 33 h 37"/>
                  <a:gd name="T18" fmla="*/ 16 w 20"/>
                  <a:gd name="T19" fmla="*/ 27 h 37"/>
                  <a:gd name="T20" fmla="*/ 9 w 20"/>
                  <a:gd name="T21" fmla="*/ 19 h 37"/>
                  <a:gd name="T22" fmla="*/ 1 w 20"/>
                  <a:gd name="T23" fmla="*/ 10 h 37"/>
                  <a:gd name="T24" fmla="*/ 12 w 20"/>
                  <a:gd name="T25" fmla="*/ 0 h 37"/>
                  <a:gd name="T26" fmla="*/ 19 w 20"/>
                  <a:gd name="T27" fmla="*/ 2 h 37"/>
                  <a:gd name="T28" fmla="*/ 18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8" y="5"/>
                    </a:move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5" y="6"/>
                      <a:pt x="5" y="10"/>
                    </a:cubicBezTo>
                    <a:cubicBezTo>
                      <a:pt x="5" y="12"/>
                      <a:pt x="7" y="14"/>
                      <a:pt x="11" y="16"/>
                    </a:cubicBezTo>
                    <a:cubicBezTo>
                      <a:pt x="17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9" y="37"/>
                    </a:cubicBezTo>
                    <a:cubicBezTo>
                      <a:pt x="6" y="37"/>
                      <a:pt x="3" y="36"/>
                      <a:pt x="0" y="35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4" y="32"/>
                      <a:pt x="6" y="33"/>
                      <a:pt x="9" y="33"/>
                    </a:cubicBezTo>
                    <a:cubicBezTo>
                      <a:pt x="14" y="33"/>
                      <a:pt x="16" y="31"/>
                      <a:pt x="16" y="27"/>
                    </a:cubicBezTo>
                    <a:cubicBezTo>
                      <a:pt x="16" y="24"/>
                      <a:pt x="14" y="21"/>
                      <a:pt x="9" y="19"/>
                    </a:cubicBezTo>
                    <a:cubicBezTo>
                      <a:pt x="4" y="17"/>
                      <a:pt x="1" y="14"/>
                      <a:pt x="1" y="10"/>
                    </a:cubicBezTo>
                    <a:cubicBezTo>
                      <a:pt x="1" y="3"/>
                      <a:pt x="6" y="0"/>
                      <a:pt x="12" y="0"/>
                    </a:cubicBezTo>
                    <a:cubicBezTo>
                      <a:pt x="14" y="0"/>
                      <a:pt x="17" y="1"/>
                      <a:pt x="19" y="2"/>
                    </a:cubicBezTo>
                    <a:lnTo>
                      <a:pt x="18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Freeform 325"/>
              <p:cNvSpPr>
                <a:spLocks noEditPoints="1"/>
              </p:cNvSpPr>
              <p:nvPr userDrawn="1"/>
            </p:nvSpPr>
            <p:spPr bwMode="auto">
              <a:xfrm>
                <a:off x="3395250" y="5973868"/>
                <a:ext cx="61750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Freeform 326"/>
              <p:cNvSpPr>
                <a:spLocks/>
              </p:cNvSpPr>
              <p:nvPr userDrawn="1"/>
            </p:nvSpPr>
            <p:spPr bwMode="auto">
              <a:xfrm>
                <a:off x="3475010" y="5973868"/>
                <a:ext cx="99057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9 w 33"/>
                  <a:gd name="T9" fmla="*/ 12 h 27"/>
                  <a:gd name="T10" fmla="*/ 19 w 33"/>
                  <a:gd name="T11" fmla="*/ 27 h 27"/>
                  <a:gd name="T12" fmla="*/ 15 w 33"/>
                  <a:gd name="T13" fmla="*/ 27 h 27"/>
                  <a:gd name="T14" fmla="*/ 15 w 33"/>
                  <a:gd name="T15" fmla="*/ 9 h 27"/>
                  <a:gd name="T16" fmla="*/ 10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8" y="4"/>
                      <a:pt x="24" y="4"/>
                    </a:cubicBezTo>
                    <a:cubicBezTo>
                      <a:pt x="20" y="4"/>
                      <a:pt x="19" y="8"/>
                      <a:pt x="19" y="12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6"/>
                      <a:pt x="13" y="4"/>
                      <a:pt x="10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Freeform 327"/>
              <p:cNvSpPr>
                <a:spLocks/>
              </p:cNvSpPr>
              <p:nvPr userDrawn="1"/>
            </p:nvSpPr>
            <p:spPr bwMode="auto">
              <a:xfrm>
                <a:off x="3589504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8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6"/>
                      <a:pt x="17" y="20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8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Freeform 328"/>
              <p:cNvSpPr>
                <a:spLocks/>
              </p:cNvSpPr>
              <p:nvPr userDrawn="1"/>
            </p:nvSpPr>
            <p:spPr bwMode="auto">
              <a:xfrm>
                <a:off x="3656399" y="5976441"/>
                <a:ext cx="64322" cy="81047"/>
              </a:xfrm>
              <a:custGeom>
                <a:avLst/>
                <a:gdLst>
                  <a:gd name="T0" fmla="*/ 16 w 21"/>
                  <a:gd name="T1" fmla="*/ 26 h 26"/>
                  <a:gd name="T2" fmla="*/ 16 w 21"/>
                  <a:gd name="T3" fmla="*/ 22 h 26"/>
                  <a:gd name="T4" fmla="*/ 9 w 21"/>
                  <a:gd name="T5" fmla="*/ 26 h 26"/>
                  <a:gd name="T6" fmla="*/ 0 w 21"/>
                  <a:gd name="T7" fmla="*/ 16 h 26"/>
                  <a:gd name="T8" fmla="*/ 0 w 21"/>
                  <a:gd name="T9" fmla="*/ 0 h 26"/>
                  <a:gd name="T10" fmla="*/ 4 w 21"/>
                  <a:gd name="T11" fmla="*/ 0 h 26"/>
                  <a:gd name="T12" fmla="*/ 4 w 21"/>
                  <a:gd name="T13" fmla="*/ 16 h 26"/>
                  <a:gd name="T14" fmla="*/ 9 w 21"/>
                  <a:gd name="T15" fmla="*/ 23 h 26"/>
                  <a:gd name="T16" fmla="*/ 16 w 21"/>
                  <a:gd name="T17" fmla="*/ 15 h 26"/>
                  <a:gd name="T18" fmla="*/ 16 w 21"/>
                  <a:gd name="T19" fmla="*/ 0 h 26"/>
                  <a:gd name="T20" fmla="*/ 20 w 21"/>
                  <a:gd name="T21" fmla="*/ 0 h 26"/>
                  <a:gd name="T22" fmla="*/ 20 w 21"/>
                  <a:gd name="T23" fmla="*/ 19 h 26"/>
                  <a:gd name="T24" fmla="*/ 21 w 21"/>
                  <a:gd name="T25" fmla="*/ 26 h 26"/>
                  <a:gd name="T26" fmla="*/ 16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6"/>
                      <a:pt x="9" y="26"/>
                    </a:cubicBezTo>
                    <a:cubicBezTo>
                      <a:pt x="3" y="26"/>
                      <a:pt x="0" y="22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0"/>
                      <a:pt x="6" y="23"/>
                      <a:pt x="9" y="23"/>
                    </a:cubicBezTo>
                    <a:cubicBezTo>
                      <a:pt x="14" y="23"/>
                      <a:pt x="16" y="19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2"/>
                      <a:pt x="20" y="24"/>
                      <a:pt x="21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Freeform 329"/>
              <p:cNvSpPr>
                <a:spLocks/>
              </p:cNvSpPr>
              <p:nvPr userDrawn="1"/>
            </p:nvSpPr>
            <p:spPr bwMode="auto">
              <a:xfrm>
                <a:off x="3738732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4 w 20"/>
                  <a:gd name="T19" fmla="*/ 1 h 27"/>
                  <a:gd name="T20" fmla="*/ 4 w 20"/>
                  <a:gd name="T21" fmla="*/ 5 h 27"/>
                  <a:gd name="T22" fmla="*/ 12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5" y="1"/>
                      <a:pt x="9" y="0"/>
                      <a:pt x="12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Freeform 330"/>
              <p:cNvSpPr>
                <a:spLocks noEditPoints="1"/>
              </p:cNvSpPr>
              <p:nvPr userDrawn="1"/>
            </p:nvSpPr>
            <p:spPr bwMode="auto">
              <a:xfrm>
                <a:off x="3814632" y="5973868"/>
                <a:ext cx="65609" cy="114494"/>
              </a:xfrm>
              <a:custGeom>
                <a:avLst/>
                <a:gdLst>
                  <a:gd name="T0" fmla="*/ 22 w 22"/>
                  <a:gd name="T1" fmla="*/ 1 h 37"/>
                  <a:gd name="T2" fmla="*/ 22 w 22"/>
                  <a:gd name="T3" fmla="*/ 22 h 37"/>
                  <a:gd name="T4" fmla="*/ 10 w 22"/>
                  <a:gd name="T5" fmla="*/ 37 h 37"/>
                  <a:gd name="T6" fmla="*/ 2 w 22"/>
                  <a:gd name="T7" fmla="*/ 35 h 37"/>
                  <a:gd name="T8" fmla="*/ 3 w 22"/>
                  <a:gd name="T9" fmla="*/ 31 h 37"/>
                  <a:gd name="T10" fmla="*/ 10 w 22"/>
                  <a:gd name="T11" fmla="*/ 33 h 37"/>
                  <a:gd name="T12" fmla="*/ 18 w 22"/>
                  <a:gd name="T13" fmla="*/ 21 h 37"/>
                  <a:gd name="T14" fmla="*/ 11 w 22"/>
                  <a:gd name="T15" fmla="*/ 26 h 37"/>
                  <a:gd name="T16" fmla="*/ 0 w 22"/>
                  <a:gd name="T17" fmla="*/ 13 h 37"/>
                  <a:gd name="T18" fmla="*/ 11 w 22"/>
                  <a:gd name="T19" fmla="*/ 0 h 37"/>
                  <a:gd name="T20" fmla="*/ 18 w 22"/>
                  <a:gd name="T21" fmla="*/ 4 h 37"/>
                  <a:gd name="T22" fmla="*/ 18 w 22"/>
                  <a:gd name="T23" fmla="*/ 1 h 37"/>
                  <a:gd name="T24" fmla="*/ 22 w 22"/>
                  <a:gd name="T25" fmla="*/ 1 h 37"/>
                  <a:gd name="T26" fmla="*/ 11 w 22"/>
                  <a:gd name="T27" fmla="*/ 4 h 37"/>
                  <a:gd name="T28" fmla="*/ 4 w 22"/>
                  <a:gd name="T29" fmla="*/ 13 h 37"/>
                  <a:gd name="T30" fmla="*/ 11 w 22"/>
                  <a:gd name="T31" fmla="*/ 22 h 37"/>
                  <a:gd name="T32" fmla="*/ 18 w 22"/>
                  <a:gd name="T33" fmla="*/ 13 h 37"/>
                  <a:gd name="T34" fmla="*/ 11 w 22"/>
                  <a:gd name="T35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7">
                    <a:moveTo>
                      <a:pt x="22" y="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32"/>
                      <a:pt x="18" y="37"/>
                      <a:pt x="10" y="37"/>
                    </a:cubicBezTo>
                    <a:cubicBezTo>
                      <a:pt x="7" y="37"/>
                      <a:pt x="4" y="36"/>
                      <a:pt x="2" y="35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3"/>
                      <a:pt x="7" y="33"/>
                      <a:pt x="10" y="33"/>
                    </a:cubicBezTo>
                    <a:cubicBezTo>
                      <a:pt x="15" y="33"/>
                      <a:pt x="18" y="30"/>
                      <a:pt x="18" y="21"/>
                    </a:cubicBezTo>
                    <a:cubicBezTo>
                      <a:pt x="17" y="24"/>
                      <a:pt x="14" y="26"/>
                      <a:pt x="11" y="26"/>
                    </a:cubicBezTo>
                    <a:cubicBezTo>
                      <a:pt x="4" y="26"/>
                      <a:pt x="0" y="20"/>
                      <a:pt x="0" y="13"/>
                    </a:cubicBezTo>
                    <a:cubicBezTo>
                      <a:pt x="0" y="5"/>
                      <a:pt x="4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cubicBezTo>
                      <a:pt x="18" y="1"/>
                      <a:pt x="18" y="1"/>
                      <a:pt x="18" y="1"/>
                    </a:cubicBezTo>
                    <a:lnTo>
                      <a:pt x="22" y="1"/>
                    </a:lnTo>
                    <a:close/>
                    <a:moveTo>
                      <a:pt x="11" y="4"/>
                    </a:moveTo>
                    <a:cubicBezTo>
                      <a:pt x="7" y="4"/>
                      <a:pt x="4" y="6"/>
                      <a:pt x="4" y="13"/>
                    </a:cubicBezTo>
                    <a:cubicBezTo>
                      <a:pt x="4" y="19"/>
                      <a:pt x="7" y="22"/>
                      <a:pt x="11" y="22"/>
                    </a:cubicBezTo>
                    <a:cubicBezTo>
                      <a:pt x="16" y="22"/>
                      <a:pt x="18" y="18"/>
                      <a:pt x="18" y="13"/>
                    </a:cubicBezTo>
                    <a:cubicBezTo>
                      <a:pt x="18" y="6"/>
                      <a:pt x="15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3" name="Freeform 331"/>
              <p:cNvSpPr>
                <a:spLocks/>
              </p:cNvSpPr>
              <p:nvPr userDrawn="1"/>
            </p:nvSpPr>
            <p:spPr bwMode="auto">
              <a:xfrm>
                <a:off x="3941991" y="5945566"/>
                <a:ext cx="54031" cy="111921"/>
              </a:xfrm>
              <a:custGeom>
                <a:avLst/>
                <a:gdLst>
                  <a:gd name="T0" fmla="*/ 42 w 42"/>
                  <a:gd name="T1" fmla="*/ 87 h 87"/>
                  <a:gd name="T2" fmla="*/ 0 w 42"/>
                  <a:gd name="T3" fmla="*/ 87 h 87"/>
                  <a:gd name="T4" fmla="*/ 0 w 42"/>
                  <a:gd name="T5" fmla="*/ 0 h 87"/>
                  <a:gd name="T6" fmla="*/ 40 w 42"/>
                  <a:gd name="T7" fmla="*/ 0 h 87"/>
                  <a:gd name="T8" fmla="*/ 40 w 42"/>
                  <a:gd name="T9" fmla="*/ 10 h 87"/>
                  <a:gd name="T10" fmla="*/ 9 w 42"/>
                  <a:gd name="T11" fmla="*/ 10 h 87"/>
                  <a:gd name="T12" fmla="*/ 9 w 42"/>
                  <a:gd name="T13" fmla="*/ 36 h 87"/>
                  <a:gd name="T14" fmla="*/ 37 w 42"/>
                  <a:gd name="T15" fmla="*/ 36 h 87"/>
                  <a:gd name="T16" fmla="*/ 37 w 42"/>
                  <a:gd name="T17" fmla="*/ 46 h 87"/>
                  <a:gd name="T18" fmla="*/ 9 w 42"/>
                  <a:gd name="T19" fmla="*/ 46 h 87"/>
                  <a:gd name="T20" fmla="*/ 9 w 42"/>
                  <a:gd name="T21" fmla="*/ 77 h 87"/>
                  <a:gd name="T22" fmla="*/ 42 w 42"/>
                  <a:gd name="T23" fmla="*/ 77 h 87"/>
                  <a:gd name="T24" fmla="*/ 42 w 42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7">
                    <a:moveTo>
                      <a:pt x="42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0" y="0"/>
                    </a:lnTo>
                    <a:lnTo>
                      <a:pt x="40" y="10"/>
                    </a:lnTo>
                    <a:lnTo>
                      <a:pt x="9" y="10"/>
                    </a:lnTo>
                    <a:lnTo>
                      <a:pt x="9" y="36"/>
                    </a:lnTo>
                    <a:lnTo>
                      <a:pt x="37" y="36"/>
                    </a:lnTo>
                    <a:lnTo>
                      <a:pt x="37" y="46"/>
                    </a:lnTo>
                    <a:lnTo>
                      <a:pt x="9" y="46"/>
                    </a:lnTo>
                    <a:lnTo>
                      <a:pt x="9" y="77"/>
                    </a:lnTo>
                    <a:lnTo>
                      <a:pt x="42" y="77"/>
                    </a:lnTo>
                    <a:lnTo>
                      <a:pt x="4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4" name="Rectangle 332"/>
              <p:cNvSpPr>
                <a:spLocks noChangeArrowheads="1"/>
              </p:cNvSpPr>
              <p:nvPr userDrawn="1"/>
            </p:nvSpPr>
            <p:spPr bwMode="auto">
              <a:xfrm>
                <a:off x="4011459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5" name="Freeform 333"/>
              <p:cNvSpPr>
                <a:spLocks noEditPoints="1"/>
              </p:cNvSpPr>
              <p:nvPr userDrawn="1"/>
            </p:nvSpPr>
            <p:spPr bwMode="auto">
              <a:xfrm>
                <a:off x="4041047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6" name="Freeform 334"/>
              <p:cNvSpPr>
                <a:spLocks/>
              </p:cNvSpPr>
              <p:nvPr userDrawn="1"/>
            </p:nvSpPr>
            <p:spPr bwMode="auto">
              <a:xfrm>
                <a:off x="4114375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5 w 19"/>
                  <a:gd name="T15" fmla="*/ 14 h 27"/>
                  <a:gd name="T16" fmla="*/ 13 w 19"/>
                  <a:gd name="T17" fmla="*/ 24 h 27"/>
                  <a:gd name="T18" fmla="*/ 19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8" y="4"/>
                      <a:pt x="5" y="7"/>
                      <a:pt x="5" y="14"/>
                    </a:cubicBezTo>
                    <a:cubicBezTo>
                      <a:pt x="5" y="20"/>
                      <a:pt x="8" y="24"/>
                      <a:pt x="13" y="24"/>
                    </a:cubicBezTo>
                    <a:cubicBezTo>
                      <a:pt x="15" y="24"/>
                      <a:pt x="17" y="23"/>
                      <a:pt x="19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7" name="Freeform 335"/>
              <p:cNvSpPr>
                <a:spLocks/>
              </p:cNvSpPr>
              <p:nvPr userDrawn="1"/>
            </p:nvSpPr>
            <p:spPr bwMode="auto">
              <a:xfrm>
                <a:off x="4177411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8" name="Freeform 336"/>
              <p:cNvSpPr>
                <a:spLocks/>
              </p:cNvSpPr>
              <p:nvPr userDrawn="1"/>
            </p:nvSpPr>
            <p:spPr bwMode="auto">
              <a:xfrm>
                <a:off x="4235302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9" name="Freeform 337"/>
              <p:cNvSpPr>
                <a:spLocks noEditPoints="1"/>
              </p:cNvSpPr>
              <p:nvPr userDrawn="1"/>
            </p:nvSpPr>
            <p:spPr bwMode="auto">
              <a:xfrm>
                <a:off x="4281614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0" name="Freeform 338"/>
              <p:cNvSpPr>
                <a:spLocks/>
              </p:cNvSpPr>
              <p:nvPr userDrawn="1"/>
            </p:nvSpPr>
            <p:spPr bwMode="auto">
              <a:xfrm>
                <a:off x="4362660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2 w 21"/>
                  <a:gd name="T7" fmla="*/ 4 h 27"/>
                  <a:gd name="T8" fmla="*/ 5 w 21"/>
                  <a:gd name="T9" fmla="*/ 12 h 27"/>
                  <a:gd name="T10" fmla="*/ 5 w 21"/>
                  <a:gd name="T11" fmla="*/ 27 h 27"/>
                  <a:gd name="T12" fmla="*/ 1 w 21"/>
                  <a:gd name="T13" fmla="*/ 27 h 27"/>
                  <a:gd name="T14" fmla="*/ 1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2" y="4"/>
                    </a:cubicBezTo>
                    <a:cubicBezTo>
                      <a:pt x="7" y="4"/>
                      <a:pt x="5" y="8"/>
                      <a:pt x="5" y="1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5"/>
                      <a:pt x="1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1" name="Freeform 339"/>
              <p:cNvSpPr>
                <a:spLocks noEditPoints="1"/>
              </p:cNvSpPr>
              <p:nvPr userDrawn="1"/>
            </p:nvSpPr>
            <p:spPr bwMode="auto">
              <a:xfrm>
                <a:off x="4447565" y="5945566"/>
                <a:ext cx="15437" cy="111921"/>
              </a:xfrm>
              <a:custGeom>
                <a:avLst/>
                <a:gdLst>
                  <a:gd name="T0" fmla="*/ 12 w 12"/>
                  <a:gd name="T1" fmla="*/ 12 h 87"/>
                  <a:gd name="T2" fmla="*/ 0 w 12"/>
                  <a:gd name="T3" fmla="*/ 12 h 87"/>
                  <a:gd name="T4" fmla="*/ 0 w 12"/>
                  <a:gd name="T5" fmla="*/ 0 h 87"/>
                  <a:gd name="T6" fmla="*/ 12 w 12"/>
                  <a:gd name="T7" fmla="*/ 0 h 87"/>
                  <a:gd name="T8" fmla="*/ 12 w 12"/>
                  <a:gd name="T9" fmla="*/ 12 h 87"/>
                  <a:gd name="T10" fmla="*/ 12 w 12"/>
                  <a:gd name="T11" fmla="*/ 87 h 87"/>
                  <a:gd name="T12" fmla="*/ 0 w 12"/>
                  <a:gd name="T13" fmla="*/ 87 h 87"/>
                  <a:gd name="T14" fmla="*/ 0 w 12"/>
                  <a:gd name="T15" fmla="*/ 24 h 87"/>
                  <a:gd name="T16" fmla="*/ 12 w 12"/>
                  <a:gd name="T17" fmla="*/ 24 h 87"/>
                  <a:gd name="T18" fmla="*/ 12 w 12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87">
                    <a:moveTo>
                      <a:pt x="1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12" y="12"/>
                    </a:lnTo>
                    <a:close/>
                    <a:moveTo>
                      <a:pt x="12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2" y="24"/>
                    </a:lnTo>
                    <a:lnTo>
                      <a:pt x="1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2" name="Freeform 340"/>
              <p:cNvSpPr>
                <a:spLocks/>
              </p:cNvSpPr>
              <p:nvPr userDrawn="1"/>
            </p:nvSpPr>
            <p:spPr bwMode="auto">
              <a:xfrm>
                <a:off x="4478440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3" name="Freeform 341"/>
              <p:cNvSpPr>
                <a:spLocks/>
              </p:cNvSpPr>
              <p:nvPr userDrawn="1"/>
            </p:nvSpPr>
            <p:spPr bwMode="auto">
              <a:xfrm>
                <a:off x="4545336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7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4" name="Rectangle 342"/>
              <p:cNvSpPr>
                <a:spLocks noChangeArrowheads="1"/>
              </p:cNvSpPr>
              <p:nvPr userDrawn="1"/>
            </p:nvSpPr>
            <p:spPr bwMode="auto">
              <a:xfrm>
                <a:off x="4614804" y="6048482"/>
                <a:ext cx="14151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5" name="Rectangle 343"/>
              <p:cNvSpPr>
                <a:spLocks noChangeArrowheads="1"/>
              </p:cNvSpPr>
              <p:nvPr userDrawn="1"/>
            </p:nvSpPr>
            <p:spPr bwMode="auto">
              <a:xfrm>
                <a:off x="4693278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6" name="Freeform 344"/>
              <p:cNvSpPr>
                <a:spLocks/>
              </p:cNvSpPr>
              <p:nvPr userDrawn="1"/>
            </p:nvSpPr>
            <p:spPr bwMode="auto">
              <a:xfrm>
                <a:off x="4720293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7" name="Freeform 345"/>
              <p:cNvSpPr>
                <a:spLocks/>
              </p:cNvSpPr>
              <p:nvPr userDrawn="1"/>
            </p:nvSpPr>
            <p:spPr bwMode="auto">
              <a:xfrm>
                <a:off x="4811631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8 w 19"/>
                  <a:gd name="T9" fmla="*/ 1 h 27"/>
                  <a:gd name="T10" fmla="*/ 18 w 19"/>
                  <a:gd name="T11" fmla="*/ 5 h 27"/>
                  <a:gd name="T12" fmla="*/ 12 w 19"/>
                  <a:gd name="T13" fmla="*/ 4 h 27"/>
                  <a:gd name="T14" fmla="*/ 4 w 19"/>
                  <a:gd name="T15" fmla="*/ 14 h 27"/>
                  <a:gd name="T16" fmla="*/ 12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5" y="0"/>
                      <a:pt x="17" y="0"/>
                      <a:pt x="18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2" y="24"/>
                    </a:cubicBezTo>
                    <a:cubicBezTo>
                      <a:pt x="14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8" name="Freeform 346"/>
              <p:cNvSpPr>
                <a:spLocks noEditPoints="1"/>
              </p:cNvSpPr>
              <p:nvPr userDrawn="1"/>
            </p:nvSpPr>
            <p:spPr bwMode="auto">
              <a:xfrm>
                <a:off x="4874667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9" name="Freeform 347"/>
              <p:cNvSpPr>
                <a:spLocks/>
              </p:cNvSpPr>
              <p:nvPr userDrawn="1"/>
            </p:nvSpPr>
            <p:spPr bwMode="auto">
              <a:xfrm>
                <a:off x="4959572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0" name="Freeform 348"/>
              <p:cNvSpPr>
                <a:spLocks/>
              </p:cNvSpPr>
              <p:nvPr userDrawn="1"/>
            </p:nvSpPr>
            <p:spPr bwMode="auto">
              <a:xfrm>
                <a:off x="5035473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4 w 14"/>
                  <a:gd name="T21" fmla="*/ 9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Freeform 349"/>
              <p:cNvSpPr>
                <a:spLocks noEditPoints="1"/>
              </p:cNvSpPr>
              <p:nvPr userDrawn="1"/>
            </p:nvSpPr>
            <p:spPr bwMode="auto">
              <a:xfrm>
                <a:off x="5086931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0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0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Freeform 350"/>
              <p:cNvSpPr>
                <a:spLocks noEditPoints="1"/>
              </p:cNvSpPr>
              <p:nvPr userDrawn="1"/>
            </p:nvSpPr>
            <p:spPr bwMode="auto">
              <a:xfrm>
                <a:off x="5169264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Freeform 351"/>
              <p:cNvSpPr>
                <a:spLocks/>
              </p:cNvSpPr>
              <p:nvPr userDrawn="1"/>
            </p:nvSpPr>
            <p:spPr bwMode="auto">
              <a:xfrm>
                <a:off x="5202712" y="5973868"/>
                <a:ext cx="63036" cy="83620"/>
              </a:xfrm>
              <a:custGeom>
                <a:avLst/>
                <a:gdLst>
                  <a:gd name="T0" fmla="*/ 21 w 21"/>
                  <a:gd name="T1" fmla="*/ 27 h 27"/>
                  <a:gd name="T2" fmla="*/ 16 w 21"/>
                  <a:gd name="T3" fmla="*/ 27 h 27"/>
                  <a:gd name="T4" fmla="*/ 16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Freeform 352"/>
              <p:cNvSpPr>
                <a:spLocks/>
              </p:cNvSpPr>
              <p:nvPr userDrawn="1"/>
            </p:nvSpPr>
            <p:spPr bwMode="auto">
              <a:xfrm>
                <a:off x="5281185" y="5973868"/>
                <a:ext cx="48885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Freeform 353"/>
              <p:cNvSpPr>
                <a:spLocks/>
              </p:cNvSpPr>
              <p:nvPr userDrawn="1"/>
            </p:nvSpPr>
            <p:spPr bwMode="auto">
              <a:xfrm>
                <a:off x="5375096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Freeform 354"/>
              <p:cNvSpPr>
                <a:spLocks/>
              </p:cNvSpPr>
              <p:nvPr userDrawn="1"/>
            </p:nvSpPr>
            <p:spPr bwMode="auto">
              <a:xfrm>
                <a:off x="5432986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Freeform 355"/>
              <p:cNvSpPr>
                <a:spLocks noEditPoints="1"/>
              </p:cNvSpPr>
              <p:nvPr userDrawn="1"/>
            </p:nvSpPr>
            <p:spPr bwMode="auto">
              <a:xfrm>
                <a:off x="5475439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Freeform 356"/>
              <p:cNvSpPr>
                <a:spLocks noEditPoints="1"/>
              </p:cNvSpPr>
              <p:nvPr userDrawn="1"/>
            </p:nvSpPr>
            <p:spPr bwMode="auto">
              <a:xfrm>
                <a:off x="5551339" y="5945566"/>
                <a:ext cx="66895" cy="111921"/>
              </a:xfrm>
              <a:custGeom>
                <a:avLst/>
                <a:gdLst>
                  <a:gd name="T0" fmla="*/ 22 w 22"/>
                  <a:gd name="T1" fmla="*/ 36 h 36"/>
                  <a:gd name="T2" fmla="*/ 18 w 22"/>
                  <a:gd name="T3" fmla="*/ 36 h 36"/>
                  <a:gd name="T4" fmla="*/ 18 w 22"/>
                  <a:gd name="T5" fmla="*/ 32 h 36"/>
                  <a:gd name="T6" fmla="*/ 10 w 22"/>
                  <a:gd name="T7" fmla="*/ 36 h 36"/>
                  <a:gd name="T8" fmla="*/ 0 w 22"/>
                  <a:gd name="T9" fmla="*/ 23 h 36"/>
                  <a:gd name="T10" fmla="*/ 10 w 22"/>
                  <a:gd name="T11" fmla="*/ 9 h 36"/>
                  <a:gd name="T12" fmla="*/ 18 w 22"/>
                  <a:gd name="T13" fmla="*/ 14 h 36"/>
                  <a:gd name="T14" fmla="*/ 18 w 22"/>
                  <a:gd name="T15" fmla="*/ 0 h 36"/>
                  <a:gd name="T16" fmla="*/ 22 w 22"/>
                  <a:gd name="T17" fmla="*/ 0 h 36"/>
                  <a:gd name="T18" fmla="*/ 22 w 22"/>
                  <a:gd name="T19" fmla="*/ 36 h 36"/>
                  <a:gd name="T20" fmla="*/ 11 w 22"/>
                  <a:gd name="T21" fmla="*/ 13 h 36"/>
                  <a:gd name="T22" fmla="*/ 4 w 22"/>
                  <a:gd name="T23" fmla="*/ 23 h 36"/>
                  <a:gd name="T24" fmla="*/ 11 w 22"/>
                  <a:gd name="T25" fmla="*/ 32 h 36"/>
                  <a:gd name="T26" fmla="*/ 18 w 22"/>
                  <a:gd name="T27" fmla="*/ 23 h 36"/>
                  <a:gd name="T28" fmla="*/ 11 w 22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6" y="35"/>
                      <a:pt x="13" y="36"/>
                      <a:pt x="10" y="36"/>
                    </a:cubicBezTo>
                    <a:cubicBezTo>
                      <a:pt x="3" y="36"/>
                      <a:pt x="0" y="30"/>
                      <a:pt x="0" y="23"/>
                    </a:cubicBezTo>
                    <a:cubicBezTo>
                      <a:pt x="0" y="15"/>
                      <a:pt x="2" y="9"/>
                      <a:pt x="10" y="9"/>
                    </a:cubicBezTo>
                    <a:cubicBezTo>
                      <a:pt x="13" y="9"/>
                      <a:pt x="16" y="10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5" y="13"/>
                      <a:pt x="4" y="18"/>
                      <a:pt x="4" y="23"/>
                    </a:cubicBezTo>
                    <a:cubicBezTo>
                      <a:pt x="4" y="30"/>
                      <a:pt x="6" y="32"/>
                      <a:pt x="11" y="32"/>
                    </a:cubicBezTo>
                    <a:cubicBezTo>
                      <a:pt x="16" y="32"/>
                      <a:pt x="18" y="27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Freeform 357"/>
              <p:cNvSpPr>
                <a:spLocks noEditPoints="1"/>
              </p:cNvSpPr>
              <p:nvPr userDrawn="1"/>
            </p:nvSpPr>
            <p:spPr bwMode="auto">
              <a:xfrm>
                <a:off x="5632386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4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Freeform 358"/>
              <p:cNvSpPr>
                <a:spLocks/>
              </p:cNvSpPr>
              <p:nvPr userDrawn="1"/>
            </p:nvSpPr>
            <p:spPr bwMode="auto">
              <a:xfrm>
                <a:off x="5745593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10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8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10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6"/>
                      <a:pt x="17" y="20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8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2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Freeform 359"/>
              <p:cNvSpPr>
                <a:spLocks noEditPoints="1"/>
              </p:cNvSpPr>
              <p:nvPr userDrawn="1"/>
            </p:nvSpPr>
            <p:spPr bwMode="auto">
              <a:xfrm>
                <a:off x="5806056" y="5973868"/>
                <a:ext cx="66895" cy="83620"/>
              </a:xfrm>
              <a:custGeom>
                <a:avLst/>
                <a:gdLst>
                  <a:gd name="T0" fmla="*/ 12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4 w 22"/>
                  <a:gd name="T17" fmla="*/ 15 h 27"/>
                  <a:gd name="T18" fmla="*/ 12 w 22"/>
                  <a:gd name="T19" fmla="*/ 24 h 27"/>
                  <a:gd name="T20" fmla="*/ 17 w 22"/>
                  <a:gd name="T21" fmla="*/ 11 h 27"/>
                  <a:gd name="T22" fmla="*/ 11 w 22"/>
                  <a:gd name="T23" fmla="*/ 3 h 27"/>
                  <a:gd name="T24" fmla="*/ 4 w 22"/>
                  <a:gd name="T25" fmla="*/ 11 h 27"/>
                  <a:gd name="T26" fmla="*/ 17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2" name="Freeform 360"/>
              <p:cNvSpPr>
                <a:spLocks/>
              </p:cNvSpPr>
              <p:nvPr userDrawn="1"/>
            </p:nvSpPr>
            <p:spPr bwMode="auto">
              <a:xfrm>
                <a:off x="5881957" y="5973868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4 h 27"/>
                  <a:gd name="T6" fmla="*/ 12 w 18"/>
                  <a:gd name="T7" fmla="*/ 0 h 27"/>
                  <a:gd name="T8" fmla="*/ 18 w 18"/>
                  <a:gd name="T9" fmla="*/ 1 h 27"/>
                  <a:gd name="T10" fmla="*/ 18 w 18"/>
                  <a:gd name="T11" fmla="*/ 5 h 27"/>
                  <a:gd name="T12" fmla="*/ 12 w 18"/>
                  <a:gd name="T13" fmla="*/ 4 h 27"/>
                  <a:gd name="T14" fmla="*/ 4 w 18"/>
                  <a:gd name="T15" fmla="*/ 14 h 27"/>
                  <a:gd name="T16" fmla="*/ 12 w 18"/>
                  <a:gd name="T17" fmla="*/ 24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2" y="24"/>
                    </a:cubicBezTo>
                    <a:cubicBezTo>
                      <a:pt x="14" y="24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3" name="Freeform 361"/>
              <p:cNvSpPr>
                <a:spLocks/>
              </p:cNvSpPr>
              <p:nvPr userDrawn="1"/>
            </p:nvSpPr>
            <p:spPr bwMode="auto">
              <a:xfrm>
                <a:off x="5951425" y="5973868"/>
                <a:ext cx="38593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4" name="Freeform 362"/>
              <p:cNvSpPr>
                <a:spLocks noEditPoints="1"/>
              </p:cNvSpPr>
              <p:nvPr userDrawn="1"/>
            </p:nvSpPr>
            <p:spPr bwMode="auto">
              <a:xfrm>
                <a:off x="5993877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5" name="Freeform 363"/>
              <p:cNvSpPr>
                <a:spLocks/>
              </p:cNvSpPr>
              <p:nvPr userDrawn="1"/>
            </p:nvSpPr>
            <p:spPr bwMode="auto">
              <a:xfrm>
                <a:off x="6065919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6" name="Freeform 364"/>
              <p:cNvSpPr>
                <a:spLocks/>
              </p:cNvSpPr>
              <p:nvPr userDrawn="1"/>
            </p:nvSpPr>
            <p:spPr bwMode="auto">
              <a:xfrm>
                <a:off x="6121236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7" name="Freeform 365"/>
              <p:cNvSpPr>
                <a:spLocks noEditPoints="1"/>
              </p:cNvSpPr>
              <p:nvPr userDrawn="1"/>
            </p:nvSpPr>
            <p:spPr bwMode="auto">
              <a:xfrm>
                <a:off x="6217720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8" name="Freeform 366"/>
              <p:cNvSpPr>
                <a:spLocks/>
              </p:cNvSpPr>
              <p:nvPr userDrawn="1"/>
            </p:nvSpPr>
            <p:spPr bwMode="auto">
              <a:xfrm>
                <a:off x="6296193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9" name="Freeform 367"/>
              <p:cNvSpPr>
                <a:spLocks noEditPoints="1"/>
              </p:cNvSpPr>
              <p:nvPr userDrawn="1"/>
            </p:nvSpPr>
            <p:spPr bwMode="auto">
              <a:xfrm>
                <a:off x="6372094" y="5945566"/>
                <a:ext cx="70755" cy="111921"/>
              </a:xfrm>
              <a:custGeom>
                <a:avLst/>
                <a:gdLst>
                  <a:gd name="T0" fmla="*/ 23 w 23"/>
                  <a:gd name="T1" fmla="*/ 36 h 36"/>
                  <a:gd name="T2" fmla="*/ 19 w 23"/>
                  <a:gd name="T3" fmla="*/ 36 h 36"/>
                  <a:gd name="T4" fmla="*/ 19 w 23"/>
                  <a:gd name="T5" fmla="*/ 32 h 36"/>
                  <a:gd name="T6" fmla="*/ 11 w 23"/>
                  <a:gd name="T7" fmla="*/ 36 h 36"/>
                  <a:gd name="T8" fmla="*/ 0 w 23"/>
                  <a:gd name="T9" fmla="*/ 23 h 36"/>
                  <a:gd name="T10" fmla="*/ 11 w 23"/>
                  <a:gd name="T11" fmla="*/ 9 h 36"/>
                  <a:gd name="T12" fmla="*/ 19 w 23"/>
                  <a:gd name="T13" fmla="*/ 14 h 36"/>
                  <a:gd name="T14" fmla="*/ 19 w 23"/>
                  <a:gd name="T15" fmla="*/ 0 h 36"/>
                  <a:gd name="T16" fmla="*/ 23 w 23"/>
                  <a:gd name="T17" fmla="*/ 0 h 36"/>
                  <a:gd name="T18" fmla="*/ 23 w 23"/>
                  <a:gd name="T19" fmla="*/ 36 h 36"/>
                  <a:gd name="T20" fmla="*/ 12 w 23"/>
                  <a:gd name="T21" fmla="*/ 13 h 36"/>
                  <a:gd name="T22" fmla="*/ 5 w 23"/>
                  <a:gd name="T23" fmla="*/ 23 h 36"/>
                  <a:gd name="T24" fmla="*/ 12 w 23"/>
                  <a:gd name="T25" fmla="*/ 32 h 36"/>
                  <a:gd name="T26" fmla="*/ 19 w 23"/>
                  <a:gd name="T27" fmla="*/ 23 h 36"/>
                  <a:gd name="T28" fmla="*/ 12 w 23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7" y="35"/>
                      <a:pt x="14" y="36"/>
                      <a:pt x="11" y="36"/>
                    </a:cubicBezTo>
                    <a:cubicBezTo>
                      <a:pt x="4" y="36"/>
                      <a:pt x="0" y="30"/>
                      <a:pt x="0" y="23"/>
                    </a:cubicBezTo>
                    <a:cubicBezTo>
                      <a:pt x="0" y="15"/>
                      <a:pt x="3" y="9"/>
                      <a:pt x="11" y="9"/>
                    </a:cubicBezTo>
                    <a:cubicBezTo>
                      <a:pt x="14" y="9"/>
                      <a:pt x="17" y="10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5" y="18"/>
                      <a:pt x="5" y="23"/>
                    </a:cubicBezTo>
                    <a:cubicBezTo>
                      <a:pt x="5" y="30"/>
                      <a:pt x="7" y="32"/>
                      <a:pt x="12" y="32"/>
                    </a:cubicBezTo>
                    <a:cubicBezTo>
                      <a:pt x="17" y="32"/>
                      <a:pt x="19" y="27"/>
                      <a:pt x="19" y="23"/>
                    </a:cubicBezTo>
                    <a:cubicBezTo>
                      <a:pt x="19" y="18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0" name="Freeform 368"/>
              <p:cNvSpPr>
                <a:spLocks/>
              </p:cNvSpPr>
              <p:nvPr userDrawn="1"/>
            </p:nvSpPr>
            <p:spPr bwMode="auto">
              <a:xfrm>
                <a:off x="6494307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1" name="Freeform 369"/>
              <p:cNvSpPr>
                <a:spLocks noEditPoints="1"/>
              </p:cNvSpPr>
              <p:nvPr userDrawn="1"/>
            </p:nvSpPr>
            <p:spPr bwMode="auto">
              <a:xfrm>
                <a:off x="6559916" y="5973868"/>
                <a:ext cx="70755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5" y="4"/>
                      <a:pt x="4" y="8"/>
                      <a:pt x="4" y="14"/>
                    </a:cubicBezTo>
                    <a:cubicBezTo>
                      <a:pt x="4" y="19"/>
                      <a:pt x="5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2" name="Freeform 370"/>
              <p:cNvSpPr>
                <a:spLocks/>
              </p:cNvSpPr>
              <p:nvPr userDrawn="1"/>
            </p:nvSpPr>
            <p:spPr bwMode="auto">
              <a:xfrm>
                <a:off x="6642249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3" name="Freeform 371"/>
              <p:cNvSpPr>
                <a:spLocks/>
              </p:cNvSpPr>
              <p:nvPr userDrawn="1"/>
            </p:nvSpPr>
            <p:spPr bwMode="auto">
              <a:xfrm>
                <a:off x="6715576" y="5942993"/>
                <a:ext cx="45026" cy="114494"/>
              </a:xfrm>
              <a:custGeom>
                <a:avLst/>
                <a:gdLst>
                  <a:gd name="T0" fmla="*/ 15 w 15"/>
                  <a:gd name="T1" fmla="*/ 4 h 37"/>
                  <a:gd name="T2" fmla="*/ 12 w 15"/>
                  <a:gd name="T3" fmla="*/ 4 h 37"/>
                  <a:gd name="T4" fmla="*/ 9 w 15"/>
                  <a:gd name="T5" fmla="*/ 9 h 37"/>
                  <a:gd name="T6" fmla="*/ 9 w 15"/>
                  <a:gd name="T7" fmla="*/ 11 h 37"/>
                  <a:gd name="T8" fmla="*/ 14 w 15"/>
                  <a:gd name="T9" fmla="*/ 11 h 37"/>
                  <a:gd name="T10" fmla="*/ 14 w 15"/>
                  <a:gd name="T11" fmla="*/ 14 h 37"/>
                  <a:gd name="T12" fmla="*/ 9 w 15"/>
                  <a:gd name="T13" fmla="*/ 14 h 37"/>
                  <a:gd name="T14" fmla="*/ 9 w 15"/>
                  <a:gd name="T15" fmla="*/ 37 h 37"/>
                  <a:gd name="T16" fmla="*/ 5 w 15"/>
                  <a:gd name="T17" fmla="*/ 37 h 37"/>
                  <a:gd name="T18" fmla="*/ 5 w 15"/>
                  <a:gd name="T19" fmla="*/ 14 h 37"/>
                  <a:gd name="T20" fmla="*/ 0 w 15"/>
                  <a:gd name="T21" fmla="*/ 14 h 37"/>
                  <a:gd name="T22" fmla="*/ 0 w 15"/>
                  <a:gd name="T23" fmla="*/ 11 h 37"/>
                  <a:gd name="T24" fmla="*/ 5 w 15"/>
                  <a:gd name="T25" fmla="*/ 11 h 37"/>
                  <a:gd name="T26" fmla="*/ 5 w 15"/>
                  <a:gd name="T27" fmla="*/ 9 h 37"/>
                  <a:gd name="T28" fmla="*/ 12 w 15"/>
                  <a:gd name="T29" fmla="*/ 0 h 37"/>
                  <a:gd name="T30" fmla="*/ 15 w 15"/>
                  <a:gd name="T31" fmla="*/ 1 h 37"/>
                  <a:gd name="T32" fmla="*/ 15 w 15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7">
                    <a:moveTo>
                      <a:pt x="15" y="4"/>
                    </a:moveTo>
                    <a:cubicBezTo>
                      <a:pt x="14" y="4"/>
                      <a:pt x="13" y="4"/>
                      <a:pt x="12" y="4"/>
                    </a:cubicBezTo>
                    <a:cubicBezTo>
                      <a:pt x="9" y="4"/>
                      <a:pt x="9" y="5"/>
                      <a:pt x="9" y="9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3"/>
                      <a:pt x="6" y="0"/>
                      <a:pt x="12" y="0"/>
                    </a:cubicBezTo>
                    <a:cubicBezTo>
                      <a:pt x="13" y="0"/>
                      <a:pt x="14" y="1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4" name="Freeform 372"/>
              <p:cNvSpPr>
                <a:spLocks noEditPoints="1"/>
              </p:cNvSpPr>
              <p:nvPr userDrawn="1"/>
            </p:nvSpPr>
            <p:spPr bwMode="auto">
              <a:xfrm>
                <a:off x="6776039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5" name="Freeform 373"/>
              <p:cNvSpPr>
                <a:spLocks noEditPoints="1"/>
              </p:cNvSpPr>
              <p:nvPr userDrawn="1"/>
            </p:nvSpPr>
            <p:spPr bwMode="auto">
              <a:xfrm>
                <a:off x="6805627" y="5945566"/>
                <a:ext cx="66895" cy="111921"/>
              </a:xfrm>
              <a:custGeom>
                <a:avLst/>
                <a:gdLst>
                  <a:gd name="T0" fmla="*/ 22 w 22"/>
                  <a:gd name="T1" fmla="*/ 36 h 36"/>
                  <a:gd name="T2" fmla="*/ 18 w 22"/>
                  <a:gd name="T3" fmla="*/ 36 h 36"/>
                  <a:gd name="T4" fmla="*/ 18 w 22"/>
                  <a:gd name="T5" fmla="*/ 32 h 36"/>
                  <a:gd name="T6" fmla="*/ 11 w 22"/>
                  <a:gd name="T7" fmla="*/ 36 h 36"/>
                  <a:gd name="T8" fmla="*/ 0 w 22"/>
                  <a:gd name="T9" fmla="*/ 23 h 36"/>
                  <a:gd name="T10" fmla="*/ 11 w 22"/>
                  <a:gd name="T11" fmla="*/ 9 h 36"/>
                  <a:gd name="T12" fmla="*/ 18 w 22"/>
                  <a:gd name="T13" fmla="*/ 14 h 36"/>
                  <a:gd name="T14" fmla="*/ 18 w 22"/>
                  <a:gd name="T15" fmla="*/ 0 h 36"/>
                  <a:gd name="T16" fmla="*/ 22 w 22"/>
                  <a:gd name="T17" fmla="*/ 0 h 36"/>
                  <a:gd name="T18" fmla="*/ 22 w 22"/>
                  <a:gd name="T19" fmla="*/ 36 h 36"/>
                  <a:gd name="T20" fmla="*/ 11 w 22"/>
                  <a:gd name="T21" fmla="*/ 13 h 36"/>
                  <a:gd name="T22" fmla="*/ 4 w 22"/>
                  <a:gd name="T23" fmla="*/ 23 h 36"/>
                  <a:gd name="T24" fmla="*/ 11 w 22"/>
                  <a:gd name="T25" fmla="*/ 32 h 36"/>
                  <a:gd name="T26" fmla="*/ 18 w 22"/>
                  <a:gd name="T27" fmla="*/ 23 h 36"/>
                  <a:gd name="T28" fmla="*/ 11 w 22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6" y="35"/>
                      <a:pt x="14" y="36"/>
                      <a:pt x="11" y="36"/>
                    </a:cubicBezTo>
                    <a:cubicBezTo>
                      <a:pt x="3" y="36"/>
                      <a:pt x="0" y="30"/>
                      <a:pt x="0" y="23"/>
                    </a:cubicBezTo>
                    <a:cubicBezTo>
                      <a:pt x="0" y="15"/>
                      <a:pt x="3" y="9"/>
                      <a:pt x="11" y="9"/>
                    </a:cubicBezTo>
                    <a:cubicBezTo>
                      <a:pt x="13" y="9"/>
                      <a:pt x="16" y="10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6" y="32"/>
                      <a:pt x="11" y="32"/>
                    </a:cubicBezTo>
                    <a:cubicBezTo>
                      <a:pt x="16" y="32"/>
                      <a:pt x="18" y="27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6" name="Freeform 374"/>
              <p:cNvSpPr>
                <a:spLocks noEditPoints="1"/>
              </p:cNvSpPr>
              <p:nvPr userDrawn="1"/>
            </p:nvSpPr>
            <p:spPr bwMode="auto">
              <a:xfrm>
                <a:off x="6887960" y="5973868"/>
                <a:ext cx="66895" cy="83620"/>
              </a:xfrm>
              <a:custGeom>
                <a:avLst/>
                <a:gdLst>
                  <a:gd name="T0" fmla="*/ 12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4 w 22"/>
                  <a:gd name="T17" fmla="*/ 15 h 27"/>
                  <a:gd name="T18" fmla="*/ 12 w 22"/>
                  <a:gd name="T19" fmla="*/ 24 h 27"/>
                  <a:gd name="T20" fmla="*/ 17 w 22"/>
                  <a:gd name="T21" fmla="*/ 11 h 27"/>
                  <a:gd name="T22" fmla="*/ 11 w 22"/>
                  <a:gd name="T23" fmla="*/ 3 h 27"/>
                  <a:gd name="T24" fmla="*/ 4 w 22"/>
                  <a:gd name="T25" fmla="*/ 11 h 27"/>
                  <a:gd name="T26" fmla="*/ 17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7" name="Freeform 375"/>
              <p:cNvSpPr>
                <a:spLocks/>
              </p:cNvSpPr>
              <p:nvPr userDrawn="1"/>
            </p:nvSpPr>
            <p:spPr bwMode="auto">
              <a:xfrm>
                <a:off x="6966434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2 w 21"/>
                  <a:gd name="T7" fmla="*/ 4 h 27"/>
                  <a:gd name="T8" fmla="*/ 5 w 21"/>
                  <a:gd name="T9" fmla="*/ 12 h 27"/>
                  <a:gd name="T10" fmla="*/ 5 w 21"/>
                  <a:gd name="T11" fmla="*/ 27 h 27"/>
                  <a:gd name="T12" fmla="*/ 1 w 21"/>
                  <a:gd name="T13" fmla="*/ 27 h 27"/>
                  <a:gd name="T14" fmla="*/ 1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2" y="4"/>
                    </a:cubicBezTo>
                    <a:cubicBezTo>
                      <a:pt x="7" y="4"/>
                      <a:pt x="5" y="8"/>
                      <a:pt x="5" y="1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8" name="Freeform 376"/>
              <p:cNvSpPr>
                <a:spLocks/>
              </p:cNvSpPr>
              <p:nvPr userDrawn="1"/>
            </p:nvSpPr>
            <p:spPr bwMode="auto">
              <a:xfrm>
                <a:off x="7042334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2" y="32"/>
                    </a:cubicBezTo>
                    <a:cubicBezTo>
                      <a:pt x="13" y="32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9" name="Freeform 377"/>
              <p:cNvSpPr>
                <a:spLocks noEditPoints="1"/>
              </p:cNvSpPr>
              <p:nvPr userDrawn="1"/>
            </p:nvSpPr>
            <p:spPr bwMode="auto">
              <a:xfrm>
                <a:off x="7102798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0" name="Freeform 378"/>
              <p:cNvSpPr>
                <a:spLocks noEditPoints="1"/>
              </p:cNvSpPr>
              <p:nvPr userDrawn="1"/>
            </p:nvSpPr>
            <p:spPr bwMode="auto">
              <a:xfrm>
                <a:off x="7129813" y="5973868"/>
                <a:ext cx="61750" cy="83620"/>
              </a:xfrm>
              <a:custGeom>
                <a:avLst/>
                <a:gdLst>
                  <a:gd name="T0" fmla="*/ 17 w 20"/>
                  <a:gd name="T1" fmla="*/ 27 h 27"/>
                  <a:gd name="T2" fmla="*/ 17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7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1" name="Rectangle 379"/>
              <p:cNvSpPr>
                <a:spLocks noChangeArrowheads="1"/>
              </p:cNvSpPr>
              <p:nvPr userDrawn="1"/>
            </p:nvSpPr>
            <p:spPr bwMode="auto">
              <a:xfrm>
                <a:off x="7212145" y="5945566"/>
                <a:ext cx="15437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2" name="Freeform 380"/>
              <p:cNvSpPr>
                <a:spLocks noEditPoints="1"/>
              </p:cNvSpPr>
              <p:nvPr userDrawn="1"/>
            </p:nvSpPr>
            <p:spPr bwMode="auto">
              <a:xfrm>
                <a:off x="7288046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3" name="Freeform 381"/>
              <p:cNvSpPr>
                <a:spLocks/>
              </p:cNvSpPr>
              <p:nvPr userDrawn="1"/>
            </p:nvSpPr>
            <p:spPr bwMode="auto">
              <a:xfrm>
                <a:off x="7324067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3 w 20"/>
                  <a:gd name="T19" fmla="*/ 1 h 27"/>
                  <a:gd name="T20" fmla="*/ 3 w 20"/>
                  <a:gd name="T21" fmla="*/ 5 h 27"/>
                  <a:gd name="T22" fmla="*/ 11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4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4" name="Freeform 382"/>
              <p:cNvSpPr>
                <a:spLocks/>
              </p:cNvSpPr>
              <p:nvPr userDrawn="1"/>
            </p:nvSpPr>
            <p:spPr bwMode="auto">
              <a:xfrm>
                <a:off x="7397394" y="5942993"/>
                <a:ext cx="42453" cy="114494"/>
              </a:xfrm>
              <a:custGeom>
                <a:avLst/>
                <a:gdLst>
                  <a:gd name="T0" fmla="*/ 14 w 14"/>
                  <a:gd name="T1" fmla="*/ 4 h 37"/>
                  <a:gd name="T2" fmla="*/ 12 w 14"/>
                  <a:gd name="T3" fmla="*/ 4 h 37"/>
                  <a:gd name="T4" fmla="*/ 8 w 14"/>
                  <a:gd name="T5" fmla="*/ 9 h 37"/>
                  <a:gd name="T6" fmla="*/ 8 w 14"/>
                  <a:gd name="T7" fmla="*/ 11 h 37"/>
                  <a:gd name="T8" fmla="*/ 14 w 14"/>
                  <a:gd name="T9" fmla="*/ 11 h 37"/>
                  <a:gd name="T10" fmla="*/ 14 w 14"/>
                  <a:gd name="T11" fmla="*/ 14 h 37"/>
                  <a:gd name="T12" fmla="*/ 8 w 14"/>
                  <a:gd name="T13" fmla="*/ 14 h 37"/>
                  <a:gd name="T14" fmla="*/ 8 w 14"/>
                  <a:gd name="T15" fmla="*/ 37 h 37"/>
                  <a:gd name="T16" fmla="*/ 4 w 14"/>
                  <a:gd name="T17" fmla="*/ 37 h 37"/>
                  <a:gd name="T18" fmla="*/ 4 w 14"/>
                  <a:gd name="T19" fmla="*/ 14 h 37"/>
                  <a:gd name="T20" fmla="*/ 0 w 14"/>
                  <a:gd name="T21" fmla="*/ 14 h 37"/>
                  <a:gd name="T22" fmla="*/ 0 w 14"/>
                  <a:gd name="T23" fmla="*/ 11 h 37"/>
                  <a:gd name="T24" fmla="*/ 4 w 14"/>
                  <a:gd name="T25" fmla="*/ 11 h 37"/>
                  <a:gd name="T26" fmla="*/ 4 w 14"/>
                  <a:gd name="T27" fmla="*/ 9 h 37"/>
                  <a:gd name="T28" fmla="*/ 11 w 14"/>
                  <a:gd name="T29" fmla="*/ 0 h 37"/>
                  <a:gd name="T30" fmla="*/ 14 w 14"/>
                  <a:gd name="T31" fmla="*/ 1 h 37"/>
                  <a:gd name="T32" fmla="*/ 14 w 14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7">
                    <a:moveTo>
                      <a:pt x="14" y="4"/>
                    </a:moveTo>
                    <a:cubicBezTo>
                      <a:pt x="13" y="4"/>
                      <a:pt x="12" y="4"/>
                      <a:pt x="12" y="4"/>
                    </a:cubicBezTo>
                    <a:cubicBezTo>
                      <a:pt x="8" y="4"/>
                      <a:pt x="8" y="5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3" y="1"/>
                      <a:pt x="14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5" name="Freeform 383"/>
              <p:cNvSpPr>
                <a:spLocks noEditPoints="1"/>
              </p:cNvSpPr>
              <p:nvPr userDrawn="1"/>
            </p:nvSpPr>
            <p:spPr bwMode="auto">
              <a:xfrm>
                <a:off x="7448852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6" name="Freeform 384"/>
              <p:cNvSpPr>
                <a:spLocks/>
              </p:cNvSpPr>
              <p:nvPr userDrawn="1"/>
            </p:nvSpPr>
            <p:spPr bwMode="auto">
              <a:xfrm>
                <a:off x="7529899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1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7" name="Freeform 385"/>
              <p:cNvSpPr>
                <a:spLocks/>
              </p:cNvSpPr>
              <p:nvPr userDrawn="1"/>
            </p:nvSpPr>
            <p:spPr bwMode="auto">
              <a:xfrm>
                <a:off x="7585216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8" name="Freeform 386"/>
              <p:cNvSpPr>
                <a:spLocks noEditPoints="1"/>
              </p:cNvSpPr>
              <p:nvPr userDrawn="1"/>
            </p:nvSpPr>
            <p:spPr bwMode="auto">
              <a:xfrm>
                <a:off x="7697137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9" name="Freeform 387"/>
              <p:cNvSpPr>
                <a:spLocks/>
              </p:cNvSpPr>
              <p:nvPr userDrawn="1"/>
            </p:nvSpPr>
            <p:spPr bwMode="auto">
              <a:xfrm>
                <a:off x="7770464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0" name="Freeform 388"/>
              <p:cNvSpPr>
                <a:spLocks noEditPoints="1"/>
              </p:cNvSpPr>
              <p:nvPr userDrawn="1"/>
            </p:nvSpPr>
            <p:spPr bwMode="auto">
              <a:xfrm>
                <a:off x="7830928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1" name="Freeform 389"/>
              <p:cNvSpPr>
                <a:spLocks noEditPoints="1"/>
              </p:cNvSpPr>
              <p:nvPr userDrawn="1"/>
            </p:nvSpPr>
            <p:spPr bwMode="auto">
              <a:xfrm>
                <a:off x="7857943" y="5973868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2" name="Freeform 390"/>
              <p:cNvSpPr>
                <a:spLocks/>
              </p:cNvSpPr>
              <p:nvPr userDrawn="1"/>
            </p:nvSpPr>
            <p:spPr bwMode="auto">
              <a:xfrm>
                <a:off x="7942849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4 w 20"/>
                  <a:gd name="T19" fmla="*/ 1 h 27"/>
                  <a:gd name="T20" fmla="*/ 4 w 20"/>
                  <a:gd name="T21" fmla="*/ 5 h 27"/>
                  <a:gd name="T22" fmla="*/ 12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3" name="Freeform 391"/>
              <p:cNvSpPr>
                <a:spLocks/>
              </p:cNvSpPr>
              <p:nvPr userDrawn="1"/>
            </p:nvSpPr>
            <p:spPr bwMode="auto">
              <a:xfrm>
                <a:off x="8052197" y="5976441"/>
                <a:ext cx="111921" cy="81047"/>
              </a:xfrm>
              <a:custGeom>
                <a:avLst/>
                <a:gdLst>
                  <a:gd name="T0" fmla="*/ 87 w 87"/>
                  <a:gd name="T1" fmla="*/ 0 h 63"/>
                  <a:gd name="T2" fmla="*/ 68 w 87"/>
                  <a:gd name="T3" fmla="*/ 63 h 63"/>
                  <a:gd name="T4" fmla="*/ 59 w 87"/>
                  <a:gd name="T5" fmla="*/ 63 h 63"/>
                  <a:gd name="T6" fmla="*/ 45 w 87"/>
                  <a:gd name="T7" fmla="*/ 10 h 63"/>
                  <a:gd name="T8" fmla="*/ 30 w 87"/>
                  <a:gd name="T9" fmla="*/ 63 h 63"/>
                  <a:gd name="T10" fmla="*/ 19 w 87"/>
                  <a:gd name="T11" fmla="*/ 63 h 63"/>
                  <a:gd name="T12" fmla="*/ 0 w 87"/>
                  <a:gd name="T13" fmla="*/ 0 h 63"/>
                  <a:gd name="T14" fmla="*/ 12 w 87"/>
                  <a:gd name="T15" fmla="*/ 0 h 63"/>
                  <a:gd name="T16" fmla="*/ 26 w 87"/>
                  <a:gd name="T17" fmla="*/ 51 h 63"/>
                  <a:gd name="T18" fmla="*/ 40 w 87"/>
                  <a:gd name="T19" fmla="*/ 0 h 63"/>
                  <a:gd name="T20" fmla="*/ 49 w 87"/>
                  <a:gd name="T21" fmla="*/ 0 h 63"/>
                  <a:gd name="T22" fmla="*/ 63 w 87"/>
                  <a:gd name="T23" fmla="*/ 51 h 63"/>
                  <a:gd name="T24" fmla="*/ 78 w 87"/>
                  <a:gd name="T25" fmla="*/ 0 h 63"/>
                  <a:gd name="T26" fmla="*/ 87 w 87"/>
                  <a:gd name="T2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63">
                    <a:moveTo>
                      <a:pt x="87" y="0"/>
                    </a:moveTo>
                    <a:lnTo>
                      <a:pt x="68" y="63"/>
                    </a:lnTo>
                    <a:lnTo>
                      <a:pt x="59" y="63"/>
                    </a:lnTo>
                    <a:lnTo>
                      <a:pt x="45" y="10"/>
                    </a:lnTo>
                    <a:lnTo>
                      <a:pt x="30" y="63"/>
                    </a:lnTo>
                    <a:lnTo>
                      <a:pt x="19" y="63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6" y="51"/>
                    </a:lnTo>
                    <a:lnTo>
                      <a:pt x="40" y="0"/>
                    </a:lnTo>
                    <a:lnTo>
                      <a:pt x="49" y="0"/>
                    </a:lnTo>
                    <a:lnTo>
                      <a:pt x="63" y="51"/>
                    </a:lnTo>
                    <a:lnTo>
                      <a:pt x="78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4" name="Freeform 392"/>
              <p:cNvSpPr>
                <a:spLocks/>
              </p:cNvSpPr>
              <p:nvPr userDrawn="1"/>
            </p:nvSpPr>
            <p:spPr bwMode="auto">
              <a:xfrm>
                <a:off x="8179555" y="5945566"/>
                <a:ext cx="60464" cy="111921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0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4 h 36"/>
                  <a:gd name="T20" fmla="*/ 11 w 20"/>
                  <a:gd name="T21" fmla="*/ 9 h 36"/>
                  <a:gd name="T22" fmla="*/ 20 w 20"/>
                  <a:gd name="T23" fmla="*/ 20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8" y="9"/>
                      <a:pt x="11" y="9"/>
                    </a:cubicBezTo>
                    <a:cubicBezTo>
                      <a:pt x="17" y="9"/>
                      <a:pt x="20" y="13"/>
                      <a:pt x="20" y="20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5" name="Freeform 393"/>
              <p:cNvSpPr>
                <a:spLocks noEditPoints="1"/>
              </p:cNvSpPr>
              <p:nvPr userDrawn="1"/>
            </p:nvSpPr>
            <p:spPr bwMode="auto">
              <a:xfrm>
                <a:off x="8264461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6" name="Freeform 394"/>
              <p:cNvSpPr>
                <a:spLocks/>
              </p:cNvSpPr>
              <p:nvPr userDrawn="1"/>
            </p:nvSpPr>
            <p:spPr bwMode="auto">
              <a:xfrm>
                <a:off x="8291477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7" name="Freeform 395"/>
              <p:cNvSpPr>
                <a:spLocks/>
              </p:cNvSpPr>
              <p:nvPr userDrawn="1"/>
            </p:nvSpPr>
            <p:spPr bwMode="auto">
              <a:xfrm>
                <a:off x="8363518" y="5945566"/>
                <a:ext cx="64322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4 w 21"/>
                  <a:gd name="T9" fmla="*/ 22 h 36"/>
                  <a:gd name="T10" fmla="*/ 4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4 w 21"/>
                  <a:gd name="T17" fmla="*/ 0 h 36"/>
                  <a:gd name="T18" fmla="*/ 4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5" y="13"/>
                      <a:pt x="11" y="13"/>
                    </a:cubicBezTo>
                    <a:cubicBezTo>
                      <a:pt x="7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8" name="Freeform 396"/>
              <p:cNvSpPr>
                <a:spLocks noEditPoints="1"/>
              </p:cNvSpPr>
              <p:nvPr userDrawn="1"/>
            </p:nvSpPr>
            <p:spPr bwMode="auto">
              <a:xfrm>
                <a:off x="8488303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9" name="Freeform 397"/>
              <p:cNvSpPr>
                <a:spLocks/>
              </p:cNvSpPr>
              <p:nvPr userDrawn="1"/>
            </p:nvSpPr>
            <p:spPr bwMode="auto">
              <a:xfrm>
                <a:off x="8519178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0" name="Freeform 398"/>
              <p:cNvSpPr>
                <a:spLocks/>
              </p:cNvSpPr>
              <p:nvPr userDrawn="1"/>
            </p:nvSpPr>
            <p:spPr bwMode="auto">
              <a:xfrm>
                <a:off x="8615662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4 w 14"/>
                  <a:gd name="T21" fmla="*/ 9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1" name="Freeform 399"/>
              <p:cNvSpPr>
                <a:spLocks/>
              </p:cNvSpPr>
              <p:nvPr userDrawn="1"/>
            </p:nvSpPr>
            <p:spPr bwMode="auto">
              <a:xfrm>
                <a:off x="8673552" y="5945566"/>
                <a:ext cx="63036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7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2" name="Freeform 400"/>
              <p:cNvSpPr>
                <a:spLocks noEditPoints="1"/>
              </p:cNvSpPr>
              <p:nvPr userDrawn="1"/>
            </p:nvSpPr>
            <p:spPr bwMode="auto">
              <a:xfrm>
                <a:off x="8752026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4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3" name="Freeform 401"/>
              <p:cNvSpPr>
                <a:spLocks noEditPoints="1"/>
              </p:cNvSpPr>
              <p:nvPr userDrawn="1"/>
            </p:nvSpPr>
            <p:spPr bwMode="auto">
              <a:xfrm>
                <a:off x="8867806" y="5973868"/>
                <a:ext cx="69468" cy="111921"/>
              </a:xfrm>
              <a:custGeom>
                <a:avLst/>
                <a:gdLst>
                  <a:gd name="T0" fmla="*/ 0 w 23"/>
                  <a:gd name="T1" fmla="*/ 1 h 36"/>
                  <a:gd name="T2" fmla="*/ 4 w 23"/>
                  <a:gd name="T3" fmla="*/ 1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4 h 36"/>
                  <a:gd name="T10" fmla="*/ 12 w 23"/>
                  <a:gd name="T11" fmla="*/ 27 h 36"/>
                  <a:gd name="T12" fmla="*/ 4 w 23"/>
                  <a:gd name="T13" fmla="*/ 23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1 h 36"/>
                  <a:gd name="T20" fmla="*/ 11 w 23"/>
                  <a:gd name="T21" fmla="*/ 24 h 36"/>
                  <a:gd name="T22" fmla="*/ 18 w 23"/>
                  <a:gd name="T23" fmla="*/ 14 h 36"/>
                  <a:gd name="T24" fmla="*/ 11 w 23"/>
                  <a:gd name="T25" fmla="*/ 4 h 36"/>
                  <a:gd name="T26" fmla="*/ 4 w 23"/>
                  <a:gd name="T27" fmla="*/ 14 h 36"/>
                  <a:gd name="T28" fmla="*/ 11 w 23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7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4" name="Freeform 402"/>
              <p:cNvSpPr>
                <a:spLocks/>
              </p:cNvSpPr>
              <p:nvPr userDrawn="1"/>
            </p:nvSpPr>
            <p:spPr bwMode="auto">
              <a:xfrm>
                <a:off x="8952712" y="5973868"/>
                <a:ext cx="38593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5" name="Freeform 403"/>
              <p:cNvSpPr>
                <a:spLocks noEditPoints="1"/>
              </p:cNvSpPr>
              <p:nvPr userDrawn="1"/>
            </p:nvSpPr>
            <p:spPr bwMode="auto">
              <a:xfrm>
                <a:off x="8995164" y="5973868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6" name="Freeform 404"/>
              <p:cNvSpPr>
                <a:spLocks noEditPoints="1"/>
              </p:cNvSpPr>
              <p:nvPr userDrawn="1"/>
            </p:nvSpPr>
            <p:spPr bwMode="auto">
              <a:xfrm>
                <a:off x="9080070" y="5973868"/>
                <a:ext cx="65609" cy="111921"/>
              </a:xfrm>
              <a:custGeom>
                <a:avLst/>
                <a:gdLst>
                  <a:gd name="T0" fmla="*/ 0 w 22"/>
                  <a:gd name="T1" fmla="*/ 1 h 36"/>
                  <a:gd name="T2" fmla="*/ 4 w 22"/>
                  <a:gd name="T3" fmla="*/ 1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4 h 36"/>
                  <a:gd name="T10" fmla="*/ 11 w 22"/>
                  <a:gd name="T11" fmla="*/ 27 h 36"/>
                  <a:gd name="T12" fmla="*/ 4 w 22"/>
                  <a:gd name="T13" fmla="*/ 23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1 h 36"/>
                  <a:gd name="T20" fmla="*/ 11 w 22"/>
                  <a:gd name="T21" fmla="*/ 24 h 36"/>
                  <a:gd name="T22" fmla="*/ 18 w 22"/>
                  <a:gd name="T23" fmla="*/ 14 h 36"/>
                  <a:gd name="T24" fmla="*/ 11 w 22"/>
                  <a:gd name="T25" fmla="*/ 4 h 36"/>
                  <a:gd name="T26" fmla="*/ 4 w 22"/>
                  <a:gd name="T27" fmla="*/ 14 h 36"/>
                  <a:gd name="T28" fmla="*/ 11 w 22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4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6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7" name="Freeform 405"/>
              <p:cNvSpPr>
                <a:spLocks noEditPoints="1"/>
              </p:cNvSpPr>
              <p:nvPr userDrawn="1"/>
            </p:nvSpPr>
            <p:spPr bwMode="auto">
              <a:xfrm>
                <a:off x="9154684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8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6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8" name="Freeform 406"/>
              <p:cNvSpPr>
                <a:spLocks/>
              </p:cNvSpPr>
              <p:nvPr userDrawn="1"/>
            </p:nvSpPr>
            <p:spPr bwMode="auto">
              <a:xfrm>
                <a:off x="9237017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9" name="Freeform 407"/>
              <p:cNvSpPr>
                <a:spLocks/>
              </p:cNvSpPr>
              <p:nvPr userDrawn="1"/>
            </p:nvSpPr>
            <p:spPr bwMode="auto">
              <a:xfrm>
                <a:off x="9282043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3 w 14"/>
                  <a:gd name="T21" fmla="*/ 9 h 35"/>
                  <a:gd name="T22" fmla="*/ 13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0" name="Freeform 408"/>
              <p:cNvSpPr>
                <a:spLocks/>
              </p:cNvSpPr>
              <p:nvPr userDrawn="1"/>
            </p:nvSpPr>
            <p:spPr bwMode="auto">
              <a:xfrm>
                <a:off x="9328355" y="5976441"/>
                <a:ext cx="69468" cy="111921"/>
              </a:xfrm>
              <a:custGeom>
                <a:avLst/>
                <a:gdLst>
                  <a:gd name="T0" fmla="*/ 18 w 23"/>
                  <a:gd name="T1" fmla="*/ 0 h 36"/>
                  <a:gd name="T2" fmla="*/ 23 w 23"/>
                  <a:gd name="T3" fmla="*/ 0 h 36"/>
                  <a:gd name="T4" fmla="*/ 12 w 23"/>
                  <a:gd name="T5" fmla="*/ 29 h 36"/>
                  <a:gd name="T6" fmla="*/ 5 w 23"/>
                  <a:gd name="T7" fmla="*/ 36 h 36"/>
                  <a:gd name="T8" fmla="*/ 1 w 23"/>
                  <a:gd name="T9" fmla="*/ 35 h 36"/>
                  <a:gd name="T10" fmla="*/ 2 w 23"/>
                  <a:gd name="T11" fmla="*/ 32 h 36"/>
                  <a:gd name="T12" fmla="*/ 5 w 23"/>
                  <a:gd name="T13" fmla="*/ 32 h 36"/>
                  <a:gd name="T14" fmla="*/ 8 w 23"/>
                  <a:gd name="T15" fmla="*/ 28 h 36"/>
                  <a:gd name="T16" fmla="*/ 10 w 23"/>
                  <a:gd name="T17" fmla="*/ 24 h 36"/>
                  <a:gd name="T18" fmla="*/ 0 w 23"/>
                  <a:gd name="T19" fmla="*/ 0 h 36"/>
                  <a:gd name="T20" fmla="*/ 5 w 23"/>
                  <a:gd name="T21" fmla="*/ 0 h 36"/>
                  <a:gd name="T22" fmla="*/ 12 w 23"/>
                  <a:gd name="T23" fmla="*/ 19 h 36"/>
                  <a:gd name="T24" fmla="*/ 18 w 2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33"/>
                      <a:pt x="9" y="36"/>
                      <a:pt x="5" y="36"/>
                    </a:cubicBezTo>
                    <a:cubicBezTo>
                      <a:pt x="3" y="36"/>
                      <a:pt x="2" y="36"/>
                      <a:pt x="1" y="35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2"/>
                      <a:pt x="3" y="32"/>
                      <a:pt x="5" y="32"/>
                    </a:cubicBezTo>
                    <a:cubicBezTo>
                      <a:pt x="6" y="32"/>
                      <a:pt x="7" y="31"/>
                      <a:pt x="8" y="28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19"/>
                      <a:pt x="12" y="19"/>
                      <a:pt x="12" y="19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1" name="Freeform 409"/>
              <p:cNvSpPr>
                <a:spLocks noEditPoints="1"/>
              </p:cNvSpPr>
              <p:nvPr userDrawn="1"/>
            </p:nvSpPr>
            <p:spPr bwMode="auto">
              <a:xfrm>
                <a:off x="9440276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2" name="Freeform 410"/>
              <p:cNvSpPr>
                <a:spLocks/>
              </p:cNvSpPr>
              <p:nvPr userDrawn="1"/>
            </p:nvSpPr>
            <p:spPr bwMode="auto">
              <a:xfrm>
                <a:off x="9516176" y="5942993"/>
                <a:ext cx="42453" cy="114494"/>
              </a:xfrm>
              <a:custGeom>
                <a:avLst/>
                <a:gdLst>
                  <a:gd name="T0" fmla="*/ 14 w 14"/>
                  <a:gd name="T1" fmla="*/ 4 h 37"/>
                  <a:gd name="T2" fmla="*/ 11 w 14"/>
                  <a:gd name="T3" fmla="*/ 4 h 37"/>
                  <a:gd name="T4" fmla="*/ 8 w 14"/>
                  <a:gd name="T5" fmla="*/ 9 h 37"/>
                  <a:gd name="T6" fmla="*/ 8 w 14"/>
                  <a:gd name="T7" fmla="*/ 11 h 37"/>
                  <a:gd name="T8" fmla="*/ 14 w 14"/>
                  <a:gd name="T9" fmla="*/ 11 h 37"/>
                  <a:gd name="T10" fmla="*/ 14 w 14"/>
                  <a:gd name="T11" fmla="*/ 14 h 37"/>
                  <a:gd name="T12" fmla="*/ 8 w 14"/>
                  <a:gd name="T13" fmla="*/ 14 h 37"/>
                  <a:gd name="T14" fmla="*/ 8 w 14"/>
                  <a:gd name="T15" fmla="*/ 37 h 37"/>
                  <a:gd name="T16" fmla="*/ 4 w 14"/>
                  <a:gd name="T17" fmla="*/ 37 h 37"/>
                  <a:gd name="T18" fmla="*/ 4 w 14"/>
                  <a:gd name="T19" fmla="*/ 14 h 37"/>
                  <a:gd name="T20" fmla="*/ 0 w 14"/>
                  <a:gd name="T21" fmla="*/ 14 h 37"/>
                  <a:gd name="T22" fmla="*/ 0 w 14"/>
                  <a:gd name="T23" fmla="*/ 11 h 37"/>
                  <a:gd name="T24" fmla="*/ 4 w 14"/>
                  <a:gd name="T25" fmla="*/ 11 h 37"/>
                  <a:gd name="T26" fmla="*/ 4 w 14"/>
                  <a:gd name="T27" fmla="*/ 9 h 37"/>
                  <a:gd name="T28" fmla="*/ 11 w 14"/>
                  <a:gd name="T29" fmla="*/ 0 h 37"/>
                  <a:gd name="T30" fmla="*/ 14 w 14"/>
                  <a:gd name="T31" fmla="*/ 1 h 37"/>
                  <a:gd name="T32" fmla="*/ 14 w 14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7">
                    <a:moveTo>
                      <a:pt x="14" y="4"/>
                    </a:moveTo>
                    <a:cubicBezTo>
                      <a:pt x="13" y="4"/>
                      <a:pt x="12" y="4"/>
                      <a:pt x="11" y="4"/>
                    </a:cubicBezTo>
                    <a:cubicBezTo>
                      <a:pt x="8" y="4"/>
                      <a:pt x="8" y="5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3" y="1"/>
                      <a:pt x="14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3" name="Freeform 411"/>
              <p:cNvSpPr>
                <a:spLocks/>
              </p:cNvSpPr>
              <p:nvPr userDrawn="1"/>
            </p:nvSpPr>
            <p:spPr bwMode="auto">
              <a:xfrm>
                <a:off x="9607514" y="5942993"/>
                <a:ext cx="60464" cy="114494"/>
              </a:xfrm>
              <a:custGeom>
                <a:avLst/>
                <a:gdLst>
                  <a:gd name="T0" fmla="*/ 17 w 20"/>
                  <a:gd name="T1" fmla="*/ 5 h 37"/>
                  <a:gd name="T2" fmla="*/ 11 w 20"/>
                  <a:gd name="T3" fmla="*/ 4 h 37"/>
                  <a:gd name="T4" fmla="*/ 4 w 20"/>
                  <a:gd name="T5" fmla="*/ 10 h 37"/>
                  <a:gd name="T6" fmla="*/ 11 w 20"/>
                  <a:gd name="T7" fmla="*/ 16 h 37"/>
                  <a:gd name="T8" fmla="*/ 20 w 20"/>
                  <a:gd name="T9" fmla="*/ 27 h 37"/>
                  <a:gd name="T10" fmla="*/ 8 w 20"/>
                  <a:gd name="T11" fmla="*/ 37 h 37"/>
                  <a:gd name="T12" fmla="*/ 0 w 20"/>
                  <a:gd name="T13" fmla="*/ 35 h 37"/>
                  <a:gd name="T14" fmla="*/ 1 w 20"/>
                  <a:gd name="T15" fmla="*/ 31 h 37"/>
                  <a:gd name="T16" fmla="*/ 8 w 20"/>
                  <a:gd name="T17" fmla="*/ 33 h 37"/>
                  <a:gd name="T18" fmla="*/ 16 w 20"/>
                  <a:gd name="T19" fmla="*/ 27 h 37"/>
                  <a:gd name="T20" fmla="*/ 8 w 20"/>
                  <a:gd name="T21" fmla="*/ 19 h 37"/>
                  <a:gd name="T22" fmla="*/ 0 w 20"/>
                  <a:gd name="T23" fmla="*/ 10 h 37"/>
                  <a:gd name="T24" fmla="*/ 11 w 20"/>
                  <a:gd name="T25" fmla="*/ 0 h 37"/>
                  <a:gd name="T26" fmla="*/ 18 w 20"/>
                  <a:gd name="T27" fmla="*/ 2 h 37"/>
                  <a:gd name="T28" fmla="*/ 17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7" y="5"/>
                    </a:moveTo>
                    <a:cubicBezTo>
                      <a:pt x="16" y="4"/>
                      <a:pt x="14" y="4"/>
                      <a:pt x="11" y="4"/>
                    </a:cubicBezTo>
                    <a:cubicBezTo>
                      <a:pt x="6" y="4"/>
                      <a:pt x="4" y="6"/>
                      <a:pt x="4" y="10"/>
                    </a:cubicBezTo>
                    <a:cubicBezTo>
                      <a:pt x="4" y="12"/>
                      <a:pt x="6" y="14"/>
                      <a:pt x="11" y="16"/>
                    </a:cubicBezTo>
                    <a:cubicBezTo>
                      <a:pt x="16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8" y="37"/>
                    </a:cubicBezTo>
                    <a:cubicBezTo>
                      <a:pt x="6" y="37"/>
                      <a:pt x="2" y="36"/>
                      <a:pt x="0" y="35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3" y="32"/>
                      <a:pt x="6" y="33"/>
                      <a:pt x="8" y="33"/>
                    </a:cubicBezTo>
                    <a:cubicBezTo>
                      <a:pt x="13" y="33"/>
                      <a:pt x="16" y="31"/>
                      <a:pt x="16" y="27"/>
                    </a:cubicBezTo>
                    <a:cubicBezTo>
                      <a:pt x="16" y="24"/>
                      <a:pt x="13" y="21"/>
                      <a:pt x="8" y="19"/>
                    </a:cubicBezTo>
                    <a:cubicBezTo>
                      <a:pt x="3" y="17"/>
                      <a:pt x="0" y="14"/>
                      <a:pt x="0" y="10"/>
                    </a:cubicBezTo>
                    <a:cubicBezTo>
                      <a:pt x="0" y="3"/>
                      <a:pt x="5" y="0"/>
                      <a:pt x="11" y="0"/>
                    </a:cubicBezTo>
                    <a:cubicBezTo>
                      <a:pt x="14" y="0"/>
                      <a:pt x="16" y="1"/>
                      <a:pt x="18" y="2"/>
                    </a:cubicBez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4" name="Freeform 412"/>
              <p:cNvSpPr>
                <a:spLocks noEditPoints="1"/>
              </p:cNvSpPr>
              <p:nvPr userDrawn="1"/>
            </p:nvSpPr>
            <p:spPr bwMode="auto">
              <a:xfrm>
                <a:off x="9676982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0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0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5" name="Freeform 413"/>
              <p:cNvSpPr>
                <a:spLocks/>
              </p:cNvSpPr>
              <p:nvPr userDrawn="1"/>
            </p:nvSpPr>
            <p:spPr bwMode="auto">
              <a:xfrm>
                <a:off x="9755456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6" name="Freeform 414"/>
              <p:cNvSpPr>
                <a:spLocks/>
              </p:cNvSpPr>
              <p:nvPr userDrawn="1"/>
            </p:nvSpPr>
            <p:spPr bwMode="auto">
              <a:xfrm>
                <a:off x="9871237" y="5973868"/>
                <a:ext cx="47599" cy="83620"/>
              </a:xfrm>
              <a:custGeom>
                <a:avLst/>
                <a:gdLst>
                  <a:gd name="T0" fmla="*/ 15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1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8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7" name="Freeform 415"/>
              <p:cNvSpPr>
                <a:spLocks/>
              </p:cNvSpPr>
              <p:nvPr userDrawn="1"/>
            </p:nvSpPr>
            <p:spPr bwMode="auto">
              <a:xfrm>
                <a:off x="9934272" y="5976441"/>
                <a:ext cx="64322" cy="81047"/>
              </a:xfrm>
              <a:custGeom>
                <a:avLst/>
                <a:gdLst>
                  <a:gd name="T0" fmla="*/ 17 w 21"/>
                  <a:gd name="T1" fmla="*/ 26 h 26"/>
                  <a:gd name="T2" fmla="*/ 17 w 21"/>
                  <a:gd name="T3" fmla="*/ 22 h 26"/>
                  <a:gd name="T4" fmla="*/ 9 w 21"/>
                  <a:gd name="T5" fmla="*/ 26 h 26"/>
                  <a:gd name="T6" fmla="*/ 0 w 21"/>
                  <a:gd name="T7" fmla="*/ 16 h 26"/>
                  <a:gd name="T8" fmla="*/ 0 w 21"/>
                  <a:gd name="T9" fmla="*/ 0 h 26"/>
                  <a:gd name="T10" fmla="*/ 4 w 21"/>
                  <a:gd name="T11" fmla="*/ 0 h 26"/>
                  <a:gd name="T12" fmla="*/ 4 w 21"/>
                  <a:gd name="T13" fmla="*/ 16 h 26"/>
                  <a:gd name="T14" fmla="*/ 10 w 21"/>
                  <a:gd name="T15" fmla="*/ 23 h 26"/>
                  <a:gd name="T16" fmla="*/ 17 w 21"/>
                  <a:gd name="T17" fmla="*/ 15 h 26"/>
                  <a:gd name="T18" fmla="*/ 17 w 21"/>
                  <a:gd name="T19" fmla="*/ 0 h 26"/>
                  <a:gd name="T20" fmla="*/ 21 w 21"/>
                  <a:gd name="T21" fmla="*/ 0 h 26"/>
                  <a:gd name="T22" fmla="*/ 21 w 21"/>
                  <a:gd name="T23" fmla="*/ 19 h 26"/>
                  <a:gd name="T24" fmla="*/ 21 w 21"/>
                  <a:gd name="T25" fmla="*/ 26 h 26"/>
                  <a:gd name="T26" fmla="*/ 17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5" y="26"/>
                      <a:pt x="12" y="26"/>
                      <a:pt x="9" y="26"/>
                    </a:cubicBezTo>
                    <a:cubicBezTo>
                      <a:pt x="3" y="26"/>
                      <a:pt x="0" y="22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0"/>
                      <a:pt x="6" y="23"/>
                      <a:pt x="10" y="23"/>
                    </a:cubicBezTo>
                    <a:cubicBezTo>
                      <a:pt x="14" y="23"/>
                      <a:pt x="17" y="19"/>
                      <a:pt x="17" y="1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8" name="Freeform 416"/>
              <p:cNvSpPr>
                <a:spLocks/>
              </p:cNvSpPr>
              <p:nvPr userDrawn="1"/>
            </p:nvSpPr>
            <p:spPr bwMode="auto">
              <a:xfrm>
                <a:off x="10016605" y="5973868"/>
                <a:ext cx="63036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9" name="Freeform 417"/>
              <p:cNvSpPr>
                <a:spLocks noEditPoints="1"/>
              </p:cNvSpPr>
              <p:nvPr userDrawn="1"/>
            </p:nvSpPr>
            <p:spPr bwMode="auto">
              <a:xfrm>
                <a:off x="10092506" y="5973868"/>
                <a:ext cx="69468" cy="114494"/>
              </a:xfrm>
              <a:custGeom>
                <a:avLst/>
                <a:gdLst>
                  <a:gd name="T0" fmla="*/ 23 w 23"/>
                  <a:gd name="T1" fmla="*/ 1 h 37"/>
                  <a:gd name="T2" fmla="*/ 23 w 23"/>
                  <a:gd name="T3" fmla="*/ 22 h 37"/>
                  <a:gd name="T4" fmla="*/ 11 w 23"/>
                  <a:gd name="T5" fmla="*/ 37 h 37"/>
                  <a:gd name="T6" fmla="*/ 2 w 23"/>
                  <a:gd name="T7" fmla="*/ 35 h 37"/>
                  <a:gd name="T8" fmla="*/ 3 w 23"/>
                  <a:gd name="T9" fmla="*/ 31 h 37"/>
                  <a:gd name="T10" fmla="*/ 11 w 23"/>
                  <a:gd name="T11" fmla="*/ 33 h 37"/>
                  <a:gd name="T12" fmla="*/ 19 w 23"/>
                  <a:gd name="T13" fmla="*/ 21 h 37"/>
                  <a:gd name="T14" fmla="*/ 12 w 23"/>
                  <a:gd name="T15" fmla="*/ 26 h 37"/>
                  <a:gd name="T16" fmla="*/ 0 w 23"/>
                  <a:gd name="T17" fmla="*/ 13 h 37"/>
                  <a:gd name="T18" fmla="*/ 11 w 23"/>
                  <a:gd name="T19" fmla="*/ 0 h 37"/>
                  <a:gd name="T20" fmla="*/ 19 w 23"/>
                  <a:gd name="T21" fmla="*/ 4 h 37"/>
                  <a:gd name="T22" fmla="*/ 19 w 23"/>
                  <a:gd name="T23" fmla="*/ 1 h 37"/>
                  <a:gd name="T24" fmla="*/ 23 w 23"/>
                  <a:gd name="T25" fmla="*/ 1 h 37"/>
                  <a:gd name="T26" fmla="*/ 12 w 23"/>
                  <a:gd name="T27" fmla="*/ 4 h 37"/>
                  <a:gd name="T28" fmla="*/ 4 w 23"/>
                  <a:gd name="T29" fmla="*/ 13 h 37"/>
                  <a:gd name="T30" fmla="*/ 12 w 23"/>
                  <a:gd name="T31" fmla="*/ 22 h 37"/>
                  <a:gd name="T32" fmla="*/ 19 w 23"/>
                  <a:gd name="T33" fmla="*/ 13 h 37"/>
                  <a:gd name="T34" fmla="*/ 12 w 23"/>
                  <a:gd name="T35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" h="37">
                    <a:moveTo>
                      <a:pt x="23" y="1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32"/>
                      <a:pt x="19" y="37"/>
                      <a:pt x="11" y="37"/>
                    </a:cubicBezTo>
                    <a:cubicBezTo>
                      <a:pt x="8" y="37"/>
                      <a:pt x="5" y="36"/>
                      <a:pt x="2" y="35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3"/>
                      <a:pt x="8" y="33"/>
                      <a:pt x="11" y="33"/>
                    </a:cubicBezTo>
                    <a:cubicBezTo>
                      <a:pt x="16" y="33"/>
                      <a:pt x="19" y="30"/>
                      <a:pt x="19" y="21"/>
                    </a:cubicBezTo>
                    <a:cubicBezTo>
                      <a:pt x="17" y="24"/>
                      <a:pt x="14" y="26"/>
                      <a:pt x="12" y="26"/>
                    </a:cubicBezTo>
                    <a:cubicBezTo>
                      <a:pt x="4" y="26"/>
                      <a:pt x="0" y="20"/>
                      <a:pt x="0" y="13"/>
                    </a:cubicBezTo>
                    <a:cubicBezTo>
                      <a:pt x="0" y="5"/>
                      <a:pt x="4" y="0"/>
                      <a:pt x="11" y="0"/>
                    </a:cubicBezTo>
                    <a:cubicBezTo>
                      <a:pt x="14" y="0"/>
                      <a:pt x="17" y="1"/>
                      <a:pt x="19" y="4"/>
                    </a:cubicBezTo>
                    <a:cubicBezTo>
                      <a:pt x="19" y="1"/>
                      <a:pt x="19" y="1"/>
                      <a:pt x="19" y="1"/>
                    </a:cubicBezTo>
                    <a:lnTo>
                      <a:pt x="23" y="1"/>
                    </a:lnTo>
                    <a:close/>
                    <a:moveTo>
                      <a:pt x="12" y="4"/>
                    </a:moveTo>
                    <a:cubicBezTo>
                      <a:pt x="7" y="4"/>
                      <a:pt x="4" y="6"/>
                      <a:pt x="4" y="13"/>
                    </a:cubicBezTo>
                    <a:cubicBezTo>
                      <a:pt x="4" y="19"/>
                      <a:pt x="7" y="22"/>
                      <a:pt x="12" y="22"/>
                    </a:cubicBezTo>
                    <a:cubicBezTo>
                      <a:pt x="17" y="22"/>
                      <a:pt x="19" y="18"/>
                      <a:pt x="19" y="13"/>
                    </a:cubicBezTo>
                    <a:cubicBezTo>
                      <a:pt x="19" y="6"/>
                      <a:pt x="16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0" name="Freeform 418"/>
              <p:cNvSpPr>
                <a:spLocks/>
              </p:cNvSpPr>
              <p:nvPr userDrawn="1"/>
            </p:nvSpPr>
            <p:spPr bwMode="auto">
              <a:xfrm>
                <a:off x="10219864" y="5945566"/>
                <a:ext cx="54031" cy="111921"/>
              </a:xfrm>
              <a:custGeom>
                <a:avLst/>
                <a:gdLst>
                  <a:gd name="T0" fmla="*/ 42 w 42"/>
                  <a:gd name="T1" fmla="*/ 87 h 87"/>
                  <a:gd name="T2" fmla="*/ 0 w 42"/>
                  <a:gd name="T3" fmla="*/ 87 h 87"/>
                  <a:gd name="T4" fmla="*/ 0 w 42"/>
                  <a:gd name="T5" fmla="*/ 0 h 87"/>
                  <a:gd name="T6" fmla="*/ 42 w 42"/>
                  <a:gd name="T7" fmla="*/ 0 h 87"/>
                  <a:gd name="T8" fmla="*/ 42 w 42"/>
                  <a:gd name="T9" fmla="*/ 10 h 87"/>
                  <a:gd name="T10" fmla="*/ 9 w 42"/>
                  <a:gd name="T11" fmla="*/ 10 h 87"/>
                  <a:gd name="T12" fmla="*/ 9 w 42"/>
                  <a:gd name="T13" fmla="*/ 36 h 87"/>
                  <a:gd name="T14" fmla="*/ 40 w 42"/>
                  <a:gd name="T15" fmla="*/ 36 h 87"/>
                  <a:gd name="T16" fmla="*/ 40 w 42"/>
                  <a:gd name="T17" fmla="*/ 46 h 87"/>
                  <a:gd name="T18" fmla="*/ 9 w 42"/>
                  <a:gd name="T19" fmla="*/ 46 h 87"/>
                  <a:gd name="T20" fmla="*/ 9 w 42"/>
                  <a:gd name="T21" fmla="*/ 77 h 87"/>
                  <a:gd name="T22" fmla="*/ 42 w 42"/>
                  <a:gd name="T23" fmla="*/ 77 h 87"/>
                  <a:gd name="T24" fmla="*/ 42 w 42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7">
                    <a:moveTo>
                      <a:pt x="42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10"/>
                    </a:lnTo>
                    <a:lnTo>
                      <a:pt x="9" y="10"/>
                    </a:lnTo>
                    <a:lnTo>
                      <a:pt x="9" y="36"/>
                    </a:lnTo>
                    <a:lnTo>
                      <a:pt x="40" y="36"/>
                    </a:lnTo>
                    <a:lnTo>
                      <a:pt x="40" y="46"/>
                    </a:lnTo>
                    <a:lnTo>
                      <a:pt x="9" y="46"/>
                    </a:lnTo>
                    <a:lnTo>
                      <a:pt x="9" y="77"/>
                    </a:lnTo>
                    <a:lnTo>
                      <a:pt x="42" y="77"/>
                    </a:lnTo>
                    <a:lnTo>
                      <a:pt x="4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1" name="Rectangle 419"/>
              <p:cNvSpPr>
                <a:spLocks noChangeArrowheads="1"/>
              </p:cNvSpPr>
              <p:nvPr userDrawn="1"/>
            </p:nvSpPr>
            <p:spPr bwMode="auto">
              <a:xfrm>
                <a:off x="10291905" y="5945566"/>
                <a:ext cx="12864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2" name="Freeform 420"/>
              <p:cNvSpPr>
                <a:spLocks noEditPoints="1"/>
              </p:cNvSpPr>
              <p:nvPr userDrawn="1"/>
            </p:nvSpPr>
            <p:spPr bwMode="auto">
              <a:xfrm>
                <a:off x="10318921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3" name="Freeform 421"/>
              <p:cNvSpPr>
                <a:spLocks/>
              </p:cNvSpPr>
              <p:nvPr userDrawn="1"/>
            </p:nvSpPr>
            <p:spPr bwMode="auto">
              <a:xfrm>
                <a:off x="10394821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4" name="Freeform 422"/>
              <p:cNvSpPr>
                <a:spLocks/>
              </p:cNvSpPr>
              <p:nvPr userDrawn="1"/>
            </p:nvSpPr>
            <p:spPr bwMode="auto">
              <a:xfrm>
                <a:off x="10459143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5" name="Freeform 423"/>
              <p:cNvSpPr>
                <a:spLocks/>
              </p:cNvSpPr>
              <p:nvPr userDrawn="1"/>
            </p:nvSpPr>
            <p:spPr bwMode="auto">
              <a:xfrm>
                <a:off x="10515747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6" name="Freeform 424"/>
              <p:cNvSpPr>
                <a:spLocks noEditPoints="1"/>
              </p:cNvSpPr>
              <p:nvPr userDrawn="1"/>
            </p:nvSpPr>
            <p:spPr bwMode="auto">
              <a:xfrm>
                <a:off x="10558200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7" name="Freeform 425"/>
              <p:cNvSpPr>
                <a:spLocks/>
              </p:cNvSpPr>
              <p:nvPr userDrawn="1"/>
            </p:nvSpPr>
            <p:spPr bwMode="auto">
              <a:xfrm>
                <a:off x="10643106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8" name="Freeform 426"/>
              <p:cNvSpPr>
                <a:spLocks noEditPoints="1"/>
              </p:cNvSpPr>
              <p:nvPr userDrawn="1"/>
            </p:nvSpPr>
            <p:spPr bwMode="auto">
              <a:xfrm>
                <a:off x="10728012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9" name="Freeform 427"/>
              <p:cNvSpPr>
                <a:spLocks/>
              </p:cNvSpPr>
              <p:nvPr userDrawn="1"/>
            </p:nvSpPr>
            <p:spPr bwMode="auto">
              <a:xfrm>
                <a:off x="10756314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5 w 19"/>
                  <a:gd name="T15" fmla="*/ 14 h 27"/>
                  <a:gd name="T16" fmla="*/ 13 w 19"/>
                  <a:gd name="T17" fmla="*/ 24 h 27"/>
                  <a:gd name="T18" fmla="*/ 19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8" y="4"/>
                      <a:pt x="5" y="7"/>
                      <a:pt x="5" y="14"/>
                    </a:cubicBezTo>
                    <a:cubicBezTo>
                      <a:pt x="5" y="20"/>
                      <a:pt x="8" y="24"/>
                      <a:pt x="13" y="24"/>
                    </a:cubicBezTo>
                    <a:cubicBezTo>
                      <a:pt x="15" y="24"/>
                      <a:pt x="17" y="23"/>
                      <a:pt x="19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0" name="Freeform 428"/>
              <p:cNvSpPr>
                <a:spLocks/>
              </p:cNvSpPr>
              <p:nvPr userDrawn="1"/>
            </p:nvSpPr>
            <p:spPr bwMode="auto">
              <a:xfrm>
                <a:off x="10825782" y="5973868"/>
                <a:ext cx="47599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8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5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4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2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1" name="Rectangle 429"/>
              <p:cNvSpPr>
                <a:spLocks noChangeArrowheads="1"/>
              </p:cNvSpPr>
              <p:nvPr userDrawn="1"/>
            </p:nvSpPr>
            <p:spPr bwMode="auto">
              <a:xfrm>
                <a:off x="10892677" y="6048482"/>
                <a:ext cx="14151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2" name="Freeform 430"/>
              <p:cNvSpPr>
                <a:spLocks/>
              </p:cNvSpPr>
              <p:nvPr userDrawn="1"/>
            </p:nvSpPr>
            <p:spPr bwMode="auto">
              <a:xfrm>
                <a:off x="10962146" y="5945566"/>
                <a:ext cx="69468" cy="111921"/>
              </a:xfrm>
              <a:custGeom>
                <a:avLst/>
                <a:gdLst>
                  <a:gd name="T0" fmla="*/ 54 w 54"/>
                  <a:gd name="T1" fmla="*/ 10 h 87"/>
                  <a:gd name="T2" fmla="*/ 33 w 54"/>
                  <a:gd name="T3" fmla="*/ 10 h 87"/>
                  <a:gd name="T4" fmla="*/ 33 w 54"/>
                  <a:gd name="T5" fmla="*/ 87 h 87"/>
                  <a:gd name="T6" fmla="*/ 23 w 54"/>
                  <a:gd name="T7" fmla="*/ 87 h 87"/>
                  <a:gd name="T8" fmla="*/ 23 w 54"/>
                  <a:gd name="T9" fmla="*/ 10 h 87"/>
                  <a:gd name="T10" fmla="*/ 0 w 54"/>
                  <a:gd name="T11" fmla="*/ 10 h 87"/>
                  <a:gd name="T12" fmla="*/ 0 w 54"/>
                  <a:gd name="T13" fmla="*/ 0 h 87"/>
                  <a:gd name="T14" fmla="*/ 54 w 54"/>
                  <a:gd name="T15" fmla="*/ 0 h 87"/>
                  <a:gd name="T16" fmla="*/ 54 w 54"/>
                  <a:gd name="T17" fmla="*/ 1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87">
                    <a:moveTo>
                      <a:pt x="54" y="10"/>
                    </a:moveTo>
                    <a:lnTo>
                      <a:pt x="33" y="10"/>
                    </a:lnTo>
                    <a:lnTo>
                      <a:pt x="33" y="87"/>
                    </a:lnTo>
                    <a:lnTo>
                      <a:pt x="23" y="87"/>
                    </a:lnTo>
                    <a:lnTo>
                      <a:pt x="23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54" y="0"/>
                    </a:lnTo>
                    <a:lnTo>
                      <a:pt x="54" y="1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3" name="Freeform 431"/>
              <p:cNvSpPr>
                <a:spLocks/>
              </p:cNvSpPr>
              <p:nvPr userDrawn="1"/>
            </p:nvSpPr>
            <p:spPr bwMode="auto">
              <a:xfrm>
                <a:off x="11047051" y="5945566"/>
                <a:ext cx="63036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7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4" name="Freeform 432"/>
              <p:cNvSpPr>
                <a:spLocks noEditPoints="1"/>
              </p:cNvSpPr>
              <p:nvPr userDrawn="1"/>
            </p:nvSpPr>
            <p:spPr bwMode="auto">
              <a:xfrm>
                <a:off x="11131957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5" name="Freeform 433"/>
              <p:cNvSpPr>
                <a:spLocks/>
              </p:cNvSpPr>
              <p:nvPr userDrawn="1"/>
            </p:nvSpPr>
            <p:spPr bwMode="auto">
              <a:xfrm>
                <a:off x="11165405" y="5973868"/>
                <a:ext cx="47599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6" name="Freeform 434"/>
              <p:cNvSpPr>
                <a:spLocks/>
              </p:cNvSpPr>
              <p:nvPr userDrawn="1"/>
            </p:nvSpPr>
            <p:spPr bwMode="auto">
              <a:xfrm>
                <a:off x="11268320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7" name="Freeform 435"/>
              <p:cNvSpPr>
                <a:spLocks noEditPoints="1"/>
              </p:cNvSpPr>
              <p:nvPr userDrawn="1"/>
            </p:nvSpPr>
            <p:spPr bwMode="auto">
              <a:xfrm>
                <a:off x="11380241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8" name="Freeform 436"/>
              <p:cNvSpPr>
                <a:spLocks/>
              </p:cNvSpPr>
              <p:nvPr userDrawn="1"/>
            </p:nvSpPr>
            <p:spPr bwMode="auto">
              <a:xfrm>
                <a:off x="11453569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9" name="Freeform 437"/>
              <p:cNvSpPr>
                <a:spLocks noEditPoints="1"/>
              </p:cNvSpPr>
              <p:nvPr userDrawn="1"/>
            </p:nvSpPr>
            <p:spPr bwMode="auto">
              <a:xfrm>
                <a:off x="11505027" y="5973868"/>
                <a:ext cx="63036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0" name="Freeform 438"/>
              <p:cNvSpPr>
                <a:spLocks/>
              </p:cNvSpPr>
              <p:nvPr userDrawn="1"/>
            </p:nvSpPr>
            <p:spPr bwMode="auto">
              <a:xfrm>
                <a:off x="11583500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1" name="Freeform 439"/>
              <p:cNvSpPr>
                <a:spLocks noEditPoints="1"/>
              </p:cNvSpPr>
              <p:nvPr userDrawn="1"/>
            </p:nvSpPr>
            <p:spPr bwMode="auto">
              <a:xfrm>
                <a:off x="11637531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2" name="Freeform 440"/>
              <p:cNvSpPr>
                <a:spLocks noEditPoints="1"/>
              </p:cNvSpPr>
              <p:nvPr userDrawn="1"/>
            </p:nvSpPr>
            <p:spPr bwMode="auto">
              <a:xfrm>
                <a:off x="11668406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3" name="Rectangle 441"/>
              <p:cNvSpPr>
                <a:spLocks noChangeArrowheads="1"/>
              </p:cNvSpPr>
              <p:nvPr userDrawn="1"/>
            </p:nvSpPr>
            <p:spPr bwMode="auto">
              <a:xfrm>
                <a:off x="11749453" y="5945566"/>
                <a:ext cx="12864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4" name="Freeform 442"/>
              <p:cNvSpPr>
                <a:spLocks/>
              </p:cNvSpPr>
              <p:nvPr userDrawn="1"/>
            </p:nvSpPr>
            <p:spPr bwMode="auto">
              <a:xfrm>
                <a:off x="449281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7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5" name="Freeform 443"/>
              <p:cNvSpPr>
                <a:spLocks/>
              </p:cNvSpPr>
              <p:nvPr userDrawn="1"/>
            </p:nvSpPr>
            <p:spPr bwMode="auto">
              <a:xfrm>
                <a:off x="516176" y="6123096"/>
                <a:ext cx="60464" cy="110635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1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5 h 36"/>
                  <a:gd name="T20" fmla="*/ 12 w 20"/>
                  <a:gd name="T21" fmla="*/ 10 h 36"/>
                  <a:gd name="T22" fmla="*/ 20 w 20"/>
                  <a:gd name="T23" fmla="*/ 21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2" y="10"/>
                    </a:cubicBezTo>
                    <a:cubicBezTo>
                      <a:pt x="18" y="10"/>
                      <a:pt x="20" y="14"/>
                      <a:pt x="20" y="21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6" name="Freeform 444"/>
              <p:cNvSpPr>
                <a:spLocks noEditPoints="1"/>
              </p:cNvSpPr>
              <p:nvPr userDrawn="1"/>
            </p:nvSpPr>
            <p:spPr bwMode="auto">
              <a:xfrm>
                <a:off x="592077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2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7" name="Rectangle 445"/>
              <p:cNvSpPr>
                <a:spLocks noChangeArrowheads="1"/>
              </p:cNvSpPr>
              <p:nvPr userDrawn="1"/>
            </p:nvSpPr>
            <p:spPr bwMode="auto">
              <a:xfrm>
                <a:off x="673123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8" name="Rectangle 446"/>
              <p:cNvSpPr>
                <a:spLocks noChangeArrowheads="1"/>
              </p:cNvSpPr>
              <p:nvPr userDrawn="1"/>
            </p:nvSpPr>
            <p:spPr bwMode="auto">
              <a:xfrm>
                <a:off x="710431" y="6123096"/>
                <a:ext cx="15437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9" name="Freeform 447"/>
              <p:cNvSpPr>
                <a:spLocks/>
              </p:cNvSpPr>
              <p:nvPr userDrawn="1"/>
            </p:nvSpPr>
            <p:spPr bwMode="auto">
              <a:xfrm>
                <a:off x="782472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2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1 w 21"/>
                  <a:gd name="T13" fmla="*/ 26 h 26"/>
                  <a:gd name="T14" fmla="*/ 1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2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4"/>
                      <a:pt x="1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0" name="Freeform 448"/>
              <p:cNvSpPr>
                <a:spLocks noEditPoints="1"/>
              </p:cNvSpPr>
              <p:nvPr userDrawn="1"/>
            </p:nvSpPr>
            <p:spPr bwMode="auto">
              <a:xfrm>
                <a:off x="862232" y="6153970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3 h 27"/>
                  <a:gd name="T4" fmla="*/ 11 w 23"/>
                  <a:gd name="T5" fmla="*/ 27 h 27"/>
                  <a:gd name="T6" fmla="*/ 0 w 23"/>
                  <a:gd name="T7" fmla="*/ 13 h 27"/>
                  <a:gd name="T8" fmla="*/ 11 w 23"/>
                  <a:gd name="T9" fmla="*/ 0 h 27"/>
                  <a:gd name="T10" fmla="*/ 11 w 23"/>
                  <a:gd name="T11" fmla="*/ 3 h 27"/>
                  <a:gd name="T12" fmla="*/ 4 w 23"/>
                  <a:gd name="T13" fmla="*/ 13 h 27"/>
                  <a:gd name="T14" fmla="*/ 11 w 23"/>
                  <a:gd name="T15" fmla="*/ 23 h 27"/>
                  <a:gd name="T16" fmla="*/ 19 w 23"/>
                  <a:gd name="T17" fmla="*/ 13 h 27"/>
                  <a:gd name="T18" fmla="*/ 11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3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1" name="Freeform 449"/>
              <p:cNvSpPr>
                <a:spLocks/>
              </p:cNvSpPr>
              <p:nvPr userDrawn="1"/>
            </p:nvSpPr>
            <p:spPr bwMode="auto">
              <a:xfrm>
                <a:off x="936846" y="6128242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8 w 15"/>
                  <a:gd name="T17" fmla="*/ 0 h 35"/>
                  <a:gd name="T18" fmla="*/ 8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2" name="Freeform 450"/>
              <p:cNvSpPr>
                <a:spLocks noEditPoints="1"/>
              </p:cNvSpPr>
              <p:nvPr userDrawn="1"/>
            </p:nvSpPr>
            <p:spPr bwMode="auto">
              <a:xfrm>
                <a:off x="1034616" y="6123096"/>
                <a:ext cx="66895" cy="114494"/>
              </a:xfrm>
              <a:custGeom>
                <a:avLst/>
                <a:gdLst>
                  <a:gd name="T0" fmla="*/ 0 w 22"/>
                  <a:gd name="T1" fmla="*/ 0 h 37"/>
                  <a:gd name="T2" fmla="*/ 4 w 22"/>
                  <a:gd name="T3" fmla="*/ 0 h 37"/>
                  <a:gd name="T4" fmla="*/ 4 w 22"/>
                  <a:gd name="T5" fmla="*/ 14 h 37"/>
                  <a:gd name="T6" fmla="*/ 11 w 22"/>
                  <a:gd name="T7" fmla="*/ 10 h 37"/>
                  <a:gd name="T8" fmla="*/ 22 w 22"/>
                  <a:gd name="T9" fmla="*/ 23 h 37"/>
                  <a:gd name="T10" fmla="*/ 11 w 22"/>
                  <a:gd name="T11" fmla="*/ 37 h 37"/>
                  <a:gd name="T12" fmla="*/ 4 w 22"/>
                  <a:gd name="T13" fmla="*/ 33 h 37"/>
                  <a:gd name="T14" fmla="*/ 4 w 22"/>
                  <a:gd name="T15" fmla="*/ 36 h 37"/>
                  <a:gd name="T16" fmla="*/ 0 w 22"/>
                  <a:gd name="T17" fmla="*/ 36 h 37"/>
                  <a:gd name="T18" fmla="*/ 0 w 22"/>
                  <a:gd name="T19" fmla="*/ 0 h 37"/>
                  <a:gd name="T20" fmla="*/ 4 w 22"/>
                  <a:gd name="T21" fmla="*/ 23 h 37"/>
                  <a:gd name="T22" fmla="*/ 11 w 22"/>
                  <a:gd name="T23" fmla="*/ 33 h 37"/>
                  <a:gd name="T24" fmla="*/ 18 w 22"/>
                  <a:gd name="T25" fmla="*/ 23 h 37"/>
                  <a:gd name="T26" fmla="*/ 11 w 22"/>
                  <a:gd name="T27" fmla="*/ 13 h 37"/>
                  <a:gd name="T28" fmla="*/ 4 w 22"/>
                  <a:gd name="T29" fmla="*/ 2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9" y="10"/>
                      <a:pt x="11" y="10"/>
                    </a:cubicBezTo>
                    <a:cubicBezTo>
                      <a:pt x="19" y="10"/>
                      <a:pt x="22" y="16"/>
                      <a:pt x="22" y="23"/>
                    </a:cubicBezTo>
                    <a:cubicBezTo>
                      <a:pt x="22" y="31"/>
                      <a:pt x="19" y="37"/>
                      <a:pt x="11" y="37"/>
                    </a:cubicBezTo>
                    <a:cubicBezTo>
                      <a:pt x="8" y="37"/>
                      <a:pt x="5" y="35"/>
                      <a:pt x="4" y="3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4" y="23"/>
                    </a:moveTo>
                    <a:cubicBezTo>
                      <a:pt x="4" y="28"/>
                      <a:pt x="5" y="33"/>
                      <a:pt x="11" y="33"/>
                    </a:cubicBezTo>
                    <a:cubicBezTo>
                      <a:pt x="15" y="33"/>
                      <a:pt x="18" y="30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ubicBezTo>
                      <a:pt x="5" y="13"/>
                      <a:pt x="4" y="19"/>
                      <a:pt x="4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3" name="Freeform 451"/>
              <p:cNvSpPr>
                <a:spLocks noEditPoints="1"/>
              </p:cNvSpPr>
              <p:nvPr userDrawn="1"/>
            </p:nvSpPr>
            <p:spPr bwMode="auto">
              <a:xfrm>
                <a:off x="1110516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4" name="Freeform 452"/>
              <p:cNvSpPr>
                <a:spLocks/>
              </p:cNvSpPr>
              <p:nvPr userDrawn="1"/>
            </p:nvSpPr>
            <p:spPr bwMode="auto">
              <a:xfrm>
                <a:off x="1228869" y="6153970"/>
                <a:ext cx="60464" cy="83620"/>
              </a:xfrm>
              <a:custGeom>
                <a:avLst/>
                <a:gdLst>
                  <a:gd name="T0" fmla="*/ 16 w 20"/>
                  <a:gd name="T1" fmla="*/ 26 h 27"/>
                  <a:gd name="T2" fmla="*/ 16 w 20"/>
                  <a:gd name="T3" fmla="*/ 22 h 27"/>
                  <a:gd name="T4" fmla="*/ 8 w 20"/>
                  <a:gd name="T5" fmla="*/ 27 h 27"/>
                  <a:gd name="T6" fmla="*/ 0 w 20"/>
                  <a:gd name="T7" fmla="*/ 17 h 27"/>
                  <a:gd name="T8" fmla="*/ 0 w 20"/>
                  <a:gd name="T9" fmla="*/ 0 h 27"/>
                  <a:gd name="T10" fmla="*/ 4 w 20"/>
                  <a:gd name="T11" fmla="*/ 0 h 27"/>
                  <a:gd name="T12" fmla="*/ 4 w 20"/>
                  <a:gd name="T13" fmla="*/ 16 h 27"/>
                  <a:gd name="T14" fmla="*/ 9 w 20"/>
                  <a:gd name="T15" fmla="*/ 23 h 27"/>
                  <a:gd name="T16" fmla="*/ 16 w 20"/>
                  <a:gd name="T17" fmla="*/ 15 h 27"/>
                  <a:gd name="T18" fmla="*/ 16 w 20"/>
                  <a:gd name="T19" fmla="*/ 0 h 27"/>
                  <a:gd name="T20" fmla="*/ 20 w 20"/>
                  <a:gd name="T21" fmla="*/ 0 h 27"/>
                  <a:gd name="T22" fmla="*/ 20 w 20"/>
                  <a:gd name="T23" fmla="*/ 20 h 27"/>
                  <a:gd name="T24" fmla="*/ 20 w 20"/>
                  <a:gd name="T25" fmla="*/ 26 h 27"/>
                  <a:gd name="T26" fmla="*/ 16 w 20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0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5" name="Freeform 453"/>
              <p:cNvSpPr>
                <a:spLocks/>
              </p:cNvSpPr>
              <p:nvPr userDrawn="1"/>
            </p:nvSpPr>
            <p:spPr bwMode="auto">
              <a:xfrm>
                <a:off x="1304770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10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8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2" y="3"/>
                      <a:pt x="10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5"/>
                      <a:pt x="17" y="19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8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2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6" name="Freeform 454"/>
              <p:cNvSpPr>
                <a:spLocks noEditPoints="1"/>
              </p:cNvSpPr>
              <p:nvPr userDrawn="1"/>
            </p:nvSpPr>
            <p:spPr bwMode="auto">
              <a:xfrm>
                <a:off x="1365233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4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4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7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7" name="Freeform 455"/>
              <p:cNvSpPr>
                <a:spLocks noEditPoints="1"/>
              </p:cNvSpPr>
              <p:nvPr userDrawn="1"/>
            </p:nvSpPr>
            <p:spPr bwMode="auto">
              <a:xfrm>
                <a:off x="1441134" y="6123096"/>
                <a:ext cx="65609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0 w 22"/>
                  <a:gd name="T7" fmla="*/ 37 h 37"/>
                  <a:gd name="T8" fmla="*/ 0 w 22"/>
                  <a:gd name="T9" fmla="*/ 23 h 37"/>
                  <a:gd name="T10" fmla="*/ 10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6" y="35"/>
                      <a:pt x="13" y="37"/>
                      <a:pt x="10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2" y="10"/>
                      <a:pt x="10" y="10"/>
                    </a:cubicBezTo>
                    <a:cubicBezTo>
                      <a:pt x="13" y="10"/>
                      <a:pt x="16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5" y="13"/>
                      <a:pt x="4" y="18"/>
                      <a:pt x="4" y="23"/>
                    </a:cubicBezTo>
                    <a:cubicBezTo>
                      <a:pt x="4" y="30"/>
                      <a:pt x="6" y="33"/>
                      <a:pt x="11" y="33"/>
                    </a:cubicBezTo>
                    <a:cubicBezTo>
                      <a:pt x="16" y="33"/>
                      <a:pt x="18" y="28"/>
                      <a:pt x="18" y="23"/>
                    </a:cubicBezTo>
                    <a:cubicBezTo>
                      <a:pt x="18" y="19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8" name="Freeform 456"/>
              <p:cNvSpPr>
                <a:spLocks/>
              </p:cNvSpPr>
              <p:nvPr userDrawn="1"/>
            </p:nvSpPr>
            <p:spPr bwMode="auto">
              <a:xfrm>
                <a:off x="1526039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7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7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Freeform 457"/>
              <p:cNvSpPr>
                <a:spLocks/>
              </p:cNvSpPr>
              <p:nvPr userDrawn="1"/>
            </p:nvSpPr>
            <p:spPr bwMode="auto">
              <a:xfrm>
                <a:off x="1604512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Freeform 458"/>
              <p:cNvSpPr>
                <a:spLocks noEditPoints="1"/>
              </p:cNvSpPr>
              <p:nvPr userDrawn="1"/>
            </p:nvSpPr>
            <p:spPr bwMode="auto">
              <a:xfrm>
                <a:off x="1646966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7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Freeform 459"/>
              <p:cNvSpPr>
                <a:spLocks noEditPoints="1"/>
              </p:cNvSpPr>
              <p:nvPr userDrawn="1"/>
            </p:nvSpPr>
            <p:spPr bwMode="auto">
              <a:xfrm>
                <a:off x="1725439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Freeform 460"/>
              <p:cNvSpPr>
                <a:spLocks/>
              </p:cNvSpPr>
              <p:nvPr userDrawn="1"/>
            </p:nvSpPr>
            <p:spPr bwMode="auto">
              <a:xfrm>
                <a:off x="1810344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Freeform 461"/>
              <p:cNvSpPr>
                <a:spLocks noEditPoints="1"/>
              </p:cNvSpPr>
              <p:nvPr userDrawn="1"/>
            </p:nvSpPr>
            <p:spPr bwMode="auto">
              <a:xfrm>
                <a:off x="1852798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Freeform 462"/>
              <p:cNvSpPr>
                <a:spLocks noEditPoints="1"/>
              </p:cNvSpPr>
              <p:nvPr userDrawn="1"/>
            </p:nvSpPr>
            <p:spPr bwMode="auto">
              <a:xfrm>
                <a:off x="1931271" y="6123096"/>
                <a:ext cx="70755" cy="114494"/>
              </a:xfrm>
              <a:custGeom>
                <a:avLst/>
                <a:gdLst>
                  <a:gd name="T0" fmla="*/ 23 w 23"/>
                  <a:gd name="T1" fmla="*/ 36 h 37"/>
                  <a:gd name="T2" fmla="*/ 19 w 23"/>
                  <a:gd name="T3" fmla="*/ 36 h 37"/>
                  <a:gd name="T4" fmla="*/ 19 w 23"/>
                  <a:gd name="T5" fmla="*/ 33 h 37"/>
                  <a:gd name="T6" fmla="*/ 11 w 23"/>
                  <a:gd name="T7" fmla="*/ 37 h 37"/>
                  <a:gd name="T8" fmla="*/ 0 w 23"/>
                  <a:gd name="T9" fmla="*/ 23 h 37"/>
                  <a:gd name="T10" fmla="*/ 11 w 23"/>
                  <a:gd name="T11" fmla="*/ 10 h 37"/>
                  <a:gd name="T12" fmla="*/ 19 w 23"/>
                  <a:gd name="T13" fmla="*/ 14 h 37"/>
                  <a:gd name="T14" fmla="*/ 19 w 23"/>
                  <a:gd name="T15" fmla="*/ 0 h 37"/>
                  <a:gd name="T16" fmla="*/ 23 w 23"/>
                  <a:gd name="T17" fmla="*/ 0 h 37"/>
                  <a:gd name="T18" fmla="*/ 23 w 23"/>
                  <a:gd name="T19" fmla="*/ 36 h 37"/>
                  <a:gd name="T20" fmla="*/ 12 w 23"/>
                  <a:gd name="T21" fmla="*/ 13 h 37"/>
                  <a:gd name="T22" fmla="*/ 4 w 23"/>
                  <a:gd name="T23" fmla="*/ 23 h 37"/>
                  <a:gd name="T24" fmla="*/ 12 w 23"/>
                  <a:gd name="T25" fmla="*/ 33 h 37"/>
                  <a:gd name="T26" fmla="*/ 19 w 23"/>
                  <a:gd name="T27" fmla="*/ 23 h 37"/>
                  <a:gd name="T28" fmla="*/ 12 w 23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7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Freeform 463"/>
              <p:cNvSpPr>
                <a:spLocks/>
              </p:cNvSpPr>
              <p:nvPr userDrawn="1"/>
            </p:nvSpPr>
            <p:spPr bwMode="auto">
              <a:xfrm>
                <a:off x="2020036" y="6153970"/>
                <a:ext cx="63036" cy="83620"/>
              </a:xfrm>
              <a:custGeom>
                <a:avLst/>
                <a:gdLst>
                  <a:gd name="T0" fmla="*/ 17 w 21"/>
                  <a:gd name="T1" fmla="*/ 26 h 27"/>
                  <a:gd name="T2" fmla="*/ 17 w 21"/>
                  <a:gd name="T3" fmla="*/ 22 h 27"/>
                  <a:gd name="T4" fmla="*/ 9 w 21"/>
                  <a:gd name="T5" fmla="*/ 27 h 27"/>
                  <a:gd name="T6" fmla="*/ 0 w 21"/>
                  <a:gd name="T7" fmla="*/ 17 h 27"/>
                  <a:gd name="T8" fmla="*/ 0 w 21"/>
                  <a:gd name="T9" fmla="*/ 0 h 27"/>
                  <a:gd name="T10" fmla="*/ 4 w 21"/>
                  <a:gd name="T11" fmla="*/ 0 h 27"/>
                  <a:gd name="T12" fmla="*/ 4 w 21"/>
                  <a:gd name="T13" fmla="*/ 16 h 27"/>
                  <a:gd name="T14" fmla="*/ 10 w 21"/>
                  <a:gd name="T15" fmla="*/ 23 h 27"/>
                  <a:gd name="T16" fmla="*/ 17 w 21"/>
                  <a:gd name="T17" fmla="*/ 15 h 27"/>
                  <a:gd name="T18" fmla="*/ 17 w 21"/>
                  <a:gd name="T19" fmla="*/ 0 h 27"/>
                  <a:gd name="T20" fmla="*/ 21 w 21"/>
                  <a:gd name="T21" fmla="*/ 0 h 27"/>
                  <a:gd name="T22" fmla="*/ 21 w 21"/>
                  <a:gd name="T23" fmla="*/ 20 h 27"/>
                  <a:gd name="T24" fmla="*/ 21 w 21"/>
                  <a:gd name="T25" fmla="*/ 26 h 27"/>
                  <a:gd name="T26" fmla="*/ 17 w 21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10" y="23"/>
                    </a:cubicBezTo>
                    <a:cubicBezTo>
                      <a:pt x="14" y="23"/>
                      <a:pt x="17" y="20"/>
                      <a:pt x="17" y="1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2"/>
                      <a:pt x="21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Freeform 464"/>
              <p:cNvSpPr>
                <a:spLocks/>
              </p:cNvSpPr>
              <p:nvPr userDrawn="1"/>
            </p:nvSpPr>
            <p:spPr bwMode="auto">
              <a:xfrm>
                <a:off x="2098509" y="6153970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3 h 27"/>
                  <a:gd name="T6" fmla="*/ 12 w 18"/>
                  <a:gd name="T7" fmla="*/ 0 h 27"/>
                  <a:gd name="T8" fmla="*/ 18 w 18"/>
                  <a:gd name="T9" fmla="*/ 1 h 27"/>
                  <a:gd name="T10" fmla="*/ 17 w 18"/>
                  <a:gd name="T11" fmla="*/ 4 h 27"/>
                  <a:gd name="T12" fmla="*/ 12 w 18"/>
                  <a:gd name="T13" fmla="*/ 3 h 27"/>
                  <a:gd name="T14" fmla="*/ 4 w 18"/>
                  <a:gd name="T15" fmla="*/ 13 h 27"/>
                  <a:gd name="T16" fmla="*/ 12 w 18"/>
                  <a:gd name="T17" fmla="*/ 23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6"/>
                      <a:pt x="14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Freeform 465"/>
              <p:cNvSpPr>
                <a:spLocks noEditPoints="1"/>
              </p:cNvSpPr>
              <p:nvPr userDrawn="1"/>
            </p:nvSpPr>
            <p:spPr bwMode="auto">
              <a:xfrm>
                <a:off x="2161545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Freeform 466"/>
              <p:cNvSpPr>
                <a:spLocks noEditPoints="1"/>
              </p:cNvSpPr>
              <p:nvPr userDrawn="1"/>
            </p:nvSpPr>
            <p:spPr bwMode="auto">
              <a:xfrm>
                <a:off x="2234873" y="6123096"/>
                <a:ext cx="69468" cy="114494"/>
              </a:xfrm>
              <a:custGeom>
                <a:avLst/>
                <a:gdLst>
                  <a:gd name="T0" fmla="*/ 23 w 23"/>
                  <a:gd name="T1" fmla="*/ 36 h 37"/>
                  <a:gd name="T2" fmla="*/ 19 w 23"/>
                  <a:gd name="T3" fmla="*/ 36 h 37"/>
                  <a:gd name="T4" fmla="*/ 19 w 23"/>
                  <a:gd name="T5" fmla="*/ 33 h 37"/>
                  <a:gd name="T6" fmla="*/ 11 w 23"/>
                  <a:gd name="T7" fmla="*/ 37 h 37"/>
                  <a:gd name="T8" fmla="*/ 0 w 23"/>
                  <a:gd name="T9" fmla="*/ 23 h 37"/>
                  <a:gd name="T10" fmla="*/ 11 w 23"/>
                  <a:gd name="T11" fmla="*/ 10 h 37"/>
                  <a:gd name="T12" fmla="*/ 19 w 23"/>
                  <a:gd name="T13" fmla="*/ 14 h 37"/>
                  <a:gd name="T14" fmla="*/ 19 w 23"/>
                  <a:gd name="T15" fmla="*/ 0 h 37"/>
                  <a:gd name="T16" fmla="*/ 23 w 23"/>
                  <a:gd name="T17" fmla="*/ 0 h 37"/>
                  <a:gd name="T18" fmla="*/ 23 w 23"/>
                  <a:gd name="T19" fmla="*/ 36 h 37"/>
                  <a:gd name="T20" fmla="*/ 12 w 23"/>
                  <a:gd name="T21" fmla="*/ 13 h 37"/>
                  <a:gd name="T22" fmla="*/ 5 w 23"/>
                  <a:gd name="T23" fmla="*/ 23 h 37"/>
                  <a:gd name="T24" fmla="*/ 12 w 23"/>
                  <a:gd name="T25" fmla="*/ 33 h 37"/>
                  <a:gd name="T26" fmla="*/ 19 w 23"/>
                  <a:gd name="T27" fmla="*/ 23 h 37"/>
                  <a:gd name="T28" fmla="*/ 12 w 23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7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4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5" y="18"/>
                      <a:pt x="5" y="23"/>
                    </a:cubicBezTo>
                    <a:cubicBezTo>
                      <a:pt x="5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Freeform 467"/>
              <p:cNvSpPr>
                <a:spLocks/>
              </p:cNvSpPr>
              <p:nvPr userDrawn="1"/>
            </p:nvSpPr>
            <p:spPr bwMode="auto">
              <a:xfrm>
                <a:off x="2322351" y="6224726"/>
                <a:ext cx="21870" cy="28302"/>
              </a:xfrm>
              <a:custGeom>
                <a:avLst/>
                <a:gdLst>
                  <a:gd name="T0" fmla="*/ 17 w 17"/>
                  <a:gd name="T1" fmla="*/ 0 h 22"/>
                  <a:gd name="T2" fmla="*/ 7 w 17"/>
                  <a:gd name="T3" fmla="*/ 22 h 22"/>
                  <a:gd name="T4" fmla="*/ 0 w 17"/>
                  <a:gd name="T5" fmla="*/ 22 h 22"/>
                  <a:gd name="T6" fmla="*/ 5 w 17"/>
                  <a:gd name="T7" fmla="*/ 0 h 22"/>
                  <a:gd name="T8" fmla="*/ 17 w 17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7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5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0" name="Freeform 468"/>
              <p:cNvSpPr>
                <a:spLocks/>
              </p:cNvSpPr>
              <p:nvPr userDrawn="1"/>
            </p:nvSpPr>
            <p:spPr bwMode="auto">
              <a:xfrm>
                <a:off x="2395679" y="6153970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3 h 27"/>
                  <a:gd name="T6" fmla="*/ 12 w 18"/>
                  <a:gd name="T7" fmla="*/ 0 h 27"/>
                  <a:gd name="T8" fmla="*/ 18 w 18"/>
                  <a:gd name="T9" fmla="*/ 1 h 27"/>
                  <a:gd name="T10" fmla="*/ 18 w 18"/>
                  <a:gd name="T11" fmla="*/ 4 h 27"/>
                  <a:gd name="T12" fmla="*/ 12 w 18"/>
                  <a:gd name="T13" fmla="*/ 3 h 27"/>
                  <a:gd name="T14" fmla="*/ 4 w 18"/>
                  <a:gd name="T15" fmla="*/ 13 h 27"/>
                  <a:gd name="T16" fmla="*/ 12 w 18"/>
                  <a:gd name="T17" fmla="*/ 23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6"/>
                      <a:pt x="15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1" name="Freeform 469"/>
              <p:cNvSpPr>
                <a:spLocks noEditPoints="1"/>
              </p:cNvSpPr>
              <p:nvPr userDrawn="1"/>
            </p:nvSpPr>
            <p:spPr bwMode="auto">
              <a:xfrm>
                <a:off x="2458715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2" name="Freeform 470"/>
              <p:cNvSpPr>
                <a:spLocks noEditPoints="1"/>
              </p:cNvSpPr>
              <p:nvPr userDrawn="1"/>
            </p:nvSpPr>
            <p:spPr bwMode="auto">
              <a:xfrm>
                <a:off x="2543620" y="6153970"/>
                <a:ext cx="66895" cy="110635"/>
              </a:xfrm>
              <a:custGeom>
                <a:avLst/>
                <a:gdLst>
                  <a:gd name="T0" fmla="*/ 0 w 22"/>
                  <a:gd name="T1" fmla="*/ 0 h 36"/>
                  <a:gd name="T2" fmla="*/ 4 w 22"/>
                  <a:gd name="T3" fmla="*/ 0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3 h 36"/>
                  <a:gd name="T10" fmla="*/ 11 w 22"/>
                  <a:gd name="T11" fmla="*/ 27 h 36"/>
                  <a:gd name="T12" fmla="*/ 4 w 22"/>
                  <a:gd name="T13" fmla="*/ 22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0 h 36"/>
                  <a:gd name="T20" fmla="*/ 11 w 22"/>
                  <a:gd name="T21" fmla="*/ 23 h 36"/>
                  <a:gd name="T22" fmla="*/ 18 w 22"/>
                  <a:gd name="T23" fmla="*/ 13 h 36"/>
                  <a:gd name="T24" fmla="*/ 11 w 22"/>
                  <a:gd name="T25" fmla="*/ 3 h 36"/>
                  <a:gd name="T26" fmla="*/ 4 w 22"/>
                  <a:gd name="T27" fmla="*/ 13 h 36"/>
                  <a:gd name="T28" fmla="*/ 11 w 22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6" y="23"/>
                      <a:pt x="18" y="18"/>
                      <a:pt x="18" y="13"/>
                    </a:cubicBezTo>
                    <a:cubicBezTo>
                      <a:pt x="18" y="6"/>
                      <a:pt x="15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3" name="Freeform 471"/>
              <p:cNvSpPr>
                <a:spLocks noEditPoints="1"/>
              </p:cNvSpPr>
              <p:nvPr userDrawn="1"/>
            </p:nvSpPr>
            <p:spPr bwMode="auto">
              <a:xfrm>
                <a:off x="2628526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4" name="Freeform 472"/>
              <p:cNvSpPr>
                <a:spLocks noEditPoints="1"/>
              </p:cNvSpPr>
              <p:nvPr userDrawn="1"/>
            </p:nvSpPr>
            <p:spPr bwMode="auto">
              <a:xfrm>
                <a:off x="2659401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0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4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0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7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" name="Freeform 473"/>
              <p:cNvSpPr>
                <a:spLocks noEditPoints="1"/>
              </p:cNvSpPr>
              <p:nvPr userDrawn="1"/>
            </p:nvSpPr>
            <p:spPr bwMode="auto">
              <a:xfrm>
                <a:off x="2731442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3" y="10"/>
                      <a:pt x="17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1" y="33"/>
                    </a:cubicBezTo>
                    <a:cubicBezTo>
                      <a:pt x="17" y="33"/>
                      <a:pt x="18" y="28"/>
                      <a:pt x="18" y="23"/>
                    </a:cubicBezTo>
                    <a:cubicBezTo>
                      <a:pt x="18" y="19"/>
                      <a:pt x="17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6" name="Freeform 474"/>
              <p:cNvSpPr>
                <a:spLocks/>
              </p:cNvSpPr>
              <p:nvPr userDrawn="1"/>
            </p:nvSpPr>
            <p:spPr bwMode="auto">
              <a:xfrm>
                <a:off x="2820207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4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4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7" name="Freeform 475"/>
              <p:cNvSpPr>
                <a:spLocks noEditPoints="1"/>
              </p:cNvSpPr>
              <p:nvPr userDrawn="1"/>
            </p:nvSpPr>
            <p:spPr bwMode="auto">
              <a:xfrm>
                <a:off x="2889676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9 w 22"/>
                  <a:gd name="T3" fmla="*/ 36 h 37"/>
                  <a:gd name="T4" fmla="*/ 19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9 w 22"/>
                  <a:gd name="T13" fmla="*/ 14 h 37"/>
                  <a:gd name="T14" fmla="*/ 19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2 w 22"/>
                  <a:gd name="T21" fmla="*/ 13 h 37"/>
                  <a:gd name="T22" fmla="*/ 4 w 22"/>
                  <a:gd name="T23" fmla="*/ 23 h 37"/>
                  <a:gd name="T24" fmla="*/ 12 w 22"/>
                  <a:gd name="T25" fmla="*/ 33 h 37"/>
                  <a:gd name="T26" fmla="*/ 19 w 22"/>
                  <a:gd name="T27" fmla="*/ 23 h 37"/>
                  <a:gd name="T28" fmla="*/ 12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8" name="Freeform 476"/>
              <p:cNvSpPr>
                <a:spLocks noEditPoints="1"/>
              </p:cNvSpPr>
              <p:nvPr userDrawn="1"/>
            </p:nvSpPr>
            <p:spPr bwMode="auto">
              <a:xfrm>
                <a:off x="2981013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9" name="Freeform 477"/>
              <p:cNvSpPr>
                <a:spLocks/>
              </p:cNvSpPr>
              <p:nvPr userDrawn="1"/>
            </p:nvSpPr>
            <p:spPr bwMode="auto">
              <a:xfrm>
                <a:off x="3010602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10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8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2" y="3"/>
                      <a:pt x="10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5"/>
                      <a:pt x="17" y="19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8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2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0" name="Freeform 478"/>
              <p:cNvSpPr>
                <a:spLocks/>
              </p:cNvSpPr>
              <p:nvPr userDrawn="1"/>
            </p:nvSpPr>
            <p:spPr bwMode="auto">
              <a:xfrm>
                <a:off x="3071065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" name="Rectangle 479"/>
              <p:cNvSpPr>
                <a:spLocks noChangeArrowheads="1"/>
              </p:cNvSpPr>
              <p:nvPr userDrawn="1"/>
            </p:nvSpPr>
            <p:spPr bwMode="auto">
              <a:xfrm>
                <a:off x="3144393" y="6123096"/>
                <a:ext cx="15437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2" name="Freeform 480"/>
              <p:cNvSpPr>
                <a:spLocks noEditPoints="1"/>
              </p:cNvSpPr>
              <p:nvPr userDrawn="1"/>
            </p:nvSpPr>
            <p:spPr bwMode="auto">
              <a:xfrm>
                <a:off x="3173981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3" name="Freeform 481"/>
              <p:cNvSpPr>
                <a:spLocks/>
              </p:cNvSpPr>
              <p:nvPr userDrawn="1"/>
            </p:nvSpPr>
            <p:spPr bwMode="auto">
              <a:xfrm>
                <a:off x="3256313" y="6153970"/>
                <a:ext cx="48885" cy="83620"/>
              </a:xfrm>
              <a:custGeom>
                <a:avLst/>
                <a:gdLst>
                  <a:gd name="T0" fmla="*/ 14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0 w 16"/>
                  <a:gd name="T15" fmla="*/ 22 h 27"/>
                  <a:gd name="T16" fmla="*/ 7 w 16"/>
                  <a:gd name="T17" fmla="*/ 23 h 27"/>
                  <a:gd name="T18" fmla="*/ 12 w 16"/>
                  <a:gd name="T19" fmla="*/ 19 h 27"/>
                  <a:gd name="T20" fmla="*/ 7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2" y="22"/>
                      <a:pt x="12" y="19"/>
                    </a:cubicBezTo>
                    <a:cubicBezTo>
                      <a:pt x="12" y="17"/>
                      <a:pt x="11" y="16"/>
                      <a:pt x="7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Freeform 482"/>
              <p:cNvSpPr>
                <a:spLocks noEditPoints="1"/>
              </p:cNvSpPr>
              <p:nvPr userDrawn="1"/>
            </p:nvSpPr>
            <p:spPr bwMode="auto">
              <a:xfrm>
                <a:off x="3314204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Freeform 483"/>
              <p:cNvSpPr>
                <a:spLocks noEditPoints="1"/>
              </p:cNvSpPr>
              <p:nvPr userDrawn="1"/>
            </p:nvSpPr>
            <p:spPr bwMode="auto">
              <a:xfrm>
                <a:off x="3390104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6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3" y="10"/>
                      <a:pt x="16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6" y="33"/>
                      <a:pt x="11" y="33"/>
                    </a:cubicBezTo>
                    <a:cubicBezTo>
                      <a:pt x="16" y="33"/>
                      <a:pt x="18" y="28"/>
                      <a:pt x="18" y="23"/>
                    </a:cubicBezTo>
                    <a:cubicBezTo>
                      <a:pt x="18" y="19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Freeform 484"/>
              <p:cNvSpPr>
                <a:spLocks/>
              </p:cNvSpPr>
              <p:nvPr userDrawn="1"/>
            </p:nvSpPr>
            <p:spPr bwMode="auto">
              <a:xfrm>
                <a:off x="3475010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9 w 16"/>
                  <a:gd name="T3" fmla="*/ 22 h 22"/>
                  <a:gd name="T4" fmla="*/ 0 w 16"/>
                  <a:gd name="T5" fmla="*/ 22 h 22"/>
                  <a:gd name="T6" fmla="*/ 7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9" y="22"/>
                    </a:lnTo>
                    <a:lnTo>
                      <a:pt x="0" y="22"/>
                    </a:lnTo>
                    <a:lnTo>
                      <a:pt x="7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Freeform 486"/>
              <p:cNvSpPr>
                <a:spLocks/>
              </p:cNvSpPr>
              <p:nvPr userDrawn="1"/>
            </p:nvSpPr>
            <p:spPr bwMode="auto">
              <a:xfrm>
                <a:off x="3547051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3 w 14"/>
                  <a:gd name="T21" fmla="*/ 8 h 35"/>
                  <a:gd name="T22" fmla="*/ 13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Freeform 487"/>
              <p:cNvSpPr>
                <a:spLocks/>
              </p:cNvSpPr>
              <p:nvPr userDrawn="1"/>
            </p:nvSpPr>
            <p:spPr bwMode="auto">
              <a:xfrm>
                <a:off x="3602369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5 w 13"/>
                  <a:gd name="T5" fmla="*/ 13 h 26"/>
                  <a:gd name="T6" fmla="*/ 5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9"/>
                      <a:pt x="5" y="13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Freeform 488"/>
              <p:cNvSpPr>
                <a:spLocks noEditPoints="1"/>
              </p:cNvSpPr>
              <p:nvPr userDrawn="1"/>
            </p:nvSpPr>
            <p:spPr bwMode="auto">
              <a:xfrm>
                <a:off x="3644821" y="6150112"/>
                <a:ext cx="60464" cy="87478"/>
              </a:xfrm>
              <a:custGeom>
                <a:avLst/>
                <a:gdLst>
                  <a:gd name="T0" fmla="*/ 17 w 20"/>
                  <a:gd name="T1" fmla="*/ 27 h 28"/>
                  <a:gd name="T2" fmla="*/ 17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7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5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8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5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Freeform 489"/>
              <p:cNvSpPr>
                <a:spLocks/>
              </p:cNvSpPr>
              <p:nvPr userDrawn="1"/>
            </p:nvSpPr>
            <p:spPr bwMode="auto">
              <a:xfrm>
                <a:off x="3723295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2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1 w 21"/>
                  <a:gd name="T13" fmla="*/ 26 h 26"/>
                  <a:gd name="T14" fmla="*/ 1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2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Freeform 490"/>
              <p:cNvSpPr>
                <a:spLocks/>
              </p:cNvSpPr>
              <p:nvPr userDrawn="1"/>
            </p:nvSpPr>
            <p:spPr bwMode="auto">
              <a:xfrm>
                <a:off x="3801768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Freeform 491"/>
              <p:cNvSpPr>
                <a:spLocks/>
              </p:cNvSpPr>
              <p:nvPr userDrawn="1"/>
            </p:nvSpPr>
            <p:spPr bwMode="auto">
              <a:xfrm>
                <a:off x="3868663" y="6153970"/>
                <a:ext cx="100343" cy="79760"/>
              </a:xfrm>
              <a:custGeom>
                <a:avLst/>
                <a:gdLst>
                  <a:gd name="T0" fmla="*/ 33 w 33"/>
                  <a:gd name="T1" fmla="*/ 26 h 26"/>
                  <a:gd name="T2" fmla="*/ 29 w 33"/>
                  <a:gd name="T3" fmla="*/ 26 h 26"/>
                  <a:gd name="T4" fmla="*/ 29 w 33"/>
                  <a:gd name="T5" fmla="*/ 9 h 26"/>
                  <a:gd name="T6" fmla="*/ 24 w 33"/>
                  <a:gd name="T7" fmla="*/ 3 h 26"/>
                  <a:gd name="T8" fmla="*/ 18 w 33"/>
                  <a:gd name="T9" fmla="*/ 12 h 26"/>
                  <a:gd name="T10" fmla="*/ 18 w 33"/>
                  <a:gd name="T11" fmla="*/ 26 h 26"/>
                  <a:gd name="T12" fmla="*/ 14 w 33"/>
                  <a:gd name="T13" fmla="*/ 26 h 26"/>
                  <a:gd name="T14" fmla="*/ 14 w 33"/>
                  <a:gd name="T15" fmla="*/ 9 h 26"/>
                  <a:gd name="T16" fmla="*/ 9 w 33"/>
                  <a:gd name="T17" fmla="*/ 3 h 26"/>
                  <a:gd name="T18" fmla="*/ 4 w 33"/>
                  <a:gd name="T19" fmla="*/ 12 h 26"/>
                  <a:gd name="T20" fmla="*/ 4 w 33"/>
                  <a:gd name="T21" fmla="*/ 26 h 26"/>
                  <a:gd name="T22" fmla="*/ 0 w 33"/>
                  <a:gd name="T23" fmla="*/ 26 h 26"/>
                  <a:gd name="T24" fmla="*/ 0 w 33"/>
                  <a:gd name="T25" fmla="*/ 6 h 26"/>
                  <a:gd name="T26" fmla="*/ 0 w 33"/>
                  <a:gd name="T27" fmla="*/ 0 h 26"/>
                  <a:gd name="T28" fmla="*/ 4 w 33"/>
                  <a:gd name="T29" fmla="*/ 0 h 26"/>
                  <a:gd name="T30" fmla="*/ 4 w 33"/>
                  <a:gd name="T31" fmla="*/ 4 h 26"/>
                  <a:gd name="T32" fmla="*/ 11 w 33"/>
                  <a:gd name="T33" fmla="*/ 0 h 26"/>
                  <a:gd name="T34" fmla="*/ 17 w 33"/>
                  <a:gd name="T35" fmla="*/ 5 h 26"/>
                  <a:gd name="T36" fmla="*/ 25 w 33"/>
                  <a:gd name="T37" fmla="*/ 0 h 26"/>
                  <a:gd name="T38" fmla="*/ 33 w 33"/>
                  <a:gd name="T39" fmla="*/ 8 h 26"/>
                  <a:gd name="T40" fmla="*/ 33 w 33"/>
                  <a:gd name="T4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6">
                    <a:moveTo>
                      <a:pt x="33" y="26"/>
                    </a:move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5"/>
                      <a:pt x="27" y="3"/>
                      <a:pt x="24" y="3"/>
                    </a:cubicBezTo>
                    <a:cubicBezTo>
                      <a:pt x="19" y="3"/>
                      <a:pt x="18" y="8"/>
                      <a:pt x="18" y="12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5"/>
                      <a:pt x="13" y="3"/>
                      <a:pt x="9" y="3"/>
                    </a:cubicBezTo>
                    <a:cubicBezTo>
                      <a:pt x="5" y="3"/>
                      <a:pt x="4" y="8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Freeform 492"/>
              <p:cNvSpPr>
                <a:spLocks noEditPoints="1"/>
              </p:cNvSpPr>
              <p:nvPr userDrawn="1"/>
            </p:nvSpPr>
            <p:spPr bwMode="auto">
              <a:xfrm>
                <a:off x="3989589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Freeform 493"/>
              <p:cNvSpPr>
                <a:spLocks/>
              </p:cNvSpPr>
              <p:nvPr userDrawn="1"/>
            </p:nvSpPr>
            <p:spPr bwMode="auto">
              <a:xfrm>
                <a:off x="4017891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8 w 15"/>
                  <a:gd name="T17" fmla="*/ 0 h 35"/>
                  <a:gd name="T18" fmla="*/ 8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5" name="Freeform 494"/>
              <p:cNvSpPr>
                <a:spLocks/>
              </p:cNvSpPr>
              <p:nvPr userDrawn="1"/>
            </p:nvSpPr>
            <p:spPr bwMode="auto">
              <a:xfrm>
                <a:off x="4069349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6" name="Freeform 495"/>
              <p:cNvSpPr>
                <a:spLocks noEditPoints="1"/>
              </p:cNvSpPr>
              <p:nvPr userDrawn="1"/>
            </p:nvSpPr>
            <p:spPr bwMode="auto">
              <a:xfrm>
                <a:off x="4120807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7" name="Freeform 496"/>
              <p:cNvSpPr>
                <a:spLocks noEditPoints="1"/>
              </p:cNvSpPr>
              <p:nvPr userDrawn="1"/>
            </p:nvSpPr>
            <p:spPr bwMode="auto">
              <a:xfrm>
                <a:off x="4192848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9 w 22"/>
                  <a:gd name="T3" fmla="*/ 36 h 37"/>
                  <a:gd name="T4" fmla="*/ 19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9 w 22"/>
                  <a:gd name="T13" fmla="*/ 14 h 37"/>
                  <a:gd name="T14" fmla="*/ 19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2 w 22"/>
                  <a:gd name="T21" fmla="*/ 13 h 37"/>
                  <a:gd name="T22" fmla="*/ 4 w 22"/>
                  <a:gd name="T23" fmla="*/ 23 h 37"/>
                  <a:gd name="T24" fmla="*/ 12 w 22"/>
                  <a:gd name="T25" fmla="*/ 33 h 37"/>
                  <a:gd name="T26" fmla="*/ 19 w 22"/>
                  <a:gd name="T27" fmla="*/ 23 h 37"/>
                  <a:gd name="T28" fmla="*/ 12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8" name="Freeform 497"/>
              <p:cNvSpPr>
                <a:spLocks noEditPoints="1"/>
              </p:cNvSpPr>
              <p:nvPr userDrawn="1"/>
            </p:nvSpPr>
            <p:spPr bwMode="auto">
              <a:xfrm>
                <a:off x="4322780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9" name="Freeform 498"/>
              <p:cNvSpPr>
                <a:spLocks/>
              </p:cNvSpPr>
              <p:nvPr userDrawn="1"/>
            </p:nvSpPr>
            <p:spPr bwMode="auto">
              <a:xfrm>
                <a:off x="4356228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0" name="Freeform 499"/>
              <p:cNvSpPr>
                <a:spLocks/>
              </p:cNvSpPr>
              <p:nvPr userDrawn="1"/>
            </p:nvSpPr>
            <p:spPr bwMode="auto">
              <a:xfrm>
                <a:off x="4469435" y="6153970"/>
                <a:ext cx="108062" cy="79760"/>
              </a:xfrm>
              <a:custGeom>
                <a:avLst/>
                <a:gdLst>
                  <a:gd name="T0" fmla="*/ 84 w 84"/>
                  <a:gd name="T1" fmla="*/ 0 h 62"/>
                  <a:gd name="T2" fmla="*/ 66 w 84"/>
                  <a:gd name="T3" fmla="*/ 62 h 62"/>
                  <a:gd name="T4" fmla="*/ 56 w 84"/>
                  <a:gd name="T5" fmla="*/ 62 h 62"/>
                  <a:gd name="T6" fmla="*/ 42 w 84"/>
                  <a:gd name="T7" fmla="*/ 12 h 62"/>
                  <a:gd name="T8" fmla="*/ 28 w 84"/>
                  <a:gd name="T9" fmla="*/ 62 h 62"/>
                  <a:gd name="T10" fmla="*/ 16 w 84"/>
                  <a:gd name="T11" fmla="*/ 62 h 62"/>
                  <a:gd name="T12" fmla="*/ 0 w 84"/>
                  <a:gd name="T13" fmla="*/ 0 h 62"/>
                  <a:gd name="T14" fmla="*/ 9 w 84"/>
                  <a:gd name="T15" fmla="*/ 0 h 62"/>
                  <a:gd name="T16" fmla="*/ 23 w 84"/>
                  <a:gd name="T17" fmla="*/ 53 h 62"/>
                  <a:gd name="T18" fmla="*/ 37 w 84"/>
                  <a:gd name="T19" fmla="*/ 0 h 62"/>
                  <a:gd name="T20" fmla="*/ 47 w 84"/>
                  <a:gd name="T21" fmla="*/ 0 h 62"/>
                  <a:gd name="T22" fmla="*/ 61 w 84"/>
                  <a:gd name="T23" fmla="*/ 53 h 62"/>
                  <a:gd name="T24" fmla="*/ 75 w 84"/>
                  <a:gd name="T25" fmla="*/ 0 h 62"/>
                  <a:gd name="T26" fmla="*/ 84 w 84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62">
                    <a:moveTo>
                      <a:pt x="84" y="0"/>
                    </a:moveTo>
                    <a:lnTo>
                      <a:pt x="66" y="62"/>
                    </a:lnTo>
                    <a:lnTo>
                      <a:pt x="56" y="62"/>
                    </a:lnTo>
                    <a:lnTo>
                      <a:pt x="42" y="12"/>
                    </a:lnTo>
                    <a:lnTo>
                      <a:pt x="28" y="62"/>
                    </a:lnTo>
                    <a:lnTo>
                      <a:pt x="16" y="6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3" y="53"/>
                    </a:lnTo>
                    <a:lnTo>
                      <a:pt x="37" y="0"/>
                    </a:lnTo>
                    <a:lnTo>
                      <a:pt x="47" y="0"/>
                    </a:lnTo>
                    <a:lnTo>
                      <a:pt x="61" y="53"/>
                    </a:lnTo>
                    <a:lnTo>
                      <a:pt x="75" y="0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1" name="Freeform 500"/>
              <p:cNvSpPr>
                <a:spLocks/>
              </p:cNvSpPr>
              <p:nvPr userDrawn="1"/>
            </p:nvSpPr>
            <p:spPr bwMode="auto">
              <a:xfrm>
                <a:off x="4592935" y="6123096"/>
                <a:ext cx="60464" cy="110635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1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5 h 36"/>
                  <a:gd name="T20" fmla="*/ 11 w 20"/>
                  <a:gd name="T21" fmla="*/ 10 h 36"/>
                  <a:gd name="T22" fmla="*/ 20 w 20"/>
                  <a:gd name="T23" fmla="*/ 21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1" y="10"/>
                    </a:cubicBezTo>
                    <a:cubicBezTo>
                      <a:pt x="18" y="10"/>
                      <a:pt x="20" y="14"/>
                      <a:pt x="20" y="21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2" name="Freeform 501"/>
              <p:cNvSpPr>
                <a:spLocks noEditPoints="1"/>
              </p:cNvSpPr>
              <p:nvPr userDrawn="1"/>
            </p:nvSpPr>
            <p:spPr bwMode="auto">
              <a:xfrm>
                <a:off x="4668835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3" name="Rectangle 502"/>
              <p:cNvSpPr>
                <a:spLocks noChangeArrowheads="1"/>
              </p:cNvSpPr>
              <p:nvPr userDrawn="1"/>
            </p:nvSpPr>
            <p:spPr bwMode="auto">
              <a:xfrm>
                <a:off x="4756313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4" name="Freeform 503"/>
              <p:cNvSpPr>
                <a:spLocks noEditPoints="1"/>
              </p:cNvSpPr>
              <p:nvPr userDrawn="1"/>
            </p:nvSpPr>
            <p:spPr bwMode="auto">
              <a:xfrm>
                <a:off x="4784615" y="6150112"/>
                <a:ext cx="65609" cy="87478"/>
              </a:xfrm>
              <a:custGeom>
                <a:avLst/>
                <a:gdLst>
                  <a:gd name="T0" fmla="*/ 13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3 w 22"/>
                  <a:gd name="T19" fmla="*/ 24 h 28"/>
                  <a:gd name="T20" fmla="*/ 18 w 22"/>
                  <a:gd name="T21" fmla="*/ 12 h 28"/>
                  <a:gd name="T22" fmla="*/ 12 w 22"/>
                  <a:gd name="T23" fmla="*/ 4 h 28"/>
                  <a:gd name="T24" fmla="*/ 5 w 22"/>
                  <a:gd name="T25" fmla="*/ 12 h 28"/>
                  <a:gd name="T26" fmla="*/ 18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3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8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3" y="24"/>
                    </a:cubicBezTo>
                    <a:close/>
                    <a:moveTo>
                      <a:pt x="18" y="12"/>
                    </a:moveTo>
                    <a:cubicBezTo>
                      <a:pt x="18" y="8"/>
                      <a:pt x="15" y="4"/>
                      <a:pt x="12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8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Freeform 504"/>
              <p:cNvSpPr>
                <a:spLocks noEditPoints="1"/>
              </p:cNvSpPr>
              <p:nvPr userDrawn="1"/>
            </p:nvSpPr>
            <p:spPr bwMode="auto">
              <a:xfrm>
                <a:off x="4896537" y="6153970"/>
                <a:ext cx="72041" cy="83620"/>
              </a:xfrm>
              <a:custGeom>
                <a:avLst/>
                <a:gdLst>
                  <a:gd name="T0" fmla="*/ 12 w 24"/>
                  <a:gd name="T1" fmla="*/ 0 h 27"/>
                  <a:gd name="T2" fmla="*/ 24 w 24"/>
                  <a:gd name="T3" fmla="*/ 13 h 27"/>
                  <a:gd name="T4" fmla="*/ 12 w 24"/>
                  <a:gd name="T5" fmla="*/ 27 h 27"/>
                  <a:gd name="T6" fmla="*/ 0 w 24"/>
                  <a:gd name="T7" fmla="*/ 13 h 27"/>
                  <a:gd name="T8" fmla="*/ 12 w 24"/>
                  <a:gd name="T9" fmla="*/ 0 h 27"/>
                  <a:gd name="T10" fmla="*/ 12 w 24"/>
                  <a:gd name="T11" fmla="*/ 3 h 27"/>
                  <a:gd name="T12" fmla="*/ 5 w 24"/>
                  <a:gd name="T13" fmla="*/ 13 h 27"/>
                  <a:gd name="T14" fmla="*/ 12 w 24"/>
                  <a:gd name="T15" fmla="*/ 23 h 27"/>
                  <a:gd name="T16" fmla="*/ 19 w 24"/>
                  <a:gd name="T17" fmla="*/ 13 h 27"/>
                  <a:gd name="T18" fmla="*/ 12 w 24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7">
                    <a:moveTo>
                      <a:pt x="12" y="0"/>
                    </a:moveTo>
                    <a:cubicBezTo>
                      <a:pt x="20" y="0"/>
                      <a:pt x="24" y="6"/>
                      <a:pt x="24" y="13"/>
                    </a:cubicBezTo>
                    <a:cubicBezTo>
                      <a:pt x="24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5" y="8"/>
                      <a:pt x="5" y="13"/>
                    </a:cubicBezTo>
                    <a:cubicBezTo>
                      <a:pt x="5" y="18"/>
                      <a:pt x="6" y="23"/>
                      <a:pt x="12" y="23"/>
                    </a:cubicBezTo>
                    <a:cubicBezTo>
                      <a:pt x="18" y="23"/>
                      <a:pt x="19" y="18"/>
                      <a:pt x="19" y="13"/>
                    </a:cubicBezTo>
                    <a:cubicBezTo>
                      <a:pt x="19" y="8"/>
                      <a:pt x="18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Freeform 505"/>
              <p:cNvSpPr>
                <a:spLocks/>
              </p:cNvSpPr>
              <p:nvPr userDrawn="1"/>
            </p:nvSpPr>
            <p:spPr bwMode="auto">
              <a:xfrm>
                <a:off x="4981442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Freeform 506"/>
              <p:cNvSpPr>
                <a:spLocks noEditPoints="1"/>
              </p:cNvSpPr>
              <p:nvPr userDrawn="1"/>
            </p:nvSpPr>
            <p:spPr bwMode="auto">
              <a:xfrm>
                <a:off x="5075353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Freeform 507"/>
              <p:cNvSpPr>
                <a:spLocks/>
              </p:cNvSpPr>
              <p:nvPr userDrawn="1"/>
            </p:nvSpPr>
            <p:spPr bwMode="auto">
              <a:xfrm>
                <a:off x="5108800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Freeform 508"/>
              <p:cNvSpPr>
                <a:spLocks noEditPoints="1"/>
              </p:cNvSpPr>
              <p:nvPr userDrawn="1"/>
            </p:nvSpPr>
            <p:spPr bwMode="auto">
              <a:xfrm>
                <a:off x="5227154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Freeform 509"/>
              <p:cNvSpPr>
                <a:spLocks noEditPoints="1"/>
              </p:cNvSpPr>
              <p:nvPr userDrawn="1"/>
            </p:nvSpPr>
            <p:spPr bwMode="auto">
              <a:xfrm>
                <a:off x="5305627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8 w 20"/>
                  <a:gd name="T5" fmla="*/ 28 h 28"/>
                  <a:gd name="T6" fmla="*/ 0 w 20"/>
                  <a:gd name="T7" fmla="*/ 20 h 28"/>
                  <a:gd name="T8" fmla="*/ 14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0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1" y="28"/>
                      <a:pt x="8" y="28"/>
                    </a:cubicBezTo>
                    <a:cubicBezTo>
                      <a:pt x="3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0" y="4"/>
                    </a:cubicBezTo>
                    <a:cubicBezTo>
                      <a:pt x="8" y="4"/>
                      <a:pt x="5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Freeform 510"/>
              <p:cNvSpPr>
                <a:spLocks/>
              </p:cNvSpPr>
              <p:nvPr userDrawn="1"/>
            </p:nvSpPr>
            <p:spPr bwMode="auto">
              <a:xfrm>
                <a:off x="5384100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Freeform 511"/>
              <p:cNvSpPr>
                <a:spLocks/>
              </p:cNvSpPr>
              <p:nvPr userDrawn="1"/>
            </p:nvSpPr>
            <p:spPr bwMode="auto">
              <a:xfrm>
                <a:off x="5430413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Freeform 512"/>
              <p:cNvSpPr>
                <a:spLocks/>
              </p:cNvSpPr>
              <p:nvPr userDrawn="1"/>
            </p:nvSpPr>
            <p:spPr bwMode="auto">
              <a:xfrm>
                <a:off x="5484444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5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5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Freeform 513"/>
              <p:cNvSpPr>
                <a:spLocks/>
              </p:cNvSpPr>
              <p:nvPr userDrawn="1"/>
            </p:nvSpPr>
            <p:spPr bwMode="auto">
              <a:xfrm>
                <a:off x="5551339" y="6153970"/>
                <a:ext cx="111921" cy="79760"/>
              </a:xfrm>
              <a:custGeom>
                <a:avLst/>
                <a:gdLst>
                  <a:gd name="T0" fmla="*/ 87 w 87"/>
                  <a:gd name="T1" fmla="*/ 0 h 62"/>
                  <a:gd name="T2" fmla="*/ 68 w 87"/>
                  <a:gd name="T3" fmla="*/ 62 h 62"/>
                  <a:gd name="T4" fmla="*/ 59 w 87"/>
                  <a:gd name="T5" fmla="*/ 62 h 62"/>
                  <a:gd name="T6" fmla="*/ 45 w 87"/>
                  <a:gd name="T7" fmla="*/ 12 h 62"/>
                  <a:gd name="T8" fmla="*/ 30 w 87"/>
                  <a:gd name="T9" fmla="*/ 62 h 62"/>
                  <a:gd name="T10" fmla="*/ 19 w 87"/>
                  <a:gd name="T11" fmla="*/ 62 h 62"/>
                  <a:gd name="T12" fmla="*/ 0 w 87"/>
                  <a:gd name="T13" fmla="*/ 0 h 62"/>
                  <a:gd name="T14" fmla="*/ 12 w 87"/>
                  <a:gd name="T15" fmla="*/ 0 h 62"/>
                  <a:gd name="T16" fmla="*/ 26 w 87"/>
                  <a:gd name="T17" fmla="*/ 53 h 62"/>
                  <a:gd name="T18" fmla="*/ 40 w 87"/>
                  <a:gd name="T19" fmla="*/ 0 h 62"/>
                  <a:gd name="T20" fmla="*/ 49 w 87"/>
                  <a:gd name="T21" fmla="*/ 0 h 62"/>
                  <a:gd name="T22" fmla="*/ 63 w 87"/>
                  <a:gd name="T23" fmla="*/ 53 h 62"/>
                  <a:gd name="T24" fmla="*/ 78 w 87"/>
                  <a:gd name="T25" fmla="*/ 0 h 62"/>
                  <a:gd name="T26" fmla="*/ 87 w 87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62">
                    <a:moveTo>
                      <a:pt x="87" y="0"/>
                    </a:moveTo>
                    <a:lnTo>
                      <a:pt x="68" y="62"/>
                    </a:lnTo>
                    <a:lnTo>
                      <a:pt x="59" y="62"/>
                    </a:lnTo>
                    <a:lnTo>
                      <a:pt x="45" y="12"/>
                    </a:lnTo>
                    <a:lnTo>
                      <a:pt x="30" y="62"/>
                    </a:lnTo>
                    <a:lnTo>
                      <a:pt x="19" y="6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6" y="53"/>
                    </a:lnTo>
                    <a:lnTo>
                      <a:pt x="40" y="0"/>
                    </a:lnTo>
                    <a:lnTo>
                      <a:pt x="49" y="0"/>
                    </a:lnTo>
                    <a:lnTo>
                      <a:pt x="63" y="53"/>
                    </a:lnTo>
                    <a:lnTo>
                      <a:pt x="78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Freeform 514"/>
              <p:cNvSpPr>
                <a:spLocks noEditPoints="1"/>
              </p:cNvSpPr>
              <p:nvPr userDrawn="1"/>
            </p:nvSpPr>
            <p:spPr bwMode="auto">
              <a:xfrm>
                <a:off x="5678698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6" name="Freeform 515"/>
              <p:cNvSpPr>
                <a:spLocks/>
              </p:cNvSpPr>
              <p:nvPr userDrawn="1"/>
            </p:nvSpPr>
            <p:spPr bwMode="auto">
              <a:xfrm>
                <a:off x="5705713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7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5 w 15"/>
                  <a:gd name="T13" fmla="*/ 8 h 35"/>
                  <a:gd name="T14" fmla="*/ 5 w 15"/>
                  <a:gd name="T15" fmla="*/ 1 h 35"/>
                  <a:gd name="T16" fmla="*/ 9 w 15"/>
                  <a:gd name="T17" fmla="*/ 0 h 35"/>
                  <a:gd name="T18" fmla="*/ 9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1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7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0"/>
                      <a:pt x="10" y="31"/>
                      <a:pt x="12" y="31"/>
                    </a:cubicBezTo>
                    <a:cubicBezTo>
                      <a:pt x="13" y="31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7" name="Freeform 516"/>
              <p:cNvSpPr>
                <a:spLocks/>
              </p:cNvSpPr>
              <p:nvPr userDrawn="1"/>
            </p:nvSpPr>
            <p:spPr bwMode="auto">
              <a:xfrm>
                <a:off x="5766176" y="6123096"/>
                <a:ext cx="64322" cy="110635"/>
              </a:xfrm>
              <a:custGeom>
                <a:avLst/>
                <a:gdLst>
                  <a:gd name="T0" fmla="*/ 21 w 21"/>
                  <a:gd name="T1" fmla="*/ 36 h 36"/>
                  <a:gd name="T2" fmla="*/ 16 w 21"/>
                  <a:gd name="T3" fmla="*/ 36 h 36"/>
                  <a:gd name="T4" fmla="*/ 16 w 21"/>
                  <a:gd name="T5" fmla="*/ 21 h 36"/>
                  <a:gd name="T6" fmla="*/ 11 w 21"/>
                  <a:gd name="T7" fmla="*/ 13 h 36"/>
                  <a:gd name="T8" fmla="*/ 4 w 21"/>
                  <a:gd name="T9" fmla="*/ 22 h 36"/>
                  <a:gd name="T10" fmla="*/ 4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4 w 21"/>
                  <a:gd name="T17" fmla="*/ 0 h 36"/>
                  <a:gd name="T18" fmla="*/ 4 w 21"/>
                  <a:gd name="T19" fmla="*/ 15 h 36"/>
                  <a:gd name="T20" fmla="*/ 12 w 21"/>
                  <a:gd name="T21" fmla="*/ 10 h 36"/>
                  <a:gd name="T22" fmla="*/ 21 w 21"/>
                  <a:gd name="T23" fmla="*/ 21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2" y="10"/>
                    </a:cubicBezTo>
                    <a:cubicBezTo>
                      <a:pt x="18" y="10"/>
                      <a:pt x="21" y="14"/>
                      <a:pt x="21" y="21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8" name="Freeform 517"/>
              <p:cNvSpPr>
                <a:spLocks noEditPoints="1"/>
              </p:cNvSpPr>
              <p:nvPr userDrawn="1"/>
            </p:nvSpPr>
            <p:spPr bwMode="auto">
              <a:xfrm>
                <a:off x="5842076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9" name="Freeform 518"/>
              <p:cNvSpPr>
                <a:spLocks/>
              </p:cNvSpPr>
              <p:nvPr userDrawn="1"/>
            </p:nvSpPr>
            <p:spPr bwMode="auto">
              <a:xfrm>
                <a:off x="5926982" y="6153970"/>
                <a:ext cx="63036" cy="83620"/>
              </a:xfrm>
              <a:custGeom>
                <a:avLst/>
                <a:gdLst>
                  <a:gd name="T0" fmla="*/ 17 w 21"/>
                  <a:gd name="T1" fmla="*/ 26 h 27"/>
                  <a:gd name="T2" fmla="*/ 17 w 21"/>
                  <a:gd name="T3" fmla="*/ 22 h 27"/>
                  <a:gd name="T4" fmla="*/ 9 w 21"/>
                  <a:gd name="T5" fmla="*/ 27 h 27"/>
                  <a:gd name="T6" fmla="*/ 0 w 21"/>
                  <a:gd name="T7" fmla="*/ 17 h 27"/>
                  <a:gd name="T8" fmla="*/ 0 w 21"/>
                  <a:gd name="T9" fmla="*/ 0 h 27"/>
                  <a:gd name="T10" fmla="*/ 4 w 21"/>
                  <a:gd name="T11" fmla="*/ 0 h 27"/>
                  <a:gd name="T12" fmla="*/ 4 w 21"/>
                  <a:gd name="T13" fmla="*/ 16 h 27"/>
                  <a:gd name="T14" fmla="*/ 9 w 21"/>
                  <a:gd name="T15" fmla="*/ 23 h 27"/>
                  <a:gd name="T16" fmla="*/ 16 w 21"/>
                  <a:gd name="T17" fmla="*/ 15 h 27"/>
                  <a:gd name="T18" fmla="*/ 16 w 21"/>
                  <a:gd name="T19" fmla="*/ 0 h 27"/>
                  <a:gd name="T20" fmla="*/ 20 w 21"/>
                  <a:gd name="T21" fmla="*/ 0 h 27"/>
                  <a:gd name="T22" fmla="*/ 20 w 21"/>
                  <a:gd name="T23" fmla="*/ 20 h 27"/>
                  <a:gd name="T24" fmla="*/ 21 w 21"/>
                  <a:gd name="T25" fmla="*/ 26 h 27"/>
                  <a:gd name="T26" fmla="*/ 17 w 21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0" name="Freeform 519"/>
              <p:cNvSpPr>
                <a:spLocks/>
              </p:cNvSpPr>
              <p:nvPr userDrawn="1"/>
            </p:nvSpPr>
            <p:spPr bwMode="auto">
              <a:xfrm>
                <a:off x="6002883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1" name="Freeform 520"/>
              <p:cNvSpPr>
                <a:spLocks/>
              </p:cNvSpPr>
              <p:nvPr userDrawn="1"/>
            </p:nvSpPr>
            <p:spPr bwMode="auto">
              <a:xfrm>
                <a:off x="6090362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2" name="Freeform 521"/>
              <p:cNvSpPr>
                <a:spLocks/>
              </p:cNvSpPr>
              <p:nvPr userDrawn="1"/>
            </p:nvSpPr>
            <p:spPr bwMode="auto">
              <a:xfrm>
                <a:off x="6148252" y="6123096"/>
                <a:ext cx="63036" cy="110635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1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5 h 36"/>
                  <a:gd name="T20" fmla="*/ 12 w 21"/>
                  <a:gd name="T21" fmla="*/ 10 h 36"/>
                  <a:gd name="T22" fmla="*/ 21 w 21"/>
                  <a:gd name="T23" fmla="*/ 21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8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6" y="11"/>
                      <a:pt x="9" y="10"/>
                      <a:pt x="12" y="10"/>
                    </a:cubicBezTo>
                    <a:cubicBezTo>
                      <a:pt x="18" y="10"/>
                      <a:pt x="21" y="14"/>
                      <a:pt x="21" y="21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3" name="Freeform 522"/>
              <p:cNvSpPr>
                <a:spLocks noEditPoints="1"/>
              </p:cNvSpPr>
              <p:nvPr userDrawn="1"/>
            </p:nvSpPr>
            <p:spPr bwMode="auto">
              <a:xfrm>
                <a:off x="6226725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4" name="Freeform 523"/>
              <p:cNvSpPr>
                <a:spLocks noEditPoints="1"/>
              </p:cNvSpPr>
              <p:nvPr userDrawn="1"/>
            </p:nvSpPr>
            <p:spPr bwMode="auto">
              <a:xfrm>
                <a:off x="6338647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5" name="Freeform 524"/>
              <p:cNvSpPr>
                <a:spLocks/>
              </p:cNvSpPr>
              <p:nvPr userDrawn="1"/>
            </p:nvSpPr>
            <p:spPr bwMode="auto">
              <a:xfrm>
                <a:off x="6409401" y="6153970"/>
                <a:ext cx="72041" cy="79760"/>
              </a:xfrm>
              <a:custGeom>
                <a:avLst/>
                <a:gdLst>
                  <a:gd name="T0" fmla="*/ 23 w 56"/>
                  <a:gd name="T1" fmla="*/ 31 h 62"/>
                  <a:gd name="T2" fmla="*/ 2 w 56"/>
                  <a:gd name="T3" fmla="*/ 0 h 62"/>
                  <a:gd name="T4" fmla="*/ 14 w 56"/>
                  <a:gd name="T5" fmla="*/ 0 h 62"/>
                  <a:gd name="T6" fmla="*/ 28 w 56"/>
                  <a:gd name="T7" fmla="*/ 21 h 62"/>
                  <a:gd name="T8" fmla="*/ 42 w 56"/>
                  <a:gd name="T9" fmla="*/ 0 h 62"/>
                  <a:gd name="T10" fmla="*/ 54 w 56"/>
                  <a:gd name="T11" fmla="*/ 0 h 62"/>
                  <a:gd name="T12" fmla="*/ 33 w 56"/>
                  <a:gd name="T13" fmla="*/ 31 h 62"/>
                  <a:gd name="T14" fmla="*/ 56 w 56"/>
                  <a:gd name="T15" fmla="*/ 62 h 62"/>
                  <a:gd name="T16" fmla="*/ 44 w 56"/>
                  <a:gd name="T17" fmla="*/ 62 h 62"/>
                  <a:gd name="T18" fmla="*/ 28 w 56"/>
                  <a:gd name="T19" fmla="*/ 38 h 62"/>
                  <a:gd name="T20" fmla="*/ 11 w 56"/>
                  <a:gd name="T21" fmla="*/ 62 h 62"/>
                  <a:gd name="T22" fmla="*/ 0 w 56"/>
                  <a:gd name="T23" fmla="*/ 62 h 62"/>
                  <a:gd name="T24" fmla="*/ 23 w 56"/>
                  <a:gd name="T25" fmla="*/ 3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62">
                    <a:moveTo>
                      <a:pt x="23" y="31"/>
                    </a:moveTo>
                    <a:lnTo>
                      <a:pt x="2" y="0"/>
                    </a:lnTo>
                    <a:lnTo>
                      <a:pt x="14" y="0"/>
                    </a:lnTo>
                    <a:lnTo>
                      <a:pt x="28" y="21"/>
                    </a:lnTo>
                    <a:lnTo>
                      <a:pt x="42" y="0"/>
                    </a:lnTo>
                    <a:lnTo>
                      <a:pt x="54" y="0"/>
                    </a:lnTo>
                    <a:lnTo>
                      <a:pt x="33" y="31"/>
                    </a:lnTo>
                    <a:lnTo>
                      <a:pt x="56" y="62"/>
                    </a:lnTo>
                    <a:lnTo>
                      <a:pt x="44" y="62"/>
                    </a:lnTo>
                    <a:lnTo>
                      <a:pt x="28" y="38"/>
                    </a:lnTo>
                    <a:lnTo>
                      <a:pt x="11" y="62"/>
                    </a:lnTo>
                    <a:lnTo>
                      <a:pt x="0" y="62"/>
                    </a:lnTo>
                    <a:lnTo>
                      <a:pt x="23" y="3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6" name="Freeform 525"/>
              <p:cNvSpPr>
                <a:spLocks noEditPoints="1"/>
              </p:cNvSpPr>
              <p:nvPr userDrawn="1"/>
            </p:nvSpPr>
            <p:spPr bwMode="auto">
              <a:xfrm>
                <a:off x="6490448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7" name="Freeform 526"/>
              <p:cNvSpPr>
                <a:spLocks/>
              </p:cNvSpPr>
              <p:nvPr userDrawn="1"/>
            </p:nvSpPr>
            <p:spPr bwMode="auto">
              <a:xfrm>
                <a:off x="6575353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8" name="Freeform 527"/>
              <p:cNvSpPr>
                <a:spLocks noEditPoints="1"/>
              </p:cNvSpPr>
              <p:nvPr userDrawn="1"/>
            </p:nvSpPr>
            <p:spPr bwMode="auto">
              <a:xfrm>
                <a:off x="6617806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8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9" name="Freeform 528"/>
              <p:cNvSpPr>
                <a:spLocks/>
              </p:cNvSpPr>
              <p:nvPr userDrawn="1"/>
            </p:nvSpPr>
            <p:spPr bwMode="auto">
              <a:xfrm>
                <a:off x="6696280" y="6153970"/>
                <a:ext cx="48885" cy="83620"/>
              </a:xfrm>
              <a:custGeom>
                <a:avLst/>
                <a:gdLst>
                  <a:gd name="T0" fmla="*/ 14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0 w 16"/>
                  <a:gd name="T15" fmla="*/ 22 h 27"/>
                  <a:gd name="T16" fmla="*/ 7 w 16"/>
                  <a:gd name="T17" fmla="*/ 23 h 27"/>
                  <a:gd name="T18" fmla="*/ 12 w 16"/>
                  <a:gd name="T19" fmla="*/ 19 h 27"/>
                  <a:gd name="T20" fmla="*/ 7 w 16"/>
                  <a:gd name="T21" fmla="*/ 14 h 27"/>
                  <a:gd name="T22" fmla="*/ 0 w 16"/>
                  <a:gd name="T23" fmla="*/ 7 h 27"/>
                  <a:gd name="T24" fmla="*/ 8 w 16"/>
                  <a:gd name="T25" fmla="*/ 0 h 27"/>
                  <a:gd name="T26" fmla="*/ 15 w 16"/>
                  <a:gd name="T27" fmla="*/ 1 h 27"/>
                  <a:gd name="T28" fmla="*/ 14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5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4" y="23"/>
                      <a:pt x="7" y="23"/>
                    </a:cubicBezTo>
                    <a:cubicBezTo>
                      <a:pt x="10" y="23"/>
                      <a:pt x="12" y="22"/>
                      <a:pt x="12" y="19"/>
                    </a:cubicBezTo>
                    <a:cubicBezTo>
                      <a:pt x="12" y="17"/>
                      <a:pt x="11" y="16"/>
                      <a:pt x="7" y="14"/>
                    </a:cubicBezTo>
                    <a:cubicBezTo>
                      <a:pt x="2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0" name="Freeform 529"/>
              <p:cNvSpPr>
                <a:spLocks/>
              </p:cNvSpPr>
              <p:nvPr userDrawn="1"/>
            </p:nvSpPr>
            <p:spPr bwMode="auto">
              <a:xfrm>
                <a:off x="6758029" y="6153970"/>
                <a:ext cx="47599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1" name="Freeform 530"/>
              <p:cNvSpPr>
                <a:spLocks/>
              </p:cNvSpPr>
              <p:nvPr userDrawn="1"/>
            </p:nvSpPr>
            <p:spPr bwMode="auto">
              <a:xfrm>
                <a:off x="6854512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2" name="Freeform 531"/>
              <p:cNvSpPr>
                <a:spLocks noEditPoints="1"/>
              </p:cNvSpPr>
              <p:nvPr userDrawn="1"/>
            </p:nvSpPr>
            <p:spPr bwMode="auto">
              <a:xfrm>
                <a:off x="6918835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5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5" y="8"/>
                      <a:pt x="5" y="13"/>
                    </a:cubicBezTo>
                    <a:cubicBezTo>
                      <a:pt x="5" y="18"/>
                      <a:pt x="6" y="23"/>
                      <a:pt x="12" y="23"/>
                    </a:cubicBezTo>
                    <a:cubicBezTo>
                      <a:pt x="18" y="23"/>
                      <a:pt x="19" y="18"/>
                      <a:pt x="19" y="13"/>
                    </a:cubicBezTo>
                    <a:cubicBezTo>
                      <a:pt x="19" y="8"/>
                      <a:pt x="18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3" name="Freeform 532"/>
              <p:cNvSpPr>
                <a:spLocks/>
              </p:cNvSpPr>
              <p:nvPr userDrawn="1"/>
            </p:nvSpPr>
            <p:spPr bwMode="auto">
              <a:xfrm>
                <a:off x="7002455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4" name="Freeform 533"/>
              <p:cNvSpPr>
                <a:spLocks/>
              </p:cNvSpPr>
              <p:nvPr userDrawn="1"/>
            </p:nvSpPr>
            <p:spPr bwMode="auto">
              <a:xfrm>
                <a:off x="7082214" y="6153970"/>
                <a:ext cx="47599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4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5" name="Freeform 534"/>
              <p:cNvSpPr>
                <a:spLocks noEditPoints="1"/>
              </p:cNvSpPr>
              <p:nvPr userDrawn="1"/>
            </p:nvSpPr>
            <p:spPr bwMode="auto">
              <a:xfrm>
                <a:off x="7142677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6" name="Freeform 535"/>
              <p:cNvSpPr>
                <a:spLocks/>
              </p:cNvSpPr>
              <p:nvPr userDrawn="1"/>
            </p:nvSpPr>
            <p:spPr bwMode="auto">
              <a:xfrm>
                <a:off x="7221151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7" name="Freeform 536"/>
              <p:cNvSpPr>
                <a:spLocks/>
              </p:cNvSpPr>
              <p:nvPr userDrawn="1"/>
            </p:nvSpPr>
            <p:spPr bwMode="auto">
              <a:xfrm>
                <a:off x="7297051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8" name="Freeform 537"/>
              <p:cNvSpPr>
                <a:spLocks noEditPoints="1"/>
              </p:cNvSpPr>
              <p:nvPr userDrawn="1"/>
            </p:nvSpPr>
            <p:spPr bwMode="auto">
              <a:xfrm>
                <a:off x="7384530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9" name="Freeform 538"/>
              <p:cNvSpPr>
                <a:spLocks/>
              </p:cNvSpPr>
              <p:nvPr userDrawn="1"/>
            </p:nvSpPr>
            <p:spPr bwMode="auto">
              <a:xfrm>
                <a:off x="7460430" y="6123096"/>
                <a:ext cx="46312" cy="110635"/>
              </a:xfrm>
              <a:custGeom>
                <a:avLst/>
                <a:gdLst>
                  <a:gd name="T0" fmla="*/ 14 w 15"/>
                  <a:gd name="T1" fmla="*/ 4 h 36"/>
                  <a:gd name="T2" fmla="*/ 12 w 15"/>
                  <a:gd name="T3" fmla="*/ 3 h 36"/>
                  <a:gd name="T4" fmla="*/ 8 w 15"/>
                  <a:gd name="T5" fmla="*/ 8 h 36"/>
                  <a:gd name="T6" fmla="*/ 8 w 15"/>
                  <a:gd name="T7" fmla="*/ 10 h 36"/>
                  <a:gd name="T8" fmla="*/ 14 w 15"/>
                  <a:gd name="T9" fmla="*/ 10 h 36"/>
                  <a:gd name="T10" fmla="*/ 14 w 15"/>
                  <a:gd name="T11" fmla="*/ 14 h 36"/>
                  <a:gd name="T12" fmla="*/ 8 w 15"/>
                  <a:gd name="T13" fmla="*/ 14 h 36"/>
                  <a:gd name="T14" fmla="*/ 8 w 15"/>
                  <a:gd name="T15" fmla="*/ 36 h 36"/>
                  <a:gd name="T16" fmla="*/ 4 w 15"/>
                  <a:gd name="T17" fmla="*/ 36 h 36"/>
                  <a:gd name="T18" fmla="*/ 4 w 15"/>
                  <a:gd name="T19" fmla="*/ 14 h 36"/>
                  <a:gd name="T20" fmla="*/ 0 w 15"/>
                  <a:gd name="T21" fmla="*/ 14 h 36"/>
                  <a:gd name="T22" fmla="*/ 0 w 15"/>
                  <a:gd name="T23" fmla="*/ 10 h 36"/>
                  <a:gd name="T24" fmla="*/ 4 w 15"/>
                  <a:gd name="T25" fmla="*/ 10 h 36"/>
                  <a:gd name="T26" fmla="*/ 4 w 15"/>
                  <a:gd name="T27" fmla="*/ 9 h 36"/>
                  <a:gd name="T28" fmla="*/ 11 w 15"/>
                  <a:gd name="T29" fmla="*/ 0 h 36"/>
                  <a:gd name="T30" fmla="*/ 15 w 15"/>
                  <a:gd name="T31" fmla="*/ 1 h 36"/>
                  <a:gd name="T32" fmla="*/ 14 w 15"/>
                  <a:gd name="T33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6">
                    <a:moveTo>
                      <a:pt x="14" y="4"/>
                    </a:moveTo>
                    <a:cubicBezTo>
                      <a:pt x="14" y="4"/>
                      <a:pt x="13" y="3"/>
                      <a:pt x="12" y="3"/>
                    </a:cubicBezTo>
                    <a:cubicBezTo>
                      <a:pt x="9" y="3"/>
                      <a:pt x="8" y="5"/>
                      <a:pt x="8" y="8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0" name="Freeform 539"/>
              <p:cNvSpPr>
                <a:spLocks/>
              </p:cNvSpPr>
              <p:nvPr userDrawn="1"/>
            </p:nvSpPr>
            <p:spPr bwMode="auto">
              <a:xfrm>
                <a:off x="7551768" y="6123096"/>
                <a:ext cx="60464" cy="114494"/>
              </a:xfrm>
              <a:custGeom>
                <a:avLst/>
                <a:gdLst>
                  <a:gd name="T0" fmla="*/ 17 w 20"/>
                  <a:gd name="T1" fmla="*/ 5 h 37"/>
                  <a:gd name="T2" fmla="*/ 11 w 20"/>
                  <a:gd name="T3" fmla="*/ 4 h 37"/>
                  <a:gd name="T4" fmla="*/ 4 w 20"/>
                  <a:gd name="T5" fmla="*/ 9 h 37"/>
                  <a:gd name="T6" fmla="*/ 11 w 20"/>
                  <a:gd name="T7" fmla="*/ 16 h 37"/>
                  <a:gd name="T8" fmla="*/ 20 w 20"/>
                  <a:gd name="T9" fmla="*/ 27 h 37"/>
                  <a:gd name="T10" fmla="*/ 9 w 20"/>
                  <a:gd name="T11" fmla="*/ 37 h 37"/>
                  <a:gd name="T12" fmla="*/ 0 w 20"/>
                  <a:gd name="T13" fmla="*/ 34 h 37"/>
                  <a:gd name="T14" fmla="*/ 1 w 20"/>
                  <a:gd name="T15" fmla="*/ 31 h 37"/>
                  <a:gd name="T16" fmla="*/ 9 w 20"/>
                  <a:gd name="T17" fmla="*/ 33 h 37"/>
                  <a:gd name="T18" fmla="*/ 16 w 20"/>
                  <a:gd name="T19" fmla="*/ 27 h 37"/>
                  <a:gd name="T20" fmla="*/ 8 w 20"/>
                  <a:gd name="T21" fmla="*/ 19 h 37"/>
                  <a:gd name="T22" fmla="*/ 0 w 20"/>
                  <a:gd name="T23" fmla="*/ 9 h 37"/>
                  <a:gd name="T24" fmla="*/ 11 w 20"/>
                  <a:gd name="T25" fmla="*/ 0 h 37"/>
                  <a:gd name="T26" fmla="*/ 18 w 20"/>
                  <a:gd name="T27" fmla="*/ 1 h 37"/>
                  <a:gd name="T28" fmla="*/ 17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7" y="5"/>
                    </a:moveTo>
                    <a:cubicBezTo>
                      <a:pt x="16" y="4"/>
                      <a:pt x="14" y="4"/>
                      <a:pt x="11" y="4"/>
                    </a:cubicBezTo>
                    <a:cubicBezTo>
                      <a:pt x="7" y="4"/>
                      <a:pt x="4" y="6"/>
                      <a:pt x="4" y="9"/>
                    </a:cubicBezTo>
                    <a:cubicBezTo>
                      <a:pt x="4" y="12"/>
                      <a:pt x="6" y="13"/>
                      <a:pt x="11" y="16"/>
                    </a:cubicBezTo>
                    <a:cubicBezTo>
                      <a:pt x="17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9" y="37"/>
                    </a:cubicBezTo>
                    <a:cubicBezTo>
                      <a:pt x="6" y="37"/>
                      <a:pt x="3" y="36"/>
                      <a:pt x="0" y="34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3" y="32"/>
                      <a:pt x="6" y="33"/>
                      <a:pt x="9" y="33"/>
                    </a:cubicBezTo>
                    <a:cubicBezTo>
                      <a:pt x="14" y="33"/>
                      <a:pt x="16" y="30"/>
                      <a:pt x="16" y="27"/>
                    </a:cubicBezTo>
                    <a:cubicBezTo>
                      <a:pt x="16" y="23"/>
                      <a:pt x="13" y="21"/>
                      <a:pt x="8" y="19"/>
                    </a:cubicBezTo>
                    <a:cubicBezTo>
                      <a:pt x="4" y="17"/>
                      <a:pt x="0" y="14"/>
                      <a:pt x="0" y="9"/>
                    </a:cubicBezTo>
                    <a:cubicBezTo>
                      <a:pt x="0" y="3"/>
                      <a:pt x="6" y="0"/>
                      <a:pt x="11" y="0"/>
                    </a:cubicBezTo>
                    <a:cubicBezTo>
                      <a:pt x="14" y="0"/>
                      <a:pt x="17" y="1"/>
                      <a:pt x="18" y="1"/>
                    </a:cubicBez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1" name="Freeform 540"/>
              <p:cNvSpPr>
                <a:spLocks noEditPoints="1"/>
              </p:cNvSpPr>
              <p:nvPr userDrawn="1"/>
            </p:nvSpPr>
            <p:spPr bwMode="auto">
              <a:xfrm>
                <a:off x="7621236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1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2" name="Freeform 541"/>
              <p:cNvSpPr>
                <a:spLocks/>
              </p:cNvSpPr>
              <p:nvPr userDrawn="1"/>
            </p:nvSpPr>
            <p:spPr bwMode="auto">
              <a:xfrm>
                <a:off x="7699710" y="6153970"/>
                <a:ext cx="100343" cy="79760"/>
              </a:xfrm>
              <a:custGeom>
                <a:avLst/>
                <a:gdLst>
                  <a:gd name="T0" fmla="*/ 33 w 33"/>
                  <a:gd name="T1" fmla="*/ 26 h 26"/>
                  <a:gd name="T2" fmla="*/ 29 w 33"/>
                  <a:gd name="T3" fmla="*/ 26 h 26"/>
                  <a:gd name="T4" fmla="*/ 29 w 33"/>
                  <a:gd name="T5" fmla="*/ 9 h 26"/>
                  <a:gd name="T6" fmla="*/ 24 w 33"/>
                  <a:gd name="T7" fmla="*/ 3 h 26"/>
                  <a:gd name="T8" fmla="*/ 19 w 33"/>
                  <a:gd name="T9" fmla="*/ 12 h 26"/>
                  <a:gd name="T10" fmla="*/ 19 w 33"/>
                  <a:gd name="T11" fmla="*/ 26 h 26"/>
                  <a:gd name="T12" fmla="*/ 15 w 33"/>
                  <a:gd name="T13" fmla="*/ 26 h 26"/>
                  <a:gd name="T14" fmla="*/ 15 w 33"/>
                  <a:gd name="T15" fmla="*/ 9 h 26"/>
                  <a:gd name="T16" fmla="*/ 10 w 33"/>
                  <a:gd name="T17" fmla="*/ 3 h 26"/>
                  <a:gd name="T18" fmla="*/ 4 w 33"/>
                  <a:gd name="T19" fmla="*/ 12 h 26"/>
                  <a:gd name="T20" fmla="*/ 4 w 33"/>
                  <a:gd name="T21" fmla="*/ 26 h 26"/>
                  <a:gd name="T22" fmla="*/ 0 w 33"/>
                  <a:gd name="T23" fmla="*/ 26 h 26"/>
                  <a:gd name="T24" fmla="*/ 0 w 33"/>
                  <a:gd name="T25" fmla="*/ 6 h 26"/>
                  <a:gd name="T26" fmla="*/ 0 w 33"/>
                  <a:gd name="T27" fmla="*/ 0 h 26"/>
                  <a:gd name="T28" fmla="*/ 4 w 33"/>
                  <a:gd name="T29" fmla="*/ 0 h 26"/>
                  <a:gd name="T30" fmla="*/ 4 w 33"/>
                  <a:gd name="T31" fmla="*/ 4 h 26"/>
                  <a:gd name="T32" fmla="*/ 11 w 33"/>
                  <a:gd name="T33" fmla="*/ 0 h 26"/>
                  <a:gd name="T34" fmla="*/ 17 w 33"/>
                  <a:gd name="T35" fmla="*/ 5 h 26"/>
                  <a:gd name="T36" fmla="*/ 25 w 33"/>
                  <a:gd name="T37" fmla="*/ 0 h 26"/>
                  <a:gd name="T38" fmla="*/ 33 w 33"/>
                  <a:gd name="T39" fmla="*/ 8 h 26"/>
                  <a:gd name="T40" fmla="*/ 33 w 33"/>
                  <a:gd name="T4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6">
                    <a:moveTo>
                      <a:pt x="33" y="26"/>
                    </a:move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5"/>
                      <a:pt x="28" y="3"/>
                      <a:pt x="24" y="3"/>
                    </a:cubicBezTo>
                    <a:cubicBezTo>
                      <a:pt x="20" y="3"/>
                      <a:pt x="19" y="8"/>
                      <a:pt x="19" y="1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5"/>
                      <a:pt x="13" y="3"/>
                      <a:pt x="10" y="3"/>
                    </a:cubicBezTo>
                    <a:cubicBezTo>
                      <a:pt x="6" y="3"/>
                      <a:pt x="4" y="8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3" name="Freeform 542"/>
              <p:cNvSpPr>
                <a:spLocks/>
              </p:cNvSpPr>
              <p:nvPr userDrawn="1"/>
            </p:nvSpPr>
            <p:spPr bwMode="auto">
              <a:xfrm>
                <a:off x="7815490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4" name="Freeform 543"/>
              <p:cNvSpPr>
                <a:spLocks/>
              </p:cNvSpPr>
              <p:nvPr userDrawn="1"/>
            </p:nvSpPr>
            <p:spPr bwMode="auto">
              <a:xfrm>
                <a:off x="7882386" y="6153970"/>
                <a:ext cx="60464" cy="83620"/>
              </a:xfrm>
              <a:custGeom>
                <a:avLst/>
                <a:gdLst>
                  <a:gd name="T0" fmla="*/ 16 w 20"/>
                  <a:gd name="T1" fmla="*/ 26 h 27"/>
                  <a:gd name="T2" fmla="*/ 16 w 20"/>
                  <a:gd name="T3" fmla="*/ 22 h 27"/>
                  <a:gd name="T4" fmla="*/ 9 w 20"/>
                  <a:gd name="T5" fmla="*/ 27 h 27"/>
                  <a:gd name="T6" fmla="*/ 0 w 20"/>
                  <a:gd name="T7" fmla="*/ 17 h 27"/>
                  <a:gd name="T8" fmla="*/ 0 w 20"/>
                  <a:gd name="T9" fmla="*/ 0 h 27"/>
                  <a:gd name="T10" fmla="*/ 4 w 20"/>
                  <a:gd name="T11" fmla="*/ 0 h 27"/>
                  <a:gd name="T12" fmla="*/ 4 w 20"/>
                  <a:gd name="T13" fmla="*/ 16 h 27"/>
                  <a:gd name="T14" fmla="*/ 9 w 20"/>
                  <a:gd name="T15" fmla="*/ 23 h 27"/>
                  <a:gd name="T16" fmla="*/ 16 w 20"/>
                  <a:gd name="T17" fmla="*/ 15 h 27"/>
                  <a:gd name="T18" fmla="*/ 16 w 20"/>
                  <a:gd name="T19" fmla="*/ 0 h 27"/>
                  <a:gd name="T20" fmla="*/ 20 w 20"/>
                  <a:gd name="T21" fmla="*/ 0 h 27"/>
                  <a:gd name="T22" fmla="*/ 20 w 20"/>
                  <a:gd name="T23" fmla="*/ 20 h 27"/>
                  <a:gd name="T24" fmla="*/ 20 w 20"/>
                  <a:gd name="T25" fmla="*/ 26 h 27"/>
                  <a:gd name="T26" fmla="*/ 16 w 20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0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5" name="Freeform 544"/>
              <p:cNvSpPr>
                <a:spLocks/>
              </p:cNvSpPr>
              <p:nvPr userDrawn="1"/>
            </p:nvSpPr>
            <p:spPr bwMode="auto">
              <a:xfrm>
                <a:off x="7963432" y="6153970"/>
                <a:ext cx="61750" cy="79760"/>
              </a:xfrm>
              <a:custGeom>
                <a:avLst/>
                <a:gdLst>
                  <a:gd name="T0" fmla="*/ 20 w 20"/>
                  <a:gd name="T1" fmla="*/ 26 h 26"/>
                  <a:gd name="T2" fmla="*/ 16 w 20"/>
                  <a:gd name="T3" fmla="*/ 26 h 26"/>
                  <a:gd name="T4" fmla="*/ 16 w 20"/>
                  <a:gd name="T5" fmla="*/ 10 h 26"/>
                  <a:gd name="T6" fmla="*/ 11 w 20"/>
                  <a:gd name="T7" fmla="*/ 3 h 26"/>
                  <a:gd name="T8" fmla="*/ 4 w 20"/>
                  <a:gd name="T9" fmla="*/ 12 h 26"/>
                  <a:gd name="T10" fmla="*/ 4 w 20"/>
                  <a:gd name="T11" fmla="*/ 26 h 26"/>
                  <a:gd name="T12" fmla="*/ 0 w 20"/>
                  <a:gd name="T13" fmla="*/ 26 h 26"/>
                  <a:gd name="T14" fmla="*/ 0 w 20"/>
                  <a:gd name="T15" fmla="*/ 6 h 26"/>
                  <a:gd name="T16" fmla="*/ 0 w 20"/>
                  <a:gd name="T17" fmla="*/ 0 h 26"/>
                  <a:gd name="T18" fmla="*/ 3 w 20"/>
                  <a:gd name="T19" fmla="*/ 0 h 26"/>
                  <a:gd name="T20" fmla="*/ 3 w 20"/>
                  <a:gd name="T21" fmla="*/ 4 h 26"/>
                  <a:gd name="T22" fmla="*/ 11 w 20"/>
                  <a:gd name="T23" fmla="*/ 0 h 26"/>
                  <a:gd name="T24" fmla="*/ 20 w 20"/>
                  <a:gd name="T25" fmla="*/ 9 h 26"/>
                  <a:gd name="T26" fmla="*/ 20 w 20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6">
                    <a:moveTo>
                      <a:pt x="20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9"/>
                    </a:cubicBezTo>
                    <a:lnTo>
                      <a:pt x="20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6" name="Freeform 545"/>
              <p:cNvSpPr>
                <a:spLocks noEditPoints="1"/>
              </p:cNvSpPr>
              <p:nvPr userDrawn="1"/>
            </p:nvSpPr>
            <p:spPr bwMode="auto">
              <a:xfrm>
                <a:off x="8039333" y="6153970"/>
                <a:ext cx="66895" cy="110635"/>
              </a:xfrm>
              <a:custGeom>
                <a:avLst/>
                <a:gdLst>
                  <a:gd name="T0" fmla="*/ 22 w 22"/>
                  <a:gd name="T1" fmla="*/ 0 h 36"/>
                  <a:gd name="T2" fmla="*/ 22 w 22"/>
                  <a:gd name="T3" fmla="*/ 21 h 36"/>
                  <a:gd name="T4" fmla="*/ 10 w 22"/>
                  <a:gd name="T5" fmla="*/ 36 h 36"/>
                  <a:gd name="T6" fmla="*/ 2 w 22"/>
                  <a:gd name="T7" fmla="*/ 35 h 36"/>
                  <a:gd name="T8" fmla="*/ 2 w 22"/>
                  <a:gd name="T9" fmla="*/ 31 h 36"/>
                  <a:gd name="T10" fmla="*/ 10 w 22"/>
                  <a:gd name="T11" fmla="*/ 33 h 36"/>
                  <a:gd name="T12" fmla="*/ 18 w 22"/>
                  <a:gd name="T13" fmla="*/ 21 h 36"/>
                  <a:gd name="T14" fmla="*/ 11 w 22"/>
                  <a:gd name="T15" fmla="*/ 25 h 36"/>
                  <a:gd name="T16" fmla="*/ 0 w 22"/>
                  <a:gd name="T17" fmla="*/ 12 h 36"/>
                  <a:gd name="T18" fmla="*/ 11 w 22"/>
                  <a:gd name="T19" fmla="*/ 0 h 36"/>
                  <a:gd name="T20" fmla="*/ 18 w 22"/>
                  <a:gd name="T21" fmla="*/ 3 h 36"/>
                  <a:gd name="T22" fmla="*/ 18 w 22"/>
                  <a:gd name="T23" fmla="*/ 0 h 36"/>
                  <a:gd name="T24" fmla="*/ 22 w 22"/>
                  <a:gd name="T25" fmla="*/ 0 h 36"/>
                  <a:gd name="T26" fmla="*/ 11 w 22"/>
                  <a:gd name="T27" fmla="*/ 3 h 36"/>
                  <a:gd name="T28" fmla="*/ 4 w 22"/>
                  <a:gd name="T29" fmla="*/ 12 h 36"/>
                  <a:gd name="T30" fmla="*/ 11 w 22"/>
                  <a:gd name="T31" fmla="*/ 21 h 36"/>
                  <a:gd name="T32" fmla="*/ 18 w 22"/>
                  <a:gd name="T33" fmla="*/ 12 h 36"/>
                  <a:gd name="T34" fmla="*/ 11 w 22"/>
                  <a:gd name="T35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6">
                    <a:moveTo>
                      <a:pt x="22" y="0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31"/>
                      <a:pt x="18" y="36"/>
                      <a:pt x="10" y="36"/>
                    </a:cubicBezTo>
                    <a:cubicBezTo>
                      <a:pt x="7" y="36"/>
                      <a:pt x="4" y="36"/>
                      <a:pt x="2" y="35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5" y="32"/>
                      <a:pt x="7" y="33"/>
                      <a:pt x="10" y="33"/>
                    </a:cubicBezTo>
                    <a:cubicBezTo>
                      <a:pt x="15" y="33"/>
                      <a:pt x="18" y="30"/>
                      <a:pt x="18" y="21"/>
                    </a:cubicBezTo>
                    <a:cubicBezTo>
                      <a:pt x="17" y="24"/>
                      <a:pt x="14" y="25"/>
                      <a:pt x="11" y="25"/>
                    </a:cubicBezTo>
                    <a:cubicBezTo>
                      <a:pt x="4" y="25"/>
                      <a:pt x="0" y="19"/>
                      <a:pt x="0" y="12"/>
                    </a:cubicBezTo>
                    <a:cubicBezTo>
                      <a:pt x="0" y="5"/>
                      <a:pt x="3" y="0"/>
                      <a:pt x="11" y="0"/>
                    </a:cubicBezTo>
                    <a:cubicBezTo>
                      <a:pt x="13" y="0"/>
                      <a:pt x="16" y="1"/>
                      <a:pt x="18" y="3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22" y="0"/>
                    </a:lnTo>
                    <a:close/>
                    <a:moveTo>
                      <a:pt x="11" y="3"/>
                    </a:moveTo>
                    <a:cubicBezTo>
                      <a:pt x="6" y="3"/>
                      <a:pt x="4" y="6"/>
                      <a:pt x="4" y="12"/>
                    </a:cubicBezTo>
                    <a:cubicBezTo>
                      <a:pt x="4" y="18"/>
                      <a:pt x="6" y="21"/>
                      <a:pt x="11" y="21"/>
                    </a:cubicBezTo>
                    <a:cubicBezTo>
                      <a:pt x="16" y="21"/>
                      <a:pt x="18" y="17"/>
                      <a:pt x="18" y="12"/>
                    </a:cubicBezTo>
                    <a:cubicBezTo>
                      <a:pt x="18" y="6"/>
                      <a:pt x="15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7" name="Freeform 546"/>
              <p:cNvSpPr>
                <a:spLocks/>
              </p:cNvSpPr>
              <p:nvPr userDrawn="1"/>
            </p:nvSpPr>
            <p:spPr bwMode="auto">
              <a:xfrm>
                <a:off x="8164118" y="6123096"/>
                <a:ext cx="54031" cy="110635"/>
              </a:xfrm>
              <a:custGeom>
                <a:avLst/>
                <a:gdLst>
                  <a:gd name="T0" fmla="*/ 42 w 42"/>
                  <a:gd name="T1" fmla="*/ 86 h 86"/>
                  <a:gd name="T2" fmla="*/ 0 w 42"/>
                  <a:gd name="T3" fmla="*/ 86 h 86"/>
                  <a:gd name="T4" fmla="*/ 0 w 42"/>
                  <a:gd name="T5" fmla="*/ 0 h 86"/>
                  <a:gd name="T6" fmla="*/ 42 w 42"/>
                  <a:gd name="T7" fmla="*/ 0 h 86"/>
                  <a:gd name="T8" fmla="*/ 42 w 42"/>
                  <a:gd name="T9" fmla="*/ 9 h 86"/>
                  <a:gd name="T10" fmla="*/ 12 w 42"/>
                  <a:gd name="T11" fmla="*/ 9 h 86"/>
                  <a:gd name="T12" fmla="*/ 12 w 42"/>
                  <a:gd name="T13" fmla="*/ 38 h 86"/>
                  <a:gd name="T14" fmla="*/ 40 w 42"/>
                  <a:gd name="T15" fmla="*/ 38 h 86"/>
                  <a:gd name="T16" fmla="*/ 40 w 42"/>
                  <a:gd name="T17" fmla="*/ 48 h 86"/>
                  <a:gd name="T18" fmla="*/ 12 w 42"/>
                  <a:gd name="T19" fmla="*/ 48 h 86"/>
                  <a:gd name="T20" fmla="*/ 12 w 42"/>
                  <a:gd name="T21" fmla="*/ 77 h 86"/>
                  <a:gd name="T22" fmla="*/ 42 w 42"/>
                  <a:gd name="T23" fmla="*/ 77 h 86"/>
                  <a:gd name="T24" fmla="*/ 42 w 42"/>
                  <a:gd name="T25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6">
                    <a:moveTo>
                      <a:pt x="42" y="86"/>
                    </a:moveTo>
                    <a:lnTo>
                      <a:pt x="0" y="86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9"/>
                    </a:lnTo>
                    <a:lnTo>
                      <a:pt x="12" y="9"/>
                    </a:lnTo>
                    <a:lnTo>
                      <a:pt x="12" y="38"/>
                    </a:lnTo>
                    <a:lnTo>
                      <a:pt x="40" y="38"/>
                    </a:lnTo>
                    <a:lnTo>
                      <a:pt x="40" y="48"/>
                    </a:lnTo>
                    <a:lnTo>
                      <a:pt x="12" y="48"/>
                    </a:lnTo>
                    <a:lnTo>
                      <a:pt x="12" y="77"/>
                    </a:lnTo>
                    <a:lnTo>
                      <a:pt x="42" y="77"/>
                    </a:lnTo>
                    <a:lnTo>
                      <a:pt x="42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8" name="Rectangle 547"/>
              <p:cNvSpPr>
                <a:spLocks noChangeArrowheads="1"/>
              </p:cNvSpPr>
              <p:nvPr userDrawn="1"/>
            </p:nvSpPr>
            <p:spPr bwMode="auto">
              <a:xfrm>
                <a:off x="8236159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9" name="Freeform 548"/>
              <p:cNvSpPr>
                <a:spLocks noEditPoints="1"/>
              </p:cNvSpPr>
              <p:nvPr userDrawn="1"/>
            </p:nvSpPr>
            <p:spPr bwMode="auto">
              <a:xfrm>
                <a:off x="8267034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0" name="Freeform 549"/>
              <p:cNvSpPr>
                <a:spLocks/>
              </p:cNvSpPr>
              <p:nvPr userDrawn="1"/>
            </p:nvSpPr>
            <p:spPr bwMode="auto">
              <a:xfrm>
                <a:off x="8340362" y="6153970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3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3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1" name="Freeform 550"/>
              <p:cNvSpPr>
                <a:spLocks/>
              </p:cNvSpPr>
              <p:nvPr userDrawn="1"/>
            </p:nvSpPr>
            <p:spPr bwMode="auto">
              <a:xfrm>
                <a:off x="8403397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9 w 15"/>
                  <a:gd name="T17" fmla="*/ 0 h 35"/>
                  <a:gd name="T18" fmla="*/ 9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7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0"/>
                      <a:pt x="10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2" name="Freeform 551"/>
              <p:cNvSpPr>
                <a:spLocks/>
              </p:cNvSpPr>
              <p:nvPr userDrawn="1"/>
            </p:nvSpPr>
            <p:spPr bwMode="auto">
              <a:xfrm>
                <a:off x="8461288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3" name="Freeform 552"/>
              <p:cNvSpPr>
                <a:spLocks noEditPoints="1"/>
              </p:cNvSpPr>
              <p:nvPr userDrawn="1"/>
            </p:nvSpPr>
            <p:spPr bwMode="auto">
              <a:xfrm>
                <a:off x="8506313" y="6153970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3 h 27"/>
                  <a:gd name="T4" fmla="*/ 11 w 23"/>
                  <a:gd name="T5" fmla="*/ 27 h 27"/>
                  <a:gd name="T6" fmla="*/ 0 w 23"/>
                  <a:gd name="T7" fmla="*/ 13 h 27"/>
                  <a:gd name="T8" fmla="*/ 11 w 23"/>
                  <a:gd name="T9" fmla="*/ 0 h 27"/>
                  <a:gd name="T10" fmla="*/ 11 w 23"/>
                  <a:gd name="T11" fmla="*/ 3 h 27"/>
                  <a:gd name="T12" fmla="*/ 4 w 23"/>
                  <a:gd name="T13" fmla="*/ 13 h 27"/>
                  <a:gd name="T14" fmla="*/ 11 w 23"/>
                  <a:gd name="T15" fmla="*/ 23 h 27"/>
                  <a:gd name="T16" fmla="*/ 19 w 23"/>
                  <a:gd name="T17" fmla="*/ 13 h 27"/>
                  <a:gd name="T18" fmla="*/ 11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3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4" name="Freeform 553"/>
              <p:cNvSpPr>
                <a:spLocks/>
              </p:cNvSpPr>
              <p:nvPr userDrawn="1"/>
            </p:nvSpPr>
            <p:spPr bwMode="auto">
              <a:xfrm>
                <a:off x="8588646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5" name="Freeform 554"/>
              <p:cNvSpPr>
                <a:spLocks noEditPoints="1"/>
              </p:cNvSpPr>
              <p:nvPr userDrawn="1"/>
            </p:nvSpPr>
            <p:spPr bwMode="auto">
              <a:xfrm>
                <a:off x="8673552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6" name="Freeform 555"/>
              <p:cNvSpPr>
                <a:spLocks/>
              </p:cNvSpPr>
              <p:nvPr userDrawn="1"/>
            </p:nvSpPr>
            <p:spPr bwMode="auto">
              <a:xfrm>
                <a:off x="8703141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8 w 19"/>
                  <a:gd name="T9" fmla="*/ 1 h 27"/>
                  <a:gd name="T10" fmla="*/ 18 w 19"/>
                  <a:gd name="T11" fmla="*/ 4 h 27"/>
                  <a:gd name="T12" fmla="*/ 12 w 19"/>
                  <a:gd name="T13" fmla="*/ 3 h 27"/>
                  <a:gd name="T14" fmla="*/ 4 w 19"/>
                  <a:gd name="T15" fmla="*/ 13 h 27"/>
                  <a:gd name="T16" fmla="*/ 12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5" y="0"/>
                      <a:pt x="16" y="0"/>
                      <a:pt x="18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7" name="Freeform 556"/>
              <p:cNvSpPr>
                <a:spLocks/>
              </p:cNvSpPr>
              <p:nvPr userDrawn="1"/>
            </p:nvSpPr>
            <p:spPr bwMode="auto">
              <a:xfrm>
                <a:off x="8770036" y="6153970"/>
                <a:ext cx="48885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8" name="Rectangle 557"/>
              <p:cNvSpPr>
                <a:spLocks noChangeArrowheads="1"/>
              </p:cNvSpPr>
              <p:nvPr userDrawn="1"/>
            </p:nvSpPr>
            <p:spPr bwMode="auto">
              <a:xfrm>
                <a:off x="8836931" y="6228584"/>
                <a:ext cx="18010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</p:grpSp>
      </p:grpSp>
      <p:pic>
        <p:nvPicPr>
          <p:cNvPr id="574" name="Shape 230" descr="Samsung logo white.png"/>
          <p:cNvPicPr preferRelativeResize="0"/>
          <p:nvPr userDrawn="1"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6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TextBox 577"/>
          <p:cNvSpPr txBox="1"/>
          <p:nvPr userDrawn="1"/>
        </p:nvSpPr>
        <p:spPr>
          <a:xfrm>
            <a:off x="442913" y="5311832"/>
            <a:ext cx="394564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solidFill>
                  <a:srgbClr val="FFFFFF"/>
                </a:solidFill>
                <a:latin typeface="Samsung SS Body KR Bold" pitchFamily="2" charset="-127"/>
                <a:cs typeface="Samsung Sharp Sans Bold" pitchFamily="2" charset="0"/>
              </a:rPr>
              <a:t>Marketing Strategy Group</a:t>
            </a:r>
            <a:endParaRPr lang="ko-KR" altLang="en-US" dirty="0">
              <a:solidFill>
                <a:srgbClr val="FFFFFF"/>
              </a:solidFill>
              <a:latin typeface="Samsung SS Body KR Bold" pitchFamily="2" charset="-127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651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Appendix (w/o 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Title (Max 1 line) – Korean 700 / 28pt / </a:t>
            </a:r>
            <a:r>
              <a:rPr lang="ko-KR" altLang="en-US" dirty="0"/>
              <a:t>검정</a:t>
            </a:r>
          </a:p>
        </p:txBody>
      </p:sp>
    </p:spTree>
    <p:extLst>
      <p:ext uri="{BB962C8B-B14F-4D97-AF65-F5344CB8AC3E}">
        <p14:creationId xmlns:p14="http://schemas.microsoft.com/office/powerpoint/2010/main" val="106671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958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Contents Page (w/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368300"/>
            <a:ext cx="11306175" cy="3604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Title (Max 1 line) - </a:t>
            </a:r>
            <a:r>
              <a:rPr lang="en-US" altLang="ko-KR" dirty="0" err="1"/>
              <a:t>SamsungOneKorean</a:t>
            </a:r>
            <a:r>
              <a:rPr lang="en-US" altLang="ko-KR" dirty="0"/>
              <a:t> 700 / 20pt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Governing Msg. (Max 1 line) – Korean 700 / 28pt / </a:t>
            </a:r>
            <a:r>
              <a:rPr lang="ko-KR" altLang="en-US" dirty="0"/>
              <a:t>검정</a:t>
            </a:r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299409"/>
            <a:ext cx="11306175" cy="673769"/>
          </a:xfrm>
          <a:prstGeom prst="rect">
            <a:avLst/>
          </a:prstGeom>
        </p:spPr>
        <p:txBody>
          <a:bodyPr anchor="t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Msg. (Max 2 line) - Korean 400 / 16pt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  <a:endParaRPr lang="en-US" altLang="ko-KR" dirty="0"/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Msg. (Max 2 line) - Korean 400 / 16pt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98345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136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5" name="텍스트 개체 틀 11">
            <a:extLst>
              <a:ext uri="{FF2B5EF4-FFF2-40B4-BE49-F238E27FC236}">
                <a16:creationId xmlns:a16="http://schemas.microsoft.com/office/drawing/2014/main" id="{FAC7619F-A173-DF91-68A0-75BCBB7982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3680823"/>
            <a:ext cx="9597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S Body KR Bold" pitchFamily="2" charset="-127"/>
                <a:ea typeface="+mn-ea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 dirty="0"/>
              <a:t>Description</a:t>
            </a:r>
          </a:p>
          <a:p>
            <a:pPr marL="0" lvl="0" algn="l" defTabSz="914400" rtl="0" eaLnBrk="1" latin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2645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bg>
      <p:bgPr>
        <a:solidFill>
          <a:srgbClr val="1728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21F6DD44-CCCA-98BA-A895-BAAA21E400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80823"/>
            <a:ext cx="1051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S Body KR Bold" pitchFamily="2" charset="-127"/>
                <a:ea typeface="+mn-ea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 dirty="0"/>
              <a:t>Description</a:t>
            </a:r>
          </a:p>
          <a:p>
            <a:pPr marL="0" lvl="0" algn="l" defTabSz="914400" rtl="0" eaLnBrk="1" latin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1835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v1">
    <p:bg>
      <p:bgPr>
        <a:solidFill>
          <a:srgbClr val="0000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3279" y="2302587"/>
            <a:ext cx="11282119" cy="81561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121904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 sz="4400" b="0" baseline="0">
                <a:solidFill>
                  <a:schemeClr val="bg1"/>
                </a:solidFill>
                <a:latin typeface="Samsung Sharp Sans Bold" pitchFamily="2" charset="0"/>
                <a:ea typeface="SamsungOneKorean 700" panose="020B0803030303020204" pitchFamily="50" charset="-127"/>
                <a:cs typeface="Samsung Sharp Sans Bold" pitchFamily="2" charset="0"/>
              </a:defRPr>
            </a:lvl1pPr>
            <a:lvl2pPr>
              <a:defRPr sz="4800">
                <a:solidFill>
                  <a:schemeClr val="bg1"/>
                </a:solidFill>
                <a:latin typeface="+mj-lt"/>
                <a:ea typeface="+mn-ea"/>
              </a:defRPr>
            </a:lvl2pPr>
            <a:lvl3pPr>
              <a:defRPr sz="4800">
                <a:solidFill>
                  <a:schemeClr val="bg1"/>
                </a:solidFill>
                <a:latin typeface="+mj-lt"/>
                <a:ea typeface="+mn-ea"/>
              </a:defRPr>
            </a:lvl3pPr>
            <a:lvl4pPr>
              <a:defRPr sz="4800">
                <a:solidFill>
                  <a:schemeClr val="bg1"/>
                </a:solidFill>
                <a:latin typeface="+mj-lt"/>
                <a:ea typeface="+mn-ea"/>
              </a:defRPr>
            </a:lvl4pPr>
            <a:lvl5pPr>
              <a:defRPr sz="4800">
                <a:solidFill>
                  <a:schemeClr val="bg1"/>
                </a:solidFill>
                <a:latin typeface="+mj-lt"/>
                <a:ea typeface="+mn-ea"/>
              </a:defRPr>
            </a:lvl5pPr>
          </a:lstStyle>
          <a:p>
            <a:pPr marL="0" marR="0" lvl="0" indent="0" algn="l" defTabSz="121904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/>
            </a:pPr>
            <a:r>
              <a:rPr lang="en-US" altLang="ko-KR" dirty="0"/>
              <a:t>Project name or document title</a:t>
            </a:r>
          </a:p>
        </p:txBody>
      </p:sp>
      <p:pic>
        <p:nvPicPr>
          <p:cNvPr id="8" name="Shape 230" descr="Samsung logo white.png"/>
          <p:cNvPicPr preferRelativeResize="0"/>
          <p:nvPr userDrawn="1"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7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직선 연결선 4"/>
          <p:cNvCxnSpPr/>
          <p:nvPr userDrawn="1"/>
        </p:nvCxnSpPr>
        <p:spPr>
          <a:xfrm>
            <a:off x="446709" y="6130905"/>
            <a:ext cx="11300746" cy="0"/>
          </a:xfrm>
          <a:prstGeom prst="lin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1" name="그룹 570"/>
          <p:cNvGrpSpPr/>
          <p:nvPr userDrawn="1"/>
        </p:nvGrpSpPr>
        <p:grpSpPr>
          <a:xfrm>
            <a:off x="446709" y="6204370"/>
            <a:ext cx="11300746" cy="285330"/>
            <a:chOff x="446708" y="5942993"/>
            <a:chExt cx="11315609" cy="321612"/>
          </a:xfrm>
        </p:grpSpPr>
        <p:grpSp>
          <p:nvGrpSpPr>
            <p:cNvPr id="570" name="그룹 569"/>
            <p:cNvGrpSpPr/>
            <p:nvPr userDrawn="1"/>
          </p:nvGrpSpPr>
          <p:grpSpPr>
            <a:xfrm>
              <a:off x="446708" y="5942993"/>
              <a:ext cx="939109" cy="114494"/>
              <a:chOff x="446708" y="5942993"/>
              <a:chExt cx="939109" cy="114494"/>
            </a:xfrm>
          </p:grpSpPr>
          <p:sp>
            <p:nvSpPr>
              <p:cNvPr id="365" name="Freeform 285"/>
              <p:cNvSpPr>
                <a:spLocks/>
              </p:cNvSpPr>
              <p:nvPr userDrawn="1"/>
            </p:nvSpPr>
            <p:spPr bwMode="auto">
              <a:xfrm>
                <a:off x="446708" y="5942993"/>
                <a:ext cx="78474" cy="114494"/>
              </a:xfrm>
              <a:custGeom>
                <a:avLst/>
                <a:gdLst>
                  <a:gd name="T0" fmla="*/ 26 w 26"/>
                  <a:gd name="T1" fmla="*/ 35 h 37"/>
                  <a:gd name="T2" fmla="*/ 17 w 26"/>
                  <a:gd name="T3" fmla="*/ 37 h 37"/>
                  <a:gd name="T4" fmla="*/ 0 w 26"/>
                  <a:gd name="T5" fmla="*/ 19 h 37"/>
                  <a:gd name="T6" fmla="*/ 17 w 26"/>
                  <a:gd name="T7" fmla="*/ 0 h 37"/>
                  <a:gd name="T8" fmla="*/ 26 w 26"/>
                  <a:gd name="T9" fmla="*/ 3 h 37"/>
                  <a:gd name="T10" fmla="*/ 25 w 26"/>
                  <a:gd name="T11" fmla="*/ 8 h 37"/>
                  <a:gd name="T12" fmla="*/ 17 w 26"/>
                  <a:gd name="T13" fmla="*/ 6 h 37"/>
                  <a:gd name="T14" fmla="*/ 7 w 26"/>
                  <a:gd name="T15" fmla="*/ 19 h 37"/>
                  <a:gd name="T16" fmla="*/ 17 w 26"/>
                  <a:gd name="T17" fmla="*/ 31 h 37"/>
                  <a:gd name="T18" fmla="*/ 25 w 26"/>
                  <a:gd name="T19" fmla="*/ 29 h 37"/>
                  <a:gd name="T20" fmla="*/ 26 w 26"/>
                  <a:gd name="T21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37">
                    <a:moveTo>
                      <a:pt x="26" y="35"/>
                    </a:moveTo>
                    <a:cubicBezTo>
                      <a:pt x="24" y="36"/>
                      <a:pt x="21" y="37"/>
                      <a:pt x="17" y="37"/>
                    </a:cubicBezTo>
                    <a:cubicBezTo>
                      <a:pt x="6" y="37"/>
                      <a:pt x="0" y="29"/>
                      <a:pt x="0" y="19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2" y="7"/>
                      <a:pt x="20" y="6"/>
                      <a:pt x="17" y="6"/>
                    </a:cubicBezTo>
                    <a:cubicBezTo>
                      <a:pt x="10" y="6"/>
                      <a:pt x="7" y="12"/>
                      <a:pt x="7" y="19"/>
                    </a:cubicBezTo>
                    <a:cubicBezTo>
                      <a:pt x="7" y="26"/>
                      <a:pt x="9" y="31"/>
                      <a:pt x="17" y="31"/>
                    </a:cubicBezTo>
                    <a:cubicBezTo>
                      <a:pt x="20" y="31"/>
                      <a:pt x="22" y="30"/>
                      <a:pt x="25" y="29"/>
                    </a:cubicBezTo>
                    <a:lnTo>
                      <a:pt x="26" y="35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6" name="Freeform 286"/>
              <p:cNvSpPr>
                <a:spLocks noEditPoints="1"/>
              </p:cNvSpPr>
              <p:nvPr userDrawn="1"/>
            </p:nvSpPr>
            <p:spPr bwMode="auto">
              <a:xfrm>
                <a:off x="534187" y="5942993"/>
                <a:ext cx="91338" cy="114494"/>
              </a:xfrm>
              <a:custGeom>
                <a:avLst/>
                <a:gdLst>
                  <a:gd name="T0" fmla="*/ 15 w 30"/>
                  <a:gd name="T1" fmla="*/ 0 h 37"/>
                  <a:gd name="T2" fmla="*/ 30 w 30"/>
                  <a:gd name="T3" fmla="*/ 19 h 37"/>
                  <a:gd name="T4" fmla="*/ 15 w 30"/>
                  <a:gd name="T5" fmla="*/ 37 h 37"/>
                  <a:gd name="T6" fmla="*/ 0 w 30"/>
                  <a:gd name="T7" fmla="*/ 19 h 37"/>
                  <a:gd name="T8" fmla="*/ 15 w 30"/>
                  <a:gd name="T9" fmla="*/ 0 h 37"/>
                  <a:gd name="T10" fmla="*/ 15 w 30"/>
                  <a:gd name="T11" fmla="*/ 6 h 37"/>
                  <a:gd name="T12" fmla="*/ 6 w 30"/>
                  <a:gd name="T13" fmla="*/ 19 h 37"/>
                  <a:gd name="T14" fmla="*/ 15 w 30"/>
                  <a:gd name="T15" fmla="*/ 31 h 37"/>
                  <a:gd name="T16" fmla="*/ 24 w 30"/>
                  <a:gd name="T17" fmla="*/ 19 h 37"/>
                  <a:gd name="T18" fmla="*/ 15 w 30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37">
                    <a:moveTo>
                      <a:pt x="15" y="0"/>
                    </a:moveTo>
                    <a:cubicBezTo>
                      <a:pt x="25" y="0"/>
                      <a:pt x="30" y="9"/>
                      <a:pt x="30" y="19"/>
                    </a:cubicBezTo>
                    <a:cubicBezTo>
                      <a:pt x="30" y="29"/>
                      <a:pt x="25" y="37"/>
                      <a:pt x="15" y="37"/>
                    </a:cubicBezTo>
                    <a:cubicBezTo>
                      <a:pt x="5" y="37"/>
                      <a:pt x="0" y="29"/>
                      <a:pt x="0" y="19"/>
                    </a:cubicBezTo>
                    <a:cubicBezTo>
                      <a:pt x="0" y="9"/>
                      <a:pt x="5" y="0"/>
                      <a:pt x="15" y="0"/>
                    </a:cubicBezTo>
                    <a:close/>
                    <a:moveTo>
                      <a:pt x="15" y="6"/>
                    </a:moveTo>
                    <a:cubicBezTo>
                      <a:pt x="8" y="6"/>
                      <a:pt x="6" y="12"/>
                      <a:pt x="6" y="19"/>
                    </a:cubicBezTo>
                    <a:cubicBezTo>
                      <a:pt x="6" y="25"/>
                      <a:pt x="8" y="31"/>
                      <a:pt x="15" y="31"/>
                    </a:cubicBezTo>
                    <a:cubicBezTo>
                      <a:pt x="21" y="31"/>
                      <a:pt x="24" y="25"/>
                      <a:pt x="24" y="19"/>
                    </a:cubicBezTo>
                    <a:cubicBezTo>
                      <a:pt x="24" y="12"/>
                      <a:pt x="21" y="6"/>
                      <a:pt x="15" y="6"/>
                    </a:cubicBez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7" name="Freeform 287"/>
              <p:cNvSpPr>
                <a:spLocks/>
              </p:cNvSpPr>
              <p:nvPr userDrawn="1"/>
            </p:nvSpPr>
            <p:spPr bwMode="auto">
              <a:xfrm>
                <a:off x="640962" y="5945566"/>
                <a:ext cx="78474" cy="111921"/>
              </a:xfrm>
              <a:custGeom>
                <a:avLst/>
                <a:gdLst>
                  <a:gd name="T0" fmla="*/ 61 w 61"/>
                  <a:gd name="T1" fmla="*/ 87 h 87"/>
                  <a:gd name="T2" fmla="*/ 44 w 61"/>
                  <a:gd name="T3" fmla="*/ 87 h 87"/>
                  <a:gd name="T4" fmla="*/ 14 w 61"/>
                  <a:gd name="T5" fmla="*/ 27 h 87"/>
                  <a:gd name="T6" fmla="*/ 14 w 61"/>
                  <a:gd name="T7" fmla="*/ 87 h 87"/>
                  <a:gd name="T8" fmla="*/ 0 w 61"/>
                  <a:gd name="T9" fmla="*/ 87 h 87"/>
                  <a:gd name="T10" fmla="*/ 0 w 61"/>
                  <a:gd name="T11" fmla="*/ 0 h 87"/>
                  <a:gd name="T12" fmla="*/ 14 w 61"/>
                  <a:gd name="T13" fmla="*/ 0 h 87"/>
                  <a:gd name="T14" fmla="*/ 47 w 61"/>
                  <a:gd name="T15" fmla="*/ 60 h 87"/>
                  <a:gd name="T16" fmla="*/ 47 w 61"/>
                  <a:gd name="T17" fmla="*/ 0 h 87"/>
                  <a:gd name="T18" fmla="*/ 61 w 61"/>
                  <a:gd name="T19" fmla="*/ 0 h 87"/>
                  <a:gd name="T20" fmla="*/ 61 w 61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87">
                    <a:moveTo>
                      <a:pt x="61" y="87"/>
                    </a:moveTo>
                    <a:lnTo>
                      <a:pt x="44" y="87"/>
                    </a:lnTo>
                    <a:lnTo>
                      <a:pt x="14" y="27"/>
                    </a:lnTo>
                    <a:lnTo>
                      <a:pt x="14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47" y="60"/>
                    </a:lnTo>
                    <a:lnTo>
                      <a:pt x="47" y="0"/>
                    </a:lnTo>
                    <a:lnTo>
                      <a:pt x="61" y="0"/>
                    </a:lnTo>
                    <a:lnTo>
                      <a:pt x="61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8" name="Freeform 288"/>
              <p:cNvSpPr>
                <a:spLocks/>
              </p:cNvSpPr>
              <p:nvPr userDrawn="1"/>
            </p:nvSpPr>
            <p:spPr bwMode="auto">
              <a:xfrm>
                <a:off x="740018" y="5945566"/>
                <a:ext cx="57891" cy="111921"/>
              </a:xfrm>
              <a:custGeom>
                <a:avLst/>
                <a:gdLst>
                  <a:gd name="T0" fmla="*/ 45 w 45"/>
                  <a:gd name="T1" fmla="*/ 14 h 87"/>
                  <a:gd name="T2" fmla="*/ 17 w 45"/>
                  <a:gd name="T3" fmla="*/ 14 h 87"/>
                  <a:gd name="T4" fmla="*/ 17 w 45"/>
                  <a:gd name="T5" fmla="*/ 34 h 87"/>
                  <a:gd name="T6" fmla="*/ 43 w 45"/>
                  <a:gd name="T7" fmla="*/ 34 h 87"/>
                  <a:gd name="T8" fmla="*/ 43 w 45"/>
                  <a:gd name="T9" fmla="*/ 48 h 87"/>
                  <a:gd name="T10" fmla="*/ 17 w 45"/>
                  <a:gd name="T11" fmla="*/ 48 h 87"/>
                  <a:gd name="T12" fmla="*/ 17 w 45"/>
                  <a:gd name="T13" fmla="*/ 87 h 87"/>
                  <a:gd name="T14" fmla="*/ 0 w 45"/>
                  <a:gd name="T15" fmla="*/ 87 h 87"/>
                  <a:gd name="T16" fmla="*/ 0 w 45"/>
                  <a:gd name="T17" fmla="*/ 0 h 87"/>
                  <a:gd name="T18" fmla="*/ 45 w 45"/>
                  <a:gd name="T19" fmla="*/ 0 h 87"/>
                  <a:gd name="T20" fmla="*/ 45 w 45"/>
                  <a:gd name="T21" fmla="*/ 1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87">
                    <a:moveTo>
                      <a:pt x="45" y="14"/>
                    </a:moveTo>
                    <a:lnTo>
                      <a:pt x="17" y="14"/>
                    </a:lnTo>
                    <a:lnTo>
                      <a:pt x="17" y="34"/>
                    </a:lnTo>
                    <a:lnTo>
                      <a:pt x="43" y="34"/>
                    </a:lnTo>
                    <a:lnTo>
                      <a:pt x="43" y="48"/>
                    </a:lnTo>
                    <a:lnTo>
                      <a:pt x="17" y="48"/>
                    </a:lnTo>
                    <a:lnTo>
                      <a:pt x="17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45" y="0"/>
                    </a:lnTo>
                    <a:lnTo>
                      <a:pt x="45" y="14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9" name="Rectangle 289"/>
              <p:cNvSpPr>
                <a:spLocks noChangeArrowheads="1"/>
              </p:cNvSpPr>
              <p:nvPr userDrawn="1"/>
            </p:nvSpPr>
            <p:spPr bwMode="auto">
              <a:xfrm>
                <a:off x="810774" y="5945566"/>
                <a:ext cx="20583" cy="111921"/>
              </a:xfrm>
              <a:prstGeom prst="rect">
                <a:avLst/>
              </a:pr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0" name="Freeform 290"/>
              <p:cNvSpPr>
                <a:spLocks noEditPoints="1"/>
              </p:cNvSpPr>
              <p:nvPr userDrawn="1"/>
            </p:nvSpPr>
            <p:spPr bwMode="auto">
              <a:xfrm>
                <a:off x="849367" y="5945566"/>
                <a:ext cx="78474" cy="111921"/>
              </a:xfrm>
              <a:custGeom>
                <a:avLst/>
                <a:gdLst>
                  <a:gd name="T0" fmla="*/ 0 w 26"/>
                  <a:gd name="T1" fmla="*/ 0 h 36"/>
                  <a:gd name="T2" fmla="*/ 10 w 26"/>
                  <a:gd name="T3" fmla="*/ 0 h 36"/>
                  <a:gd name="T4" fmla="*/ 26 w 26"/>
                  <a:gd name="T5" fmla="*/ 17 h 36"/>
                  <a:gd name="T6" fmla="*/ 10 w 26"/>
                  <a:gd name="T7" fmla="*/ 36 h 36"/>
                  <a:gd name="T8" fmla="*/ 0 w 26"/>
                  <a:gd name="T9" fmla="*/ 36 h 36"/>
                  <a:gd name="T10" fmla="*/ 0 w 26"/>
                  <a:gd name="T11" fmla="*/ 0 h 36"/>
                  <a:gd name="T12" fmla="*/ 7 w 26"/>
                  <a:gd name="T13" fmla="*/ 30 h 36"/>
                  <a:gd name="T14" fmla="*/ 8 w 26"/>
                  <a:gd name="T15" fmla="*/ 30 h 36"/>
                  <a:gd name="T16" fmla="*/ 19 w 26"/>
                  <a:gd name="T17" fmla="*/ 17 h 36"/>
                  <a:gd name="T18" fmla="*/ 8 w 26"/>
                  <a:gd name="T19" fmla="*/ 6 h 36"/>
                  <a:gd name="T20" fmla="*/ 7 w 26"/>
                  <a:gd name="T21" fmla="*/ 6 h 36"/>
                  <a:gd name="T22" fmla="*/ 7 w 26"/>
                  <a:gd name="T23" fmla="*/ 3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" h="36">
                    <a:moveTo>
                      <a:pt x="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8" y="0"/>
                      <a:pt x="26" y="6"/>
                      <a:pt x="26" y="17"/>
                    </a:cubicBezTo>
                    <a:cubicBezTo>
                      <a:pt x="26" y="29"/>
                      <a:pt x="18" y="36"/>
                      <a:pt x="10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7" y="30"/>
                    </a:moveTo>
                    <a:cubicBezTo>
                      <a:pt x="8" y="30"/>
                      <a:pt x="8" y="30"/>
                      <a:pt x="8" y="30"/>
                    </a:cubicBezTo>
                    <a:cubicBezTo>
                      <a:pt x="15" y="30"/>
                      <a:pt x="19" y="25"/>
                      <a:pt x="19" y="17"/>
                    </a:cubicBezTo>
                    <a:cubicBezTo>
                      <a:pt x="19" y="10"/>
                      <a:pt x="15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7" y="30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1" name="Freeform 291"/>
              <p:cNvSpPr>
                <a:spLocks/>
              </p:cNvSpPr>
              <p:nvPr userDrawn="1"/>
            </p:nvSpPr>
            <p:spPr bwMode="auto">
              <a:xfrm>
                <a:off x="940705" y="5945566"/>
                <a:ext cx="57891" cy="111921"/>
              </a:xfrm>
              <a:custGeom>
                <a:avLst/>
                <a:gdLst>
                  <a:gd name="T0" fmla="*/ 45 w 45"/>
                  <a:gd name="T1" fmla="*/ 87 h 87"/>
                  <a:gd name="T2" fmla="*/ 0 w 45"/>
                  <a:gd name="T3" fmla="*/ 87 h 87"/>
                  <a:gd name="T4" fmla="*/ 0 w 45"/>
                  <a:gd name="T5" fmla="*/ 0 h 87"/>
                  <a:gd name="T6" fmla="*/ 45 w 45"/>
                  <a:gd name="T7" fmla="*/ 0 h 87"/>
                  <a:gd name="T8" fmla="*/ 45 w 45"/>
                  <a:gd name="T9" fmla="*/ 14 h 87"/>
                  <a:gd name="T10" fmla="*/ 16 w 45"/>
                  <a:gd name="T11" fmla="*/ 14 h 87"/>
                  <a:gd name="T12" fmla="*/ 16 w 45"/>
                  <a:gd name="T13" fmla="*/ 34 h 87"/>
                  <a:gd name="T14" fmla="*/ 42 w 45"/>
                  <a:gd name="T15" fmla="*/ 34 h 87"/>
                  <a:gd name="T16" fmla="*/ 42 w 45"/>
                  <a:gd name="T17" fmla="*/ 48 h 87"/>
                  <a:gd name="T18" fmla="*/ 16 w 45"/>
                  <a:gd name="T19" fmla="*/ 48 h 87"/>
                  <a:gd name="T20" fmla="*/ 16 w 45"/>
                  <a:gd name="T21" fmla="*/ 72 h 87"/>
                  <a:gd name="T22" fmla="*/ 45 w 45"/>
                  <a:gd name="T23" fmla="*/ 72 h 87"/>
                  <a:gd name="T24" fmla="*/ 45 w 45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87">
                    <a:moveTo>
                      <a:pt x="45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5" y="0"/>
                    </a:lnTo>
                    <a:lnTo>
                      <a:pt x="45" y="14"/>
                    </a:lnTo>
                    <a:lnTo>
                      <a:pt x="16" y="14"/>
                    </a:lnTo>
                    <a:lnTo>
                      <a:pt x="16" y="34"/>
                    </a:lnTo>
                    <a:lnTo>
                      <a:pt x="42" y="34"/>
                    </a:lnTo>
                    <a:lnTo>
                      <a:pt x="42" y="48"/>
                    </a:lnTo>
                    <a:lnTo>
                      <a:pt x="16" y="48"/>
                    </a:lnTo>
                    <a:lnTo>
                      <a:pt x="16" y="72"/>
                    </a:lnTo>
                    <a:lnTo>
                      <a:pt x="45" y="72"/>
                    </a:lnTo>
                    <a:lnTo>
                      <a:pt x="45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2" name="Freeform 292"/>
              <p:cNvSpPr>
                <a:spLocks/>
              </p:cNvSpPr>
              <p:nvPr userDrawn="1"/>
            </p:nvSpPr>
            <p:spPr bwMode="auto">
              <a:xfrm>
                <a:off x="1012746" y="5945566"/>
                <a:ext cx="79760" cy="111921"/>
              </a:xfrm>
              <a:custGeom>
                <a:avLst/>
                <a:gdLst>
                  <a:gd name="T0" fmla="*/ 62 w 62"/>
                  <a:gd name="T1" fmla="*/ 87 h 87"/>
                  <a:gd name="T2" fmla="*/ 45 w 62"/>
                  <a:gd name="T3" fmla="*/ 87 h 87"/>
                  <a:gd name="T4" fmla="*/ 15 w 62"/>
                  <a:gd name="T5" fmla="*/ 27 h 87"/>
                  <a:gd name="T6" fmla="*/ 15 w 62"/>
                  <a:gd name="T7" fmla="*/ 87 h 87"/>
                  <a:gd name="T8" fmla="*/ 0 w 62"/>
                  <a:gd name="T9" fmla="*/ 87 h 87"/>
                  <a:gd name="T10" fmla="*/ 0 w 62"/>
                  <a:gd name="T11" fmla="*/ 0 h 87"/>
                  <a:gd name="T12" fmla="*/ 15 w 62"/>
                  <a:gd name="T13" fmla="*/ 0 h 87"/>
                  <a:gd name="T14" fmla="*/ 48 w 62"/>
                  <a:gd name="T15" fmla="*/ 60 h 87"/>
                  <a:gd name="T16" fmla="*/ 48 w 62"/>
                  <a:gd name="T17" fmla="*/ 0 h 87"/>
                  <a:gd name="T18" fmla="*/ 62 w 62"/>
                  <a:gd name="T19" fmla="*/ 0 h 87"/>
                  <a:gd name="T20" fmla="*/ 62 w 62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2" h="87">
                    <a:moveTo>
                      <a:pt x="62" y="87"/>
                    </a:moveTo>
                    <a:lnTo>
                      <a:pt x="45" y="87"/>
                    </a:lnTo>
                    <a:lnTo>
                      <a:pt x="15" y="27"/>
                    </a:lnTo>
                    <a:lnTo>
                      <a:pt x="15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48" y="60"/>
                    </a:lnTo>
                    <a:lnTo>
                      <a:pt x="48" y="0"/>
                    </a:lnTo>
                    <a:lnTo>
                      <a:pt x="62" y="0"/>
                    </a:lnTo>
                    <a:lnTo>
                      <a:pt x="62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3" name="Freeform 293"/>
              <p:cNvSpPr>
                <a:spLocks/>
              </p:cNvSpPr>
              <p:nvPr userDrawn="1"/>
            </p:nvSpPr>
            <p:spPr bwMode="auto">
              <a:xfrm>
                <a:off x="1106657" y="5945566"/>
                <a:ext cx="70755" cy="111921"/>
              </a:xfrm>
              <a:custGeom>
                <a:avLst/>
                <a:gdLst>
                  <a:gd name="T0" fmla="*/ 55 w 55"/>
                  <a:gd name="T1" fmla="*/ 14 h 87"/>
                  <a:gd name="T2" fmla="*/ 36 w 55"/>
                  <a:gd name="T3" fmla="*/ 14 h 87"/>
                  <a:gd name="T4" fmla="*/ 36 w 55"/>
                  <a:gd name="T5" fmla="*/ 87 h 87"/>
                  <a:gd name="T6" fmla="*/ 22 w 55"/>
                  <a:gd name="T7" fmla="*/ 87 h 87"/>
                  <a:gd name="T8" fmla="*/ 22 w 55"/>
                  <a:gd name="T9" fmla="*/ 14 h 87"/>
                  <a:gd name="T10" fmla="*/ 0 w 55"/>
                  <a:gd name="T11" fmla="*/ 14 h 87"/>
                  <a:gd name="T12" fmla="*/ 0 w 55"/>
                  <a:gd name="T13" fmla="*/ 0 h 87"/>
                  <a:gd name="T14" fmla="*/ 55 w 55"/>
                  <a:gd name="T15" fmla="*/ 0 h 87"/>
                  <a:gd name="T16" fmla="*/ 55 w 55"/>
                  <a:gd name="T17" fmla="*/ 1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87">
                    <a:moveTo>
                      <a:pt x="55" y="14"/>
                    </a:moveTo>
                    <a:lnTo>
                      <a:pt x="36" y="14"/>
                    </a:lnTo>
                    <a:lnTo>
                      <a:pt x="36" y="87"/>
                    </a:lnTo>
                    <a:lnTo>
                      <a:pt x="22" y="87"/>
                    </a:lnTo>
                    <a:lnTo>
                      <a:pt x="22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55" y="0"/>
                    </a:lnTo>
                    <a:lnTo>
                      <a:pt x="55" y="14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4" name="Rectangle 294"/>
              <p:cNvSpPr>
                <a:spLocks noChangeArrowheads="1"/>
              </p:cNvSpPr>
              <p:nvPr userDrawn="1"/>
            </p:nvSpPr>
            <p:spPr bwMode="auto">
              <a:xfrm>
                <a:off x="1191563" y="5945566"/>
                <a:ext cx="19297" cy="111921"/>
              </a:xfrm>
              <a:prstGeom prst="rect">
                <a:avLst/>
              </a:pr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5" name="Freeform 295"/>
              <p:cNvSpPr>
                <a:spLocks noEditPoints="1"/>
              </p:cNvSpPr>
              <p:nvPr userDrawn="1"/>
            </p:nvSpPr>
            <p:spPr bwMode="auto">
              <a:xfrm>
                <a:off x="1219864" y="5945566"/>
                <a:ext cx="99057" cy="111921"/>
              </a:xfrm>
              <a:custGeom>
                <a:avLst/>
                <a:gdLst>
                  <a:gd name="T0" fmla="*/ 0 w 77"/>
                  <a:gd name="T1" fmla="*/ 87 h 87"/>
                  <a:gd name="T2" fmla="*/ 33 w 77"/>
                  <a:gd name="T3" fmla="*/ 0 h 87"/>
                  <a:gd name="T4" fmla="*/ 44 w 77"/>
                  <a:gd name="T5" fmla="*/ 0 h 87"/>
                  <a:gd name="T6" fmla="*/ 77 w 77"/>
                  <a:gd name="T7" fmla="*/ 87 h 87"/>
                  <a:gd name="T8" fmla="*/ 61 w 77"/>
                  <a:gd name="T9" fmla="*/ 87 h 87"/>
                  <a:gd name="T10" fmla="*/ 54 w 77"/>
                  <a:gd name="T11" fmla="*/ 65 h 87"/>
                  <a:gd name="T12" fmla="*/ 23 w 77"/>
                  <a:gd name="T13" fmla="*/ 65 h 87"/>
                  <a:gd name="T14" fmla="*/ 16 w 77"/>
                  <a:gd name="T15" fmla="*/ 87 h 87"/>
                  <a:gd name="T16" fmla="*/ 0 w 77"/>
                  <a:gd name="T17" fmla="*/ 87 h 87"/>
                  <a:gd name="T18" fmla="*/ 40 w 77"/>
                  <a:gd name="T19" fmla="*/ 22 h 87"/>
                  <a:gd name="T20" fmla="*/ 28 w 77"/>
                  <a:gd name="T21" fmla="*/ 51 h 87"/>
                  <a:gd name="T22" fmla="*/ 49 w 77"/>
                  <a:gd name="T23" fmla="*/ 51 h 87"/>
                  <a:gd name="T24" fmla="*/ 40 w 77"/>
                  <a:gd name="T25" fmla="*/ 22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7" h="87">
                    <a:moveTo>
                      <a:pt x="0" y="87"/>
                    </a:moveTo>
                    <a:lnTo>
                      <a:pt x="33" y="0"/>
                    </a:lnTo>
                    <a:lnTo>
                      <a:pt x="44" y="0"/>
                    </a:lnTo>
                    <a:lnTo>
                      <a:pt x="77" y="87"/>
                    </a:lnTo>
                    <a:lnTo>
                      <a:pt x="61" y="87"/>
                    </a:lnTo>
                    <a:lnTo>
                      <a:pt x="54" y="65"/>
                    </a:lnTo>
                    <a:lnTo>
                      <a:pt x="23" y="65"/>
                    </a:lnTo>
                    <a:lnTo>
                      <a:pt x="16" y="87"/>
                    </a:lnTo>
                    <a:lnTo>
                      <a:pt x="0" y="87"/>
                    </a:lnTo>
                    <a:close/>
                    <a:moveTo>
                      <a:pt x="40" y="22"/>
                    </a:moveTo>
                    <a:lnTo>
                      <a:pt x="28" y="51"/>
                    </a:lnTo>
                    <a:lnTo>
                      <a:pt x="49" y="51"/>
                    </a:lnTo>
                    <a:lnTo>
                      <a:pt x="40" y="22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6" name="Freeform 296"/>
              <p:cNvSpPr>
                <a:spLocks/>
              </p:cNvSpPr>
              <p:nvPr userDrawn="1"/>
            </p:nvSpPr>
            <p:spPr bwMode="auto">
              <a:xfrm>
                <a:off x="1327926" y="5945566"/>
                <a:ext cx="57891" cy="111921"/>
              </a:xfrm>
              <a:custGeom>
                <a:avLst/>
                <a:gdLst>
                  <a:gd name="T0" fmla="*/ 45 w 45"/>
                  <a:gd name="T1" fmla="*/ 87 h 87"/>
                  <a:gd name="T2" fmla="*/ 0 w 45"/>
                  <a:gd name="T3" fmla="*/ 87 h 87"/>
                  <a:gd name="T4" fmla="*/ 0 w 45"/>
                  <a:gd name="T5" fmla="*/ 0 h 87"/>
                  <a:gd name="T6" fmla="*/ 15 w 45"/>
                  <a:gd name="T7" fmla="*/ 0 h 87"/>
                  <a:gd name="T8" fmla="*/ 15 w 45"/>
                  <a:gd name="T9" fmla="*/ 72 h 87"/>
                  <a:gd name="T10" fmla="*/ 45 w 45"/>
                  <a:gd name="T11" fmla="*/ 72 h 87"/>
                  <a:gd name="T12" fmla="*/ 45 w 45"/>
                  <a:gd name="T13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87">
                    <a:moveTo>
                      <a:pt x="45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72"/>
                    </a:lnTo>
                    <a:lnTo>
                      <a:pt x="45" y="72"/>
                    </a:lnTo>
                    <a:lnTo>
                      <a:pt x="45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9" name="그룹 568"/>
            <p:cNvGrpSpPr/>
            <p:nvPr userDrawn="1"/>
          </p:nvGrpSpPr>
          <p:grpSpPr>
            <a:xfrm>
              <a:off x="449281" y="5942993"/>
              <a:ext cx="11313036" cy="321612"/>
              <a:chOff x="449281" y="5942993"/>
              <a:chExt cx="11313036" cy="321612"/>
            </a:xfrm>
          </p:grpSpPr>
          <p:sp>
            <p:nvSpPr>
              <p:cNvPr id="377" name="Freeform 297"/>
              <p:cNvSpPr>
                <a:spLocks/>
              </p:cNvSpPr>
              <p:nvPr userDrawn="1"/>
            </p:nvSpPr>
            <p:spPr bwMode="auto">
              <a:xfrm>
                <a:off x="1428269" y="5945566"/>
                <a:ext cx="73328" cy="111921"/>
              </a:xfrm>
              <a:custGeom>
                <a:avLst/>
                <a:gdLst>
                  <a:gd name="T0" fmla="*/ 57 w 57"/>
                  <a:gd name="T1" fmla="*/ 10 h 87"/>
                  <a:gd name="T2" fmla="*/ 33 w 57"/>
                  <a:gd name="T3" fmla="*/ 10 h 87"/>
                  <a:gd name="T4" fmla="*/ 33 w 57"/>
                  <a:gd name="T5" fmla="*/ 87 h 87"/>
                  <a:gd name="T6" fmla="*/ 24 w 57"/>
                  <a:gd name="T7" fmla="*/ 87 h 87"/>
                  <a:gd name="T8" fmla="*/ 24 w 57"/>
                  <a:gd name="T9" fmla="*/ 10 h 87"/>
                  <a:gd name="T10" fmla="*/ 0 w 57"/>
                  <a:gd name="T11" fmla="*/ 10 h 87"/>
                  <a:gd name="T12" fmla="*/ 0 w 57"/>
                  <a:gd name="T13" fmla="*/ 0 h 87"/>
                  <a:gd name="T14" fmla="*/ 57 w 57"/>
                  <a:gd name="T15" fmla="*/ 0 h 87"/>
                  <a:gd name="T16" fmla="*/ 57 w 57"/>
                  <a:gd name="T17" fmla="*/ 1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87">
                    <a:moveTo>
                      <a:pt x="57" y="10"/>
                    </a:moveTo>
                    <a:lnTo>
                      <a:pt x="33" y="10"/>
                    </a:lnTo>
                    <a:lnTo>
                      <a:pt x="33" y="87"/>
                    </a:lnTo>
                    <a:lnTo>
                      <a:pt x="24" y="87"/>
                    </a:lnTo>
                    <a:lnTo>
                      <a:pt x="24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57" y="0"/>
                    </a:lnTo>
                    <a:lnTo>
                      <a:pt x="57" y="1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8" name="Freeform 298"/>
              <p:cNvSpPr>
                <a:spLocks/>
              </p:cNvSpPr>
              <p:nvPr userDrawn="1"/>
            </p:nvSpPr>
            <p:spPr bwMode="auto">
              <a:xfrm>
                <a:off x="1517034" y="5945566"/>
                <a:ext cx="60464" cy="111921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0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4 h 36"/>
                  <a:gd name="T20" fmla="*/ 11 w 20"/>
                  <a:gd name="T21" fmla="*/ 9 h 36"/>
                  <a:gd name="T22" fmla="*/ 20 w 20"/>
                  <a:gd name="T23" fmla="*/ 20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6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8" y="9"/>
                      <a:pt x="11" y="9"/>
                    </a:cubicBezTo>
                    <a:cubicBezTo>
                      <a:pt x="17" y="9"/>
                      <a:pt x="20" y="13"/>
                      <a:pt x="20" y="20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9" name="Freeform 299"/>
              <p:cNvSpPr>
                <a:spLocks noEditPoints="1"/>
              </p:cNvSpPr>
              <p:nvPr userDrawn="1"/>
            </p:nvSpPr>
            <p:spPr bwMode="auto">
              <a:xfrm>
                <a:off x="1601939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0" name="Freeform 300"/>
              <p:cNvSpPr>
                <a:spLocks/>
              </p:cNvSpPr>
              <p:nvPr userDrawn="1"/>
            </p:nvSpPr>
            <p:spPr bwMode="auto">
              <a:xfrm>
                <a:off x="1631528" y="5973868"/>
                <a:ext cx="48885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1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8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1" name="Freeform 301"/>
              <p:cNvSpPr>
                <a:spLocks/>
              </p:cNvSpPr>
              <p:nvPr userDrawn="1"/>
            </p:nvSpPr>
            <p:spPr bwMode="auto">
              <a:xfrm>
                <a:off x="1734444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10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20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10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2" name="Freeform 302"/>
              <p:cNvSpPr>
                <a:spLocks noEditPoints="1"/>
              </p:cNvSpPr>
              <p:nvPr userDrawn="1"/>
            </p:nvSpPr>
            <p:spPr bwMode="auto">
              <a:xfrm>
                <a:off x="1846365" y="5973868"/>
                <a:ext cx="61750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3" name="Freeform 303"/>
              <p:cNvSpPr>
                <a:spLocks/>
              </p:cNvSpPr>
              <p:nvPr userDrawn="1"/>
            </p:nvSpPr>
            <p:spPr bwMode="auto">
              <a:xfrm>
                <a:off x="1919693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2" y="32"/>
                    </a:cubicBezTo>
                    <a:cubicBezTo>
                      <a:pt x="13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4" name="Freeform 304"/>
              <p:cNvSpPr>
                <a:spLocks noEditPoints="1"/>
              </p:cNvSpPr>
              <p:nvPr userDrawn="1"/>
            </p:nvSpPr>
            <p:spPr bwMode="auto">
              <a:xfrm>
                <a:off x="1971151" y="5973868"/>
                <a:ext cx="63036" cy="83620"/>
              </a:xfrm>
              <a:custGeom>
                <a:avLst/>
                <a:gdLst>
                  <a:gd name="T0" fmla="*/ 12 w 21"/>
                  <a:gd name="T1" fmla="*/ 24 h 27"/>
                  <a:gd name="T2" fmla="*/ 20 w 21"/>
                  <a:gd name="T3" fmla="*/ 22 h 27"/>
                  <a:gd name="T4" fmla="*/ 20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5" name="Freeform 305"/>
              <p:cNvSpPr>
                <a:spLocks/>
              </p:cNvSpPr>
              <p:nvPr userDrawn="1"/>
            </p:nvSpPr>
            <p:spPr bwMode="auto">
              <a:xfrm>
                <a:off x="2049624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0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6" name="Freeform 306"/>
              <p:cNvSpPr>
                <a:spLocks noEditPoints="1"/>
              </p:cNvSpPr>
              <p:nvPr userDrawn="1"/>
            </p:nvSpPr>
            <p:spPr bwMode="auto">
              <a:xfrm>
                <a:off x="2104942" y="5945566"/>
                <a:ext cx="14151" cy="111921"/>
              </a:xfrm>
              <a:custGeom>
                <a:avLst/>
                <a:gdLst>
                  <a:gd name="T0" fmla="*/ 11 w 11"/>
                  <a:gd name="T1" fmla="*/ 12 h 87"/>
                  <a:gd name="T2" fmla="*/ 0 w 11"/>
                  <a:gd name="T3" fmla="*/ 12 h 87"/>
                  <a:gd name="T4" fmla="*/ 0 w 11"/>
                  <a:gd name="T5" fmla="*/ 0 h 87"/>
                  <a:gd name="T6" fmla="*/ 11 w 11"/>
                  <a:gd name="T7" fmla="*/ 0 h 87"/>
                  <a:gd name="T8" fmla="*/ 11 w 11"/>
                  <a:gd name="T9" fmla="*/ 12 h 87"/>
                  <a:gd name="T10" fmla="*/ 11 w 11"/>
                  <a:gd name="T11" fmla="*/ 87 h 87"/>
                  <a:gd name="T12" fmla="*/ 0 w 11"/>
                  <a:gd name="T13" fmla="*/ 87 h 87"/>
                  <a:gd name="T14" fmla="*/ 0 w 11"/>
                  <a:gd name="T15" fmla="*/ 24 h 87"/>
                  <a:gd name="T16" fmla="*/ 11 w 11"/>
                  <a:gd name="T17" fmla="*/ 24 h 87"/>
                  <a:gd name="T18" fmla="*/ 11 w 11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87">
                    <a:moveTo>
                      <a:pt x="11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1" y="0"/>
                    </a:lnTo>
                    <a:lnTo>
                      <a:pt x="11" y="12"/>
                    </a:lnTo>
                    <a:close/>
                    <a:moveTo>
                      <a:pt x="11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1" y="24"/>
                    </a:lnTo>
                    <a:lnTo>
                      <a:pt x="11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7" name="Freeform 307"/>
              <p:cNvSpPr>
                <a:spLocks noEditPoints="1"/>
              </p:cNvSpPr>
              <p:nvPr userDrawn="1"/>
            </p:nvSpPr>
            <p:spPr bwMode="auto">
              <a:xfrm>
                <a:off x="2134530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8" name="Rectangle 308"/>
              <p:cNvSpPr>
                <a:spLocks noChangeArrowheads="1"/>
              </p:cNvSpPr>
              <p:nvPr userDrawn="1"/>
            </p:nvSpPr>
            <p:spPr bwMode="auto">
              <a:xfrm>
                <a:off x="2216862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9" name="Freeform 309"/>
              <p:cNvSpPr>
                <a:spLocks noEditPoints="1"/>
              </p:cNvSpPr>
              <p:nvPr userDrawn="1"/>
            </p:nvSpPr>
            <p:spPr bwMode="auto">
              <a:xfrm>
                <a:off x="2292763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0" name="Freeform 310"/>
              <p:cNvSpPr>
                <a:spLocks/>
              </p:cNvSpPr>
              <p:nvPr userDrawn="1"/>
            </p:nvSpPr>
            <p:spPr bwMode="auto">
              <a:xfrm>
                <a:off x="2322351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0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1" name="Freeform 311"/>
              <p:cNvSpPr>
                <a:spLocks noEditPoints="1"/>
              </p:cNvSpPr>
              <p:nvPr userDrawn="1"/>
            </p:nvSpPr>
            <p:spPr bwMode="auto">
              <a:xfrm>
                <a:off x="2425267" y="5973868"/>
                <a:ext cx="66895" cy="111921"/>
              </a:xfrm>
              <a:custGeom>
                <a:avLst/>
                <a:gdLst>
                  <a:gd name="T0" fmla="*/ 0 w 22"/>
                  <a:gd name="T1" fmla="*/ 1 h 36"/>
                  <a:gd name="T2" fmla="*/ 4 w 22"/>
                  <a:gd name="T3" fmla="*/ 1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4 h 36"/>
                  <a:gd name="T10" fmla="*/ 11 w 22"/>
                  <a:gd name="T11" fmla="*/ 27 h 36"/>
                  <a:gd name="T12" fmla="*/ 4 w 22"/>
                  <a:gd name="T13" fmla="*/ 23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1 h 36"/>
                  <a:gd name="T20" fmla="*/ 11 w 22"/>
                  <a:gd name="T21" fmla="*/ 24 h 36"/>
                  <a:gd name="T22" fmla="*/ 18 w 22"/>
                  <a:gd name="T23" fmla="*/ 14 h 36"/>
                  <a:gd name="T24" fmla="*/ 11 w 22"/>
                  <a:gd name="T25" fmla="*/ 4 h 36"/>
                  <a:gd name="T26" fmla="*/ 4 w 22"/>
                  <a:gd name="T27" fmla="*/ 14 h 36"/>
                  <a:gd name="T28" fmla="*/ 11 w 22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4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6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2" name="Freeform 312"/>
              <p:cNvSpPr>
                <a:spLocks/>
              </p:cNvSpPr>
              <p:nvPr userDrawn="1"/>
            </p:nvSpPr>
            <p:spPr bwMode="auto">
              <a:xfrm>
                <a:off x="2507600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3" name="Freeform 313"/>
              <p:cNvSpPr>
                <a:spLocks noEditPoints="1"/>
              </p:cNvSpPr>
              <p:nvPr userDrawn="1"/>
            </p:nvSpPr>
            <p:spPr bwMode="auto">
              <a:xfrm>
                <a:off x="2552626" y="5973868"/>
                <a:ext cx="70755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4" name="Freeform 314"/>
              <p:cNvSpPr>
                <a:spLocks noEditPoints="1"/>
              </p:cNvSpPr>
              <p:nvPr userDrawn="1"/>
            </p:nvSpPr>
            <p:spPr bwMode="auto">
              <a:xfrm>
                <a:off x="2634959" y="5973868"/>
                <a:ext cx="69468" cy="111921"/>
              </a:xfrm>
              <a:custGeom>
                <a:avLst/>
                <a:gdLst>
                  <a:gd name="T0" fmla="*/ 0 w 23"/>
                  <a:gd name="T1" fmla="*/ 1 h 36"/>
                  <a:gd name="T2" fmla="*/ 4 w 23"/>
                  <a:gd name="T3" fmla="*/ 1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4 h 36"/>
                  <a:gd name="T10" fmla="*/ 12 w 23"/>
                  <a:gd name="T11" fmla="*/ 27 h 36"/>
                  <a:gd name="T12" fmla="*/ 4 w 23"/>
                  <a:gd name="T13" fmla="*/ 23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1 h 36"/>
                  <a:gd name="T20" fmla="*/ 11 w 23"/>
                  <a:gd name="T21" fmla="*/ 24 h 36"/>
                  <a:gd name="T22" fmla="*/ 18 w 23"/>
                  <a:gd name="T23" fmla="*/ 14 h 36"/>
                  <a:gd name="T24" fmla="*/ 11 w 23"/>
                  <a:gd name="T25" fmla="*/ 4 h 36"/>
                  <a:gd name="T26" fmla="*/ 4 w 23"/>
                  <a:gd name="T27" fmla="*/ 14 h 36"/>
                  <a:gd name="T28" fmla="*/ 11 w 23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7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5" name="Freeform 315"/>
              <p:cNvSpPr>
                <a:spLocks/>
              </p:cNvSpPr>
              <p:nvPr userDrawn="1"/>
            </p:nvSpPr>
            <p:spPr bwMode="auto">
              <a:xfrm>
                <a:off x="2719864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6" name="Freeform 316"/>
              <p:cNvSpPr>
                <a:spLocks noEditPoints="1"/>
              </p:cNvSpPr>
              <p:nvPr userDrawn="1"/>
            </p:nvSpPr>
            <p:spPr bwMode="auto">
              <a:xfrm>
                <a:off x="2773895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7" name="Freeform 317"/>
              <p:cNvSpPr>
                <a:spLocks noEditPoints="1"/>
              </p:cNvSpPr>
              <p:nvPr userDrawn="1"/>
            </p:nvSpPr>
            <p:spPr bwMode="auto">
              <a:xfrm>
                <a:off x="2802197" y="5973868"/>
                <a:ext cx="65609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1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8" name="Freeform 318"/>
              <p:cNvSpPr>
                <a:spLocks/>
              </p:cNvSpPr>
              <p:nvPr userDrawn="1"/>
            </p:nvSpPr>
            <p:spPr bwMode="auto">
              <a:xfrm>
                <a:off x="2874238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9" name="Freeform 319"/>
              <p:cNvSpPr>
                <a:spLocks noEditPoints="1"/>
              </p:cNvSpPr>
              <p:nvPr userDrawn="1"/>
            </p:nvSpPr>
            <p:spPr bwMode="auto">
              <a:xfrm>
                <a:off x="2925696" y="5973868"/>
                <a:ext cx="60464" cy="83620"/>
              </a:xfrm>
              <a:custGeom>
                <a:avLst/>
                <a:gdLst>
                  <a:gd name="T0" fmla="*/ 17 w 20"/>
                  <a:gd name="T1" fmla="*/ 27 h 27"/>
                  <a:gd name="T2" fmla="*/ 17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7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0" name="Freeform 320"/>
              <p:cNvSpPr>
                <a:spLocks/>
              </p:cNvSpPr>
              <p:nvPr userDrawn="1"/>
            </p:nvSpPr>
            <p:spPr bwMode="auto">
              <a:xfrm>
                <a:off x="3004169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0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1" name="Freeform 321"/>
              <p:cNvSpPr>
                <a:spLocks/>
              </p:cNvSpPr>
              <p:nvPr userDrawn="1"/>
            </p:nvSpPr>
            <p:spPr bwMode="auto">
              <a:xfrm>
                <a:off x="3046622" y="5976441"/>
                <a:ext cx="70755" cy="111921"/>
              </a:xfrm>
              <a:custGeom>
                <a:avLst/>
                <a:gdLst>
                  <a:gd name="T0" fmla="*/ 18 w 23"/>
                  <a:gd name="T1" fmla="*/ 0 h 36"/>
                  <a:gd name="T2" fmla="*/ 23 w 23"/>
                  <a:gd name="T3" fmla="*/ 0 h 36"/>
                  <a:gd name="T4" fmla="*/ 12 w 23"/>
                  <a:gd name="T5" fmla="*/ 29 h 36"/>
                  <a:gd name="T6" fmla="*/ 5 w 23"/>
                  <a:gd name="T7" fmla="*/ 36 h 36"/>
                  <a:gd name="T8" fmla="*/ 1 w 23"/>
                  <a:gd name="T9" fmla="*/ 35 h 36"/>
                  <a:gd name="T10" fmla="*/ 2 w 23"/>
                  <a:gd name="T11" fmla="*/ 32 h 36"/>
                  <a:gd name="T12" fmla="*/ 5 w 23"/>
                  <a:gd name="T13" fmla="*/ 32 h 36"/>
                  <a:gd name="T14" fmla="*/ 8 w 23"/>
                  <a:gd name="T15" fmla="*/ 28 h 36"/>
                  <a:gd name="T16" fmla="*/ 10 w 23"/>
                  <a:gd name="T17" fmla="*/ 24 h 36"/>
                  <a:gd name="T18" fmla="*/ 0 w 23"/>
                  <a:gd name="T19" fmla="*/ 0 h 36"/>
                  <a:gd name="T20" fmla="*/ 5 w 23"/>
                  <a:gd name="T21" fmla="*/ 0 h 36"/>
                  <a:gd name="T22" fmla="*/ 12 w 23"/>
                  <a:gd name="T23" fmla="*/ 19 h 36"/>
                  <a:gd name="T24" fmla="*/ 18 w 2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33"/>
                      <a:pt x="9" y="36"/>
                      <a:pt x="5" y="36"/>
                    </a:cubicBezTo>
                    <a:cubicBezTo>
                      <a:pt x="4" y="36"/>
                      <a:pt x="2" y="36"/>
                      <a:pt x="1" y="35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2"/>
                      <a:pt x="4" y="32"/>
                      <a:pt x="5" y="32"/>
                    </a:cubicBezTo>
                    <a:cubicBezTo>
                      <a:pt x="7" y="32"/>
                      <a:pt x="8" y="31"/>
                      <a:pt x="8" y="28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19"/>
                      <a:pt x="12" y="19"/>
                      <a:pt x="12" y="19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2" name="Freeform 322"/>
              <p:cNvSpPr>
                <a:spLocks/>
              </p:cNvSpPr>
              <p:nvPr userDrawn="1"/>
            </p:nvSpPr>
            <p:spPr bwMode="auto">
              <a:xfrm>
                <a:off x="3155970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3" name="Freeform 323"/>
              <p:cNvSpPr>
                <a:spLocks noEditPoints="1"/>
              </p:cNvSpPr>
              <p:nvPr userDrawn="1"/>
            </p:nvSpPr>
            <p:spPr bwMode="auto">
              <a:xfrm>
                <a:off x="3207428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4" name="Freeform 324"/>
              <p:cNvSpPr>
                <a:spLocks/>
              </p:cNvSpPr>
              <p:nvPr userDrawn="1"/>
            </p:nvSpPr>
            <p:spPr bwMode="auto">
              <a:xfrm>
                <a:off x="3325782" y="5942993"/>
                <a:ext cx="60464" cy="114494"/>
              </a:xfrm>
              <a:custGeom>
                <a:avLst/>
                <a:gdLst>
                  <a:gd name="T0" fmla="*/ 18 w 20"/>
                  <a:gd name="T1" fmla="*/ 5 h 37"/>
                  <a:gd name="T2" fmla="*/ 12 w 20"/>
                  <a:gd name="T3" fmla="*/ 4 h 37"/>
                  <a:gd name="T4" fmla="*/ 5 w 20"/>
                  <a:gd name="T5" fmla="*/ 10 h 37"/>
                  <a:gd name="T6" fmla="*/ 11 w 20"/>
                  <a:gd name="T7" fmla="*/ 16 h 37"/>
                  <a:gd name="T8" fmla="*/ 20 w 20"/>
                  <a:gd name="T9" fmla="*/ 27 h 37"/>
                  <a:gd name="T10" fmla="*/ 9 w 20"/>
                  <a:gd name="T11" fmla="*/ 37 h 37"/>
                  <a:gd name="T12" fmla="*/ 0 w 20"/>
                  <a:gd name="T13" fmla="*/ 35 h 37"/>
                  <a:gd name="T14" fmla="*/ 1 w 20"/>
                  <a:gd name="T15" fmla="*/ 31 h 37"/>
                  <a:gd name="T16" fmla="*/ 9 w 20"/>
                  <a:gd name="T17" fmla="*/ 33 h 37"/>
                  <a:gd name="T18" fmla="*/ 16 w 20"/>
                  <a:gd name="T19" fmla="*/ 27 h 37"/>
                  <a:gd name="T20" fmla="*/ 9 w 20"/>
                  <a:gd name="T21" fmla="*/ 19 h 37"/>
                  <a:gd name="T22" fmla="*/ 1 w 20"/>
                  <a:gd name="T23" fmla="*/ 10 h 37"/>
                  <a:gd name="T24" fmla="*/ 12 w 20"/>
                  <a:gd name="T25" fmla="*/ 0 h 37"/>
                  <a:gd name="T26" fmla="*/ 19 w 20"/>
                  <a:gd name="T27" fmla="*/ 2 h 37"/>
                  <a:gd name="T28" fmla="*/ 18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8" y="5"/>
                    </a:move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5" y="6"/>
                      <a:pt x="5" y="10"/>
                    </a:cubicBezTo>
                    <a:cubicBezTo>
                      <a:pt x="5" y="12"/>
                      <a:pt x="7" y="14"/>
                      <a:pt x="11" y="16"/>
                    </a:cubicBezTo>
                    <a:cubicBezTo>
                      <a:pt x="17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9" y="37"/>
                    </a:cubicBezTo>
                    <a:cubicBezTo>
                      <a:pt x="6" y="37"/>
                      <a:pt x="3" y="36"/>
                      <a:pt x="0" y="35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4" y="32"/>
                      <a:pt x="6" y="33"/>
                      <a:pt x="9" y="33"/>
                    </a:cubicBezTo>
                    <a:cubicBezTo>
                      <a:pt x="14" y="33"/>
                      <a:pt x="16" y="31"/>
                      <a:pt x="16" y="27"/>
                    </a:cubicBezTo>
                    <a:cubicBezTo>
                      <a:pt x="16" y="24"/>
                      <a:pt x="14" y="21"/>
                      <a:pt x="9" y="19"/>
                    </a:cubicBezTo>
                    <a:cubicBezTo>
                      <a:pt x="4" y="17"/>
                      <a:pt x="1" y="14"/>
                      <a:pt x="1" y="10"/>
                    </a:cubicBezTo>
                    <a:cubicBezTo>
                      <a:pt x="1" y="3"/>
                      <a:pt x="6" y="0"/>
                      <a:pt x="12" y="0"/>
                    </a:cubicBezTo>
                    <a:cubicBezTo>
                      <a:pt x="14" y="0"/>
                      <a:pt x="17" y="1"/>
                      <a:pt x="19" y="2"/>
                    </a:cubicBezTo>
                    <a:lnTo>
                      <a:pt x="18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5" name="Freeform 325"/>
              <p:cNvSpPr>
                <a:spLocks noEditPoints="1"/>
              </p:cNvSpPr>
              <p:nvPr userDrawn="1"/>
            </p:nvSpPr>
            <p:spPr bwMode="auto">
              <a:xfrm>
                <a:off x="3395250" y="5973868"/>
                <a:ext cx="61750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6" name="Freeform 326"/>
              <p:cNvSpPr>
                <a:spLocks/>
              </p:cNvSpPr>
              <p:nvPr userDrawn="1"/>
            </p:nvSpPr>
            <p:spPr bwMode="auto">
              <a:xfrm>
                <a:off x="3475010" y="5973868"/>
                <a:ext cx="99057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9 w 33"/>
                  <a:gd name="T9" fmla="*/ 12 h 27"/>
                  <a:gd name="T10" fmla="*/ 19 w 33"/>
                  <a:gd name="T11" fmla="*/ 27 h 27"/>
                  <a:gd name="T12" fmla="*/ 15 w 33"/>
                  <a:gd name="T13" fmla="*/ 27 h 27"/>
                  <a:gd name="T14" fmla="*/ 15 w 33"/>
                  <a:gd name="T15" fmla="*/ 9 h 27"/>
                  <a:gd name="T16" fmla="*/ 10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8" y="4"/>
                      <a:pt x="24" y="4"/>
                    </a:cubicBezTo>
                    <a:cubicBezTo>
                      <a:pt x="20" y="4"/>
                      <a:pt x="19" y="8"/>
                      <a:pt x="19" y="12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6"/>
                      <a:pt x="13" y="4"/>
                      <a:pt x="10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7" name="Freeform 327"/>
              <p:cNvSpPr>
                <a:spLocks/>
              </p:cNvSpPr>
              <p:nvPr userDrawn="1"/>
            </p:nvSpPr>
            <p:spPr bwMode="auto">
              <a:xfrm>
                <a:off x="3589504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8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6"/>
                      <a:pt x="17" y="20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8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8" name="Freeform 328"/>
              <p:cNvSpPr>
                <a:spLocks/>
              </p:cNvSpPr>
              <p:nvPr userDrawn="1"/>
            </p:nvSpPr>
            <p:spPr bwMode="auto">
              <a:xfrm>
                <a:off x="3656399" y="5976441"/>
                <a:ext cx="64322" cy="81047"/>
              </a:xfrm>
              <a:custGeom>
                <a:avLst/>
                <a:gdLst>
                  <a:gd name="T0" fmla="*/ 16 w 21"/>
                  <a:gd name="T1" fmla="*/ 26 h 26"/>
                  <a:gd name="T2" fmla="*/ 16 w 21"/>
                  <a:gd name="T3" fmla="*/ 22 h 26"/>
                  <a:gd name="T4" fmla="*/ 9 w 21"/>
                  <a:gd name="T5" fmla="*/ 26 h 26"/>
                  <a:gd name="T6" fmla="*/ 0 w 21"/>
                  <a:gd name="T7" fmla="*/ 16 h 26"/>
                  <a:gd name="T8" fmla="*/ 0 w 21"/>
                  <a:gd name="T9" fmla="*/ 0 h 26"/>
                  <a:gd name="T10" fmla="*/ 4 w 21"/>
                  <a:gd name="T11" fmla="*/ 0 h 26"/>
                  <a:gd name="T12" fmla="*/ 4 w 21"/>
                  <a:gd name="T13" fmla="*/ 16 h 26"/>
                  <a:gd name="T14" fmla="*/ 9 w 21"/>
                  <a:gd name="T15" fmla="*/ 23 h 26"/>
                  <a:gd name="T16" fmla="*/ 16 w 21"/>
                  <a:gd name="T17" fmla="*/ 15 h 26"/>
                  <a:gd name="T18" fmla="*/ 16 w 21"/>
                  <a:gd name="T19" fmla="*/ 0 h 26"/>
                  <a:gd name="T20" fmla="*/ 20 w 21"/>
                  <a:gd name="T21" fmla="*/ 0 h 26"/>
                  <a:gd name="T22" fmla="*/ 20 w 21"/>
                  <a:gd name="T23" fmla="*/ 19 h 26"/>
                  <a:gd name="T24" fmla="*/ 21 w 21"/>
                  <a:gd name="T25" fmla="*/ 26 h 26"/>
                  <a:gd name="T26" fmla="*/ 16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6"/>
                      <a:pt x="9" y="26"/>
                    </a:cubicBezTo>
                    <a:cubicBezTo>
                      <a:pt x="3" y="26"/>
                      <a:pt x="0" y="22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0"/>
                      <a:pt x="6" y="23"/>
                      <a:pt x="9" y="23"/>
                    </a:cubicBezTo>
                    <a:cubicBezTo>
                      <a:pt x="14" y="23"/>
                      <a:pt x="16" y="19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2"/>
                      <a:pt x="20" y="24"/>
                      <a:pt x="21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9" name="Freeform 329"/>
              <p:cNvSpPr>
                <a:spLocks/>
              </p:cNvSpPr>
              <p:nvPr userDrawn="1"/>
            </p:nvSpPr>
            <p:spPr bwMode="auto">
              <a:xfrm>
                <a:off x="3738732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4 w 20"/>
                  <a:gd name="T19" fmla="*/ 1 h 27"/>
                  <a:gd name="T20" fmla="*/ 4 w 20"/>
                  <a:gd name="T21" fmla="*/ 5 h 27"/>
                  <a:gd name="T22" fmla="*/ 12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5" y="1"/>
                      <a:pt x="9" y="0"/>
                      <a:pt x="12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0" name="Freeform 330"/>
              <p:cNvSpPr>
                <a:spLocks noEditPoints="1"/>
              </p:cNvSpPr>
              <p:nvPr userDrawn="1"/>
            </p:nvSpPr>
            <p:spPr bwMode="auto">
              <a:xfrm>
                <a:off x="3814632" y="5973868"/>
                <a:ext cx="65609" cy="114494"/>
              </a:xfrm>
              <a:custGeom>
                <a:avLst/>
                <a:gdLst>
                  <a:gd name="T0" fmla="*/ 22 w 22"/>
                  <a:gd name="T1" fmla="*/ 1 h 37"/>
                  <a:gd name="T2" fmla="*/ 22 w 22"/>
                  <a:gd name="T3" fmla="*/ 22 h 37"/>
                  <a:gd name="T4" fmla="*/ 10 w 22"/>
                  <a:gd name="T5" fmla="*/ 37 h 37"/>
                  <a:gd name="T6" fmla="*/ 2 w 22"/>
                  <a:gd name="T7" fmla="*/ 35 h 37"/>
                  <a:gd name="T8" fmla="*/ 3 w 22"/>
                  <a:gd name="T9" fmla="*/ 31 h 37"/>
                  <a:gd name="T10" fmla="*/ 10 w 22"/>
                  <a:gd name="T11" fmla="*/ 33 h 37"/>
                  <a:gd name="T12" fmla="*/ 18 w 22"/>
                  <a:gd name="T13" fmla="*/ 21 h 37"/>
                  <a:gd name="T14" fmla="*/ 11 w 22"/>
                  <a:gd name="T15" fmla="*/ 26 h 37"/>
                  <a:gd name="T16" fmla="*/ 0 w 22"/>
                  <a:gd name="T17" fmla="*/ 13 h 37"/>
                  <a:gd name="T18" fmla="*/ 11 w 22"/>
                  <a:gd name="T19" fmla="*/ 0 h 37"/>
                  <a:gd name="T20" fmla="*/ 18 w 22"/>
                  <a:gd name="T21" fmla="*/ 4 h 37"/>
                  <a:gd name="T22" fmla="*/ 18 w 22"/>
                  <a:gd name="T23" fmla="*/ 1 h 37"/>
                  <a:gd name="T24" fmla="*/ 22 w 22"/>
                  <a:gd name="T25" fmla="*/ 1 h 37"/>
                  <a:gd name="T26" fmla="*/ 11 w 22"/>
                  <a:gd name="T27" fmla="*/ 4 h 37"/>
                  <a:gd name="T28" fmla="*/ 4 w 22"/>
                  <a:gd name="T29" fmla="*/ 13 h 37"/>
                  <a:gd name="T30" fmla="*/ 11 w 22"/>
                  <a:gd name="T31" fmla="*/ 22 h 37"/>
                  <a:gd name="T32" fmla="*/ 18 w 22"/>
                  <a:gd name="T33" fmla="*/ 13 h 37"/>
                  <a:gd name="T34" fmla="*/ 11 w 22"/>
                  <a:gd name="T35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7">
                    <a:moveTo>
                      <a:pt x="22" y="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32"/>
                      <a:pt x="18" y="37"/>
                      <a:pt x="10" y="37"/>
                    </a:cubicBezTo>
                    <a:cubicBezTo>
                      <a:pt x="7" y="37"/>
                      <a:pt x="4" y="36"/>
                      <a:pt x="2" y="35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3"/>
                      <a:pt x="7" y="33"/>
                      <a:pt x="10" y="33"/>
                    </a:cubicBezTo>
                    <a:cubicBezTo>
                      <a:pt x="15" y="33"/>
                      <a:pt x="18" y="30"/>
                      <a:pt x="18" y="21"/>
                    </a:cubicBezTo>
                    <a:cubicBezTo>
                      <a:pt x="17" y="24"/>
                      <a:pt x="14" y="26"/>
                      <a:pt x="11" y="26"/>
                    </a:cubicBezTo>
                    <a:cubicBezTo>
                      <a:pt x="4" y="26"/>
                      <a:pt x="0" y="20"/>
                      <a:pt x="0" y="13"/>
                    </a:cubicBezTo>
                    <a:cubicBezTo>
                      <a:pt x="0" y="5"/>
                      <a:pt x="4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cubicBezTo>
                      <a:pt x="18" y="1"/>
                      <a:pt x="18" y="1"/>
                      <a:pt x="18" y="1"/>
                    </a:cubicBezTo>
                    <a:lnTo>
                      <a:pt x="22" y="1"/>
                    </a:lnTo>
                    <a:close/>
                    <a:moveTo>
                      <a:pt x="11" y="4"/>
                    </a:moveTo>
                    <a:cubicBezTo>
                      <a:pt x="7" y="4"/>
                      <a:pt x="4" y="6"/>
                      <a:pt x="4" y="13"/>
                    </a:cubicBezTo>
                    <a:cubicBezTo>
                      <a:pt x="4" y="19"/>
                      <a:pt x="7" y="22"/>
                      <a:pt x="11" y="22"/>
                    </a:cubicBezTo>
                    <a:cubicBezTo>
                      <a:pt x="16" y="22"/>
                      <a:pt x="18" y="18"/>
                      <a:pt x="18" y="13"/>
                    </a:cubicBezTo>
                    <a:cubicBezTo>
                      <a:pt x="18" y="6"/>
                      <a:pt x="15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1" name="Freeform 331"/>
              <p:cNvSpPr>
                <a:spLocks/>
              </p:cNvSpPr>
              <p:nvPr userDrawn="1"/>
            </p:nvSpPr>
            <p:spPr bwMode="auto">
              <a:xfrm>
                <a:off x="3941991" y="5945566"/>
                <a:ext cx="54031" cy="111921"/>
              </a:xfrm>
              <a:custGeom>
                <a:avLst/>
                <a:gdLst>
                  <a:gd name="T0" fmla="*/ 42 w 42"/>
                  <a:gd name="T1" fmla="*/ 87 h 87"/>
                  <a:gd name="T2" fmla="*/ 0 w 42"/>
                  <a:gd name="T3" fmla="*/ 87 h 87"/>
                  <a:gd name="T4" fmla="*/ 0 w 42"/>
                  <a:gd name="T5" fmla="*/ 0 h 87"/>
                  <a:gd name="T6" fmla="*/ 40 w 42"/>
                  <a:gd name="T7" fmla="*/ 0 h 87"/>
                  <a:gd name="T8" fmla="*/ 40 w 42"/>
                  <a:gd name="T9" fmla="*/ 10 h 87"/>
                  <a:gd name="T10" fmla="*/ 9 w 42"/>
                  <a:gd name="T11" fmla="*/ 10 h 87"/>
                  <a:gd name="T12" fmla="*/ 9 w 42"/>
                  <a:gd name="T13" fmla="*/ 36 h 87"/>
                  <a:gd name="T14" fmla="*/ 37 w 42"/>
                  <a:gd name="T15" fmla="*/ 36 h 87"/>
                  <a:gd name="T16" fmla="*/ 37 w 42"/>
                  <a:gd name="T17" fmla="*/ 46 h 87"/>
                  <a:gd name="T18" fmla="*/ 9 w 42"/>
                  <a:gd name="T19" fmla="*/ 46 h 87"/>
                  <a:gd name="T20" fmla="*/ 9 w 42"/>
                  <a:gd name="T21" fmla="*/ 77 h 87"/>
                  <a:gd name="T22" fmla="*/ 42 w 42"/>
                  <a:gd name="T23" fmla="*/ 77 h 87"/>
                  <a:gd name="T24" fmla="*/ 42 w 42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7">
                    <a:moveTo>
                      <a:pt x="42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0" y="0"/>
                    </a:lnTo>
                    <a:lnTo>
                      <a:pt x="40" y="10"/>
                    </a:lnTo>
                    <a:lnTo>
                      <a:pt x="9" y="10"/>
                    </a:lnTo>
                    <a:lnTo>
                      <a:pt x="9" y="36"/>
                    </a:lnTo>
                    <a:lnTo>
                      <a:pt x="37" y="36"/>
                    </a:lnTo>
                    <a:lnTo>
                      <a:pt x="37" y="46"/>
                    </a:lnTo>
                    <a:lnTo>
                      <a:pt x="9" y="46"/>
                    </a:lnTo>
                    <a:lnTo>
                      <a:pt x="9" y="77"/>
                    </a:lnTo>
                    <a:lnTo>
                      <a:pt x="42" y="77"/>
                    </a:lnTo>
                    <a:lnTo>
                      <a:pt x="4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2" name="Rectangle 332"/>
              <p:cNvSpPr>
                <a:spLocks noChangeArrowheads="1"/>
              </p:cNvSpPr>
              <p:nvPr userDrawn="1"/>
            </p:nvSpPr>
            <p:spPr bwMode="auto">
              <a:xfrm>
                <a:off x="4011459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3" name="Freeform 333"/>
              <p:cNvSpPr>
                <a:spLocks noEditPoints="1"/>
              </p:cNvSpPr>
              <p:nvPr userDrawn="1"/>
            </p:nvSpPr>
            <p:spPr bwMode="auto">
              <a:xfrm>
                <a:off x="4041047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4" name="Freeform 334"/>
              <p:cNvSpPr>
                <a:spLocks/>
              </p:cNvSpPr>
              <p:nvPr userDrawn="1"/>
            </p:nvSpPr>
            <p:spPr bwMode="auto">
              <a:xfrm>
                <a:off x="4114375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5 w 19"/>
                  <a:gd name="T15" fmla="*/ 14 h 27"/>
                  <a:gd name="T16" fmla="*/ 13 w 19"/>
                  <a:gd name="T17" fmla="*/ 24 h 27"/>
                  <a:gd name="T18" fmla="*/ 19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8" y="4"/>
                      <a:pt x="5" y="7"/>
                      <a:pt x="5" y="14"/>
                    </a:cubicBezTo>
                    <a:cubicBezTo>
                      <a:pt x="5" y="20"/>
                      <a:pt x="8" y="24"/>
                      <a:pt x="13" y="24"/>
                    </a:cubicBezTo>
                    <a:cubicBezTo>
                      <a:pt x="15" y="24"/>
                      <a:pt x="17" y="23"/>
                      <a:pt x="19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5" name="Freeform 335"/>
              <p:cNvSpPr>
                <a:spLocks/>
              </p:cNvSpPr>
              <p:nvPr userDrawn="1"/>
            </p:nvSpPr>
            <p:spPr bwMode="auto">
              <a:xfrm>
                <a:off x="4177411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6" name="Freeform 336"/>
              <p:cNvSpPr>
                <a:spLocks/>
              </p:cNvSpPr>
              <p:nvPr userDrawn="1"/>
            </p:nvSpPr>
            <p:spPr bwMode="auto">
              <a:xfrm>
                <a:off x="4235302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7" name="Freeform 337"/>
              <p:cNvSpPr>
                <a:spLocks noEditPoints="1"/>
              </p:cNvSpPr>
              <p:nvPr userDrawn="1"/>
            </p:nvSpPr>
            <p:spPr bwMode="auto">
              <a:xfrm>
                <a:off x="4281614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8" name="Freeform 338"/>
              <p:cNvSpPr>
                <a:spLocks/>
              </p:cNvSpPr>
              <p:nvPr userDrawn="1"/>
            </p:nvSpPr>
            <p:spPr bwMode="auto">
              <a:xfrm>
                <a:off x="4362660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2 w 21"/>
                  <a:gd name="T7" fmla="*/ 4 h 27"/>
                  <a:gd name="T8" fmla="*/ 5 w 21"/>
                  <a:gd name="T9" fmla="*/ 12 h 27"/>
                  <a:gd name="T10" fmla="*/ 5 w 21"/>
                  <a:gd name="T11" fmla="*/ 27 h 27"/>
                  <a:gd name="T12" fmla="*/ 1 w 21"/>
                  <a:gd name="T13" fmla="*/ 27 h 27"/>
                  <a:gd name="T14" fmla="*/ 1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2" y="4"/>
                    </a:cubicBezTo>
                    <a:cubicBezTo>
                      <a:pt x="7" y="4"/>
                      <a:pt x="5" y="8"/>
                      <a:pt x="5" y="1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5"/>
                      <a:pt x="1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9" name="Freeform 339"/>
              <p:cNvSpPr>
                <a:spLocks noEditPoints="1"/>
              </p:cNvSpPr>
              <p:nvPr userDrawn="1"/>
            </p:nvSpPr>
            <p:spPr bwMode="auto">
              <a:xfrm>
                <a:off x="4447565" y="5945566"/>
                <a:ext cx="15437" cy="111921"/>
              </a:xfrm>
              <a:custGeom>
                <a:avLst/>
                <a:gdLst>
                  <a:gd name="T0" fmla="*/ 12 w 12"/>
                  <a:gd name="T1" fmla="*/ 12 h 87"/>
                  <a:gd name="T2" fmla="*/ 0 w 12"/>
                  <a:gd name="T3" fmla="*/ 12 h 87"/>
                  <a:gd name="T4" fmla="*/ 0 w 12"/>
                  <a:gd name="T5" fmla="*/ 0 h 87"/>
                  <a:gd name="T6" fmla="*/ 12 w 12"/>
                  <a:gd name="T7" fmla="*/ 0 h 87"/>
                  <a:gd name="T8" fmla="*/ 12 w 12"/>
                  <a:gd name="T9" fmla="*/ 12 h 87"/>
                  <a:gd name="T10" fmla="*/ 12 w 12"/>
                  <a:gd name="T11" fmla="*/ 87 h 87"/>
                  <a:gd name="T12" fmla="*/ 0 w 12"/>
                  <a:gd name="T13" fmla="*/ 87 h 87"/>
                  <a:gd name="T14" fmla="*/ 0 w 12"/>
                  <a:gd name="T15" fmla="*/ 24 h 87"/>
                  <a:gd name="T16" fmla="*/ 12 w 12"/>
                  <a:gd name="T17" fmla="*/ 24 h 87"/>
                  <a:gd name="T18" fmla="*/ 12 w 12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87">
                    <a:moveTo>
                      <a:pt x="1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12" y="12"/>
                    </a:lnTo>
                    <a:close/>
                    <a:moveTo>
                      <a:pt x="12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2" y="24"/>
                    </a:lnTo>
                    <a:lnTo>
                      <a:pt x="1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0" name="Freeform 340"/>
              <p:cNvSpPr>
                <a:spLocks/>
              </p:cNvSpPr>
              <p:nvPr userDrawn="1"/>
            </p:nvSpPr>
            <p:spPr bwMode="auto">
              <a:xfrm>
                <a:off x="4478440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1" name="Freeform 341"/>
              <p:cNvSpPr>
                <a:spLocks/>
              </p:cNvSpPr>
              <p:nvPr userDrawn="1"/>
            </p:nvSpPr>
            <p:spPr bwMode="auto">
              <a:xfrm>
                <a:off x="4545336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7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2" name="Rectangle 342"/>
              <p:cNvSpPr>
                <a:spLocks noChangeArrowheads="1"/>
              </p:cNvSpPr>
              <p:nvPr userDrawn="1"/>
            </p:nvSpPr>
            <p:spPr bwMode="auto">
              <a:xfrm>
                <a:off x="4614804" y="6048482"/>
                <a:ext cx="14151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3" name="Rectangle 343"/>
              <p:cNvSpPr>
                <a:spLocks noChangeArrowheads="1"/>
              </p:cNvSpPr>
              <p:nvPr userDrawn="1"/>
            </p:nvSpPr>
            <p:spPr bwMode="auto">
              <a:xfrm>
                <a:off x="4693278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4" name="Freeform 344"/>
              <p:cNvSpPr>
                <a:spLocks/>
              </p:cNvSpPr>
              <p:nvPr userDrawn="1"/>
            </p:nvSpPr>
            <p:spPr bwMode="auto">
              <a:xfrm>
                <a:off x="4720293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5" name="Freeform 345"/>
              <p:cNvSpPr>
                <a:spLocks/>
              </p:cNvSpPr>
              <p:nvPr userDrawn="1"/>
            </p:nvSpPr>
            <p:spPr bwMode="auto">
              <a:xfrm>
                <a:off x="4811631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8 w 19"/>
                  <a:gd name="T9" fmla="*/ 1 h 27"/>
                  <a:gd name="T10" fmla="*/ 18 w 19"/>
                  <a:gd name="T11" fmla="*/ 5 h 27"/>
                  <a:gd name="T12" fmla="*/ 12 w 19"/>
                  <a:gd name="T13" fmla="*/ 4 h 27"/>
                  <a:gd name="T14" fmla="*/ 4 w 19"/>
                  <a:gd name="T15" fmla="*/ 14 h 27"/>
                  <a:gd name="T16" fmla="*/ 12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5" y="0"/>
                      <a:pt x="17" y="0"/>
                      <a:pt x="18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2" y="24"/>
                    </a:cubicBezTo>
                    <a:cubicBezTo>
                      <a:pt x="14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6" name="Freeform 346"/>
              <p:cNvSpPr>
                <a:spLocks noEditPoints="1"/>
              </p:cNvSpPr>
              <p:nvPr userDrawn="1"/>
            </p:nvSpPr>
            <p:spPr bwMode="auto">
              <a:xfrm>
                <a:off x="4874667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7" name="Freeform 347"/>
              <p:cNvSpPr>
                <a:spLocks/>
              </p:cNvSpPr>
              <p:nvPr userDrawn="1"/>
            </p:nvSpPr>
            <p:spPr bwMode="auto">
              <a:xfrm>
                <a:off x="4959572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8" name="Freeform 348"/>
              <p:cNvSpPr>
                <a:spLocks/>
              </p:cNvSpPr>
              <p:nvPr userDrawn="1"/>
            </p:nvSpPr>
            <p:spPr bwMode="auto">
              <a:xfrm>
                <a:off x="5035473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4 w 14"/>
                  <a:gd name="T21" fmla="*/ 9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9" name="Freeform 349"/>
              <p:cNvSpPr>
                <a:spLocks noEditPoints="1"/>
              </p:cNvSpPr>
              <p:nvPr userDrawn="1"/>
            </p:nvSpPr>
            <p:spPr bwMode="auto">
              <a:xfrm>
                <a:off x="5086931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0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0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0" name="Freeform 350"/>
              <p:cNvSpPr>
                <a:spLocks noEditPoints="1"/>
              </p:cNvSpPr>
              <p:nvPr userDrawn="1"/>
            </p:nvSpPr>
            <p:spPr bwMode="auto">
              <a:xfrm>
                <a:off x="5169264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1" name="Freeform 351"/>
              <p:cNvSpPr>
                <a:spLocks/>
              </p:cNvSpPr>
              <p:nvPr userDrawn="1"/>
            </p:nvSpPr>
            <p:spPr bwMode="auto">
              <a:xfrm>
                <a:off x="5202712" y="5973868"/>
                <a:ext cx="63036" cy="83620"/>
              </a:xfrm>
              <a:custGeom>
                <a:avLst/>
                <a:gdLst>
                  <a:gd name="T0" fmla="*/ 21 w 21"/>
                  <a:gd name="T1" fmla="*/ 27 h 27"/>
                  <a:gd name="T2" fmla="*/ 16 w 21"/>
                  <a:gd name="T3" fmla="*/ 27 h 27"/>
                  <a:gd name="T4" fmla="*/ 16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2" name="Freeform 352"/>
              <p:cNvSpPr>
                <a:spLocks/>
              </p:cNvSpPr>
              <p:nvPr userDrawn="1"/>
            </p:nvSpPr>
            <p:spPr bwMode="auto">
              <a:xfrm>
                <a:off x="5281185" y="5973868"/>
                <a:ext cx="48885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3" name="Freeform 353"/>
              <p:cNvSpPr>
                <a:spLocks/>
              </p:cNvSpPr>
              <p:nvPr userDrawn="1"/>
            </p:nvSpPr>
            <p:spPr bwMode="auto">
              <a:xfrm>
                <a:off x="5375096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4" name="Freeform 354"/>
              <p:cNvSpPr>
                <a:spLocks/>
              </p:cNvSpPr>
              <p:nvPr userDrawn="1"/>
            </p:nvSpPr>
            <p:spPr bwMode="auto">
              <a:xfrm>
                <a:off x="5432986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5" name="Freeform 355"/>
              <p:cNvSpPr>
                <a:spLocks noEditPoints="1"/>
              </p:cNvSpPr>
              <p:nvPr userDrawn="1"/>
            </p:nvSpPr>
            <p:spPr bwMode="auto">
              <a:xfrm>
                <a:off x="5475439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6" name="Freeform 356"/>
              <p:cNvSpPr>
                <a:spLocks noEditPoints="1"/>
              </p:cNvSpPr>
              <p:nvPr userDrawn="1"/>
            </p:nvSpPr>
            <p:spPr bwMode="auto">
              <a:xfrm>
                <a:off x="5551339" y="5945566"/>
                <a:ext cx="66895" cy="111921"/>
              </a:xfrm>
              <a:custGeom>
                <a:avLst/>
                <a:gdLst>
                  <a:gd name="T0" fmla="*/ 22 w 22"/>
                  <a:gd name="T1" fmla="*/ 36 h 36"/>
                  <a:gd name="T2" fmla="*/ 18 w 22"/>
                  <a:gd name="T3" fmla="*/ 36 h 36"/>
                  <a:gd name="T4" fmla="*/ 18 w 22"/>
                  <a:gd name="T5" fmla="*/ 32 h 36"/>
                  <a:gd name="T6" fmla="*/ 10 w 22"/>
                  <a:gd name="T7" fmla="*/ 36 h 36"/>
                  <a:gd name="T8" fmla="*/ 0 w 22"/>
                  <a:gd name="T9" fmla="*/ 23 h 36"/>
                  <a:gd name="T10" fmla="*/ 10 w 22"/>
                  <a:gd name="T11" fmla="*/ 9 h 36"/>
                  <a:gd name="T12" fmla="*/ 18 w 22"/>
                  <a:gd name="T13" fmla="*/ 14 h 36"/>
                  <a:gd name="T14" fmla="*/ 18 w 22"/>
                  <a:gd name="T15" fmla="*/ 0 h 36"/>
                  <a:gd name="T16" fmla="*/ 22 w 22"/>
                  <a:gd name="T17" fmla="*/ 0 h 36"/>
                  <a:gd name="T18" fmla="*/ 22 w 22"/>
                  <a:gd name="T19" fmla="*/ 36 h 36"/>
                  <a:gd name="T20" fmla="*/ 11 w 22"/>
                  <a:gd name="T21" fmla="*/ 13 h 36"/>
                  <a:gd name="T22" fmla="*/ 4 w 22"/>
                  <a:gd name="T23" fmla="*/ 23 h 36"/>
                  <a:gd name="T24" fmla="*/ 11 w 22"/>
                  <a:gd name="T25" fmla="*/ 32 h 36"/>
                  <a:gd name="T26" fmla="*/ 18 w 22"/>
                  <a:gd name="T27" fmla="*/ 23 h 36"/>
                  <a:gd name="T28" fmla="*/ 11 w 22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6" y="35"/>
                      <a:pt x="13" y="36"/>
                      <a:pt x="10" y="36"/>
                    </a:cubicBezTo>
                    <a:cubicBezTo>
                      <a:pt x="3" y="36"/>
                      <a:pt x="0" y="30"/>
                      <a:pt x="0" y="23"/>
                    </a:cubicBezTo>
                    <a:cubicBezTo>
                      <a:pt x="0" y="15"/>
                      <a:pt x="2" y="9"/>
                      <a:pt x="10" y="9"/>
                    </a:cubicBezTo>
                    <a:cubicBezTo>
                      <a:pt x="13" y="9"/>
                      <a:pt x="16" y="10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5" y="13"/>
                      <a:pt x="4" y="18"/>
                      <a:pt x="4" y="23"/>
                    </a:cubicBezTo>
                    <a:cubicBezTo>
                      <a:pt x="4" y="30"/>
                      <a:pt x="6" y="32"/>
                      <a:pt x="11" y="32"/>
                    </a:cubicBezTo>
                    <a:cubicBezTo>
                      <a:pt x="16" y="32"/>
                      <a:pt x="18" y="27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7" name="Freeform 357"/>
              <p:cNvSpPr>
                <a:spLocks noEditPoints="1"/>
              </p:cNvSpPr>
              <p:nvPr userDrawn="1"/>
            </p:nvSpPr>
            <p:spPr bwMode="auto">
              <a:xfrm>
                <a:off x="5632386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4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8" name="Freeform 358"/>
              <p:cNvSpPr>
                <a:spLocks/>
              </p:cNvSpPr>
              <p:nvPr userDrawn="1"/>
            </p:nvSpPr>
            <p:spPr bwMode="auto">
              <a:xfrm>
                <a:off x="5745593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10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8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10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6"/>
                      <a:pt x="17" y="20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8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2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9" name="Freeform 359"/>
              <p:cNvSpPr>
                <a:spLocks noEditPoints="1"/>
              </p:cNvSpPr>
              <p:nvPr userDrawn="1"/>
            </p:nvSpPr>
            <p:spPr bwMode="auto">
              <a:xfrm>
                <a:off x="5806056" y="5973868"/>
                <a:ext cx="66895" cy="83620"/>
              </a:xfrm>
              <a:custGeom>
                <a:avLst/>
                <a:gdLst>
                  <a:gd name="T0" fmla="*/ 12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4 w 22"/>
                  <a:gd name="T17" fmla="*/ 15 h 27"/>
                  <a:gd name="T18" fmla="*/ 12 w 22"/>
                  <a:gd name="T19" fmla="*/ 24 h 27"/>
                  <a:gd name="T20" fmla="*/ 17 w 22"/>
                  <a:gd name="T21" fmla="*/ 11 h 27"/>
                  <a:gd name="T22" fmla="*/ 11 w 22"/>
                  <a:gd name="T23" fmla="*/ 3 h 27"/>
                  <a:gd name="T24" fmla="*/ 4 w 22"/>
                  <a:gd name="T25" fmla="*/ 11 h 27"/>
                  <a:gd name="T26" fmla="*/ 17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0" name="Freeform 360"/>
              <p:cNvSpPr>
                <a:spLocks/>
              </p:cNvSpPr>
              <p:nvPr userDrawn="1"/>
            </p:nvSpPr>
            <p:spPr bwMode="auto">
              <a:xfrm>
                <a:off x="5881957" y="5973868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4 h 27"/>
                  <a:gd name="T6" fmla="*/ 12 w 18"/>
                  <a:gd name="T7" fmla="*/ 0 h 27"/>
                  <a:gd name="T8" fmla="*/ 18 w 18"/>
                  <a:gd name="T9" fmla="*/ 1 h 27"/>
                  <a:gd name="T10" fmla="*/ 18 w 18"/>
                  <a:gd name="T11" fmla="*/ 5 h 27"/>
                  <a:gd name="T12" fmla="*/ 12 w 18"/>
                  <a:gd name="T13" fmla="*/ 4 h 27"/>
                  <a:gd name="T14" fmla="*/ 4 w 18"/>
                  <a:gd name="T15" fmla="*/ 14 h 27"/>
                  <a:gd name="T16" fmla="*/ 12 w 18"/>
                  <a:gd name="T17" fmla="*/ 24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2" y="24"/>
                    </a:cubicBezTo>
                    <a:cubicBezTo>
                      <a:pt x="14" y="24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1" name="Freeform 361"/>
              <p:cNvSpPr>
                <a:spLocks/>
              </p:cNvSpPr>
              <p:nvPr userDrawn="1"/>
            </p:nvSpPr>
            <p:spPr bwMode="auto">
              <a:xfrm>
                <a:off x="5951425" y="5973868"/>
                <a:ext cx="38593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2" name="Freeform 362"/>
              <p:cNvSpPr>
                <a:spLocks noEditPoints="1"/>
              </p:cNvSpPr>
              <p:nvPr userDrawn="1"/>
            </p:nvSpPr>
            <p:spPr bwMode="auto">
              <a:xfrm>
                <a:off x="5993877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3" name="Freeform 363"/>
              <p:cNvSpPr>
                <a:spLocks/>
              </p:cNvSpPr>
              <p:nvPr userDrawn="1"/>
            </p:nvSpPr>
            <p:spPr bwMode="auto">
              <a:xfrm>
                <a:off x="6065919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4" name="Freeform 364"/>
              <p:cNvSpPr>
                <a:spLocks/>
              </p:cNvSpPr>
              <p:nvPr userDrawn="1"/>
            </p:nvSpPr>
            <p:spPr bwMode="auto">
              <a:xfrm>
                <a:off x="6121236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5" name="Freeform 365"/>
              <p:cNvSpPr>
                <a:spLocks noEditPoints="1"/>
              </p:cNvSpPr>
              <p:nvPr userDrawn="1"/>
            </p:nvSpPr>
            <p:spPr bwMode="auto">
              <a:xfrm>
                <a:off x="6217720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6" name="Freeform 366"/>
              <p:cNvSpPr>
                <a:spLocks/>
              </p:cNvSpPr>
              <p:nvPr userDrawn="1"/>
            </p:nvSpPr>
            <p:spPr bwMode="auto">
              <a:xfrm>
                <a:off x="6296193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7" name="Freeform 367"/>
              <p:cNvSpPr>
                <a:spLocks noEditPoints="1"/>
              </p:cNvSpPr>
              <p:nvPr userDrawn="1"/>
            </p:nvSpPr>
            <p:spPr bwMode="auto">
              <a:xfrm>
                <a:off x="6372094" y="5945566"/>
                <a:ext cx="70755" cy="111921"/>
              </a:xfrm>
              <a:custGeom>
                <a:avLst/>
                <a:gdLst>
                  <a:gd name="T0" fmla="*/ 23 w 23"/>
                  <a:gd name="T1" fmla="*/ 36 h 36"/>
                  <a:gd name="T2" fmla="*/ 19 w 23"/>
                  <a:gd name="T3" fmla="*/ 36 h 36"/>
                  <a:gd name="T4" fmla="*/ 19 w 23"/>
                  <a:gd name="T5" fmla="*/ 32 h 36"/>
                  <a:gd name="T6" fmla="*/ 11 w 23"/>
                  <a:gd name="T7" fmla="*/ 36 h 36"/>
                  <a:gd name="T8" fmla="*/ 0 w 23"/>
                  <a:gd name="T9" fmla="*/ 23 h 36"/>
                  <a:gd name="T10" fmla="*/ 11 w 23"/>
                  <a:gd name="T11" fmla="*/ 9 h 36"/>
                  <a:gd name="T12" fmla="*/ 19 w 23"/>
                  <a:gd name="T13" fmla="*/ 14 h 36"/>
                  <a:gd name="T14" fmla="*/ 19 w 23"/>
                  <a:gd name="T15" fmla="*/ 0 h 36"/>
                  <a:gd name="T16" fmla="*/ 23 w 23"/>
                  <a:gd name="T17" fmla="*/ 0 h 36"/>
                  <a:gd name="T18" fmla="*/ 23 w 23"/>
                  <a:gd name="T19" fmla="*/ 36 h 36"/>
                  <a:gd name="T20" fmla="*/ 12 w 23"/>
                  <a:gd name="T21" fmla="*/ 13 h 36"/>
                  <a:gd name="T22" fmla="*/ 5 w 23"/>
                  <a:gd name="T23" fmla="*/ 23 h 36"/>
                  <a:gd name="T24" fmla="*/ 12 w 23"/>
                  <a:gd name="T25" fmla="*/ 32 h 36"/>
                  <a:gd name="T26" fmla="*/ 19 w 23"/>
                  <a:gd name="T27" fmla="*/ 23 h 36"/>
                  <a:gd name="T28" fmla="*/ 12 w 23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7" y="35"/>
                      <a:pt x="14" y="36"/>
                      <a:pt x="11" y="36"/>
                    </a:cubicBezTo>
                    <a:cubicBezTo>
                      <a:pt x="4" y="36"/>
                      <a:pt x="0" y="30"/>
                      <a:pt x="0" y="23"/>
                    </a:cubicBezTo>
                    <a:cubicBezTo>
                      <a:pt x="0" y="15"/>
                      <a:pt x="3" y="9"/>
                      <a:pt x="11" y="9"/>
                    </a:cubicBezTo>
                    <a:cubicBezTo>
                      <a:pt x="14" y="9"/>
                      <a:pt x="17" y="10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5" y="18"/>
                      <a:pt x="5" y="23"/>
                    </a:cubicBezTo>
                    <a:cubicBezTo>
                      <a:pt x="5" y="30"/>
                      <a:pt x="7" y="32"/>
                      <a:pt x="12" y="32"/>
                    </a:cubicBezTo>
                    <a:cubicBezTo>
                      <a:pt x="17" y="32"/>
                      <a:pt x="19" y="27"/>
                      <a:pt x="19" y="23"/>
                    </a:cubicBezTo>
                    <a:cubicBezTo>
                      <a:pt x="19" y="18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8" name="Freeform 368"/>
              <p:cNvSpPr>
                <a:spLocks/>
              </p:cNvSpPr>
              <p:nvPr userDrawn="1"/>
            </p:nvSpPr>
            <p:spPr bwMode="auto">
              <a:xfrm>
                <a:off x="6494307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9" name="Freeform 369"/>
              <p:cNvSpPr>
                <a:spLocks noEditPoints="1"/>
              </p:cNvSpPr>
              <p:nvPr userDrawn="1"/>
            </p:nvSpPr>
            <p:spPr bwMode="auto">
              <a:xfrm>
                <a:off x="6559916" y="5973868"/>
                <a:ext cx="70755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5" y="4"/>
                      <a:pt x="4" y="8"/>
                      <a:pt x="4" y="14"/>
                    </a:cubicBezTo>
                    <a:cubicBezTo>
                      <a:pt x="4" y="19"/>
                      <a:pt x="5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0" name="Freeform 370"/>
              <p:cNvSpPr>
                <a:spLocks/>
              </p:cNvSpPr>
              <p:nvPr userDrawn="1"/>
            </p:nvSpPr>
            <p:spPr bwMode="auto">
              <a:xfrm>
                <a:off x="6642249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1" name="Freeform 371"/>
              <p:cNvSpPr>
                <a:spLocks/>
              </p:cNvSpPr>
              <p:nvPr userDrawn="1"/>
            </p:nvSpPr>
            <p:spPr bwMode="auto">
              <a:xfrm>
                <a:off x="6715576" y="5942993"/>
                <a:ext cx="45026" cy="114494"/>
              </a:xfrm>
              <a:custGeom>
                <a:avLst/>
                <a:gdLst>
                  <a:gd name="T0" fmla="*/ 15 w 15"/>
                  <a:gd name="T1" fmla="*/ 4 h 37"/>
                  <a:gd name="T2" fmla="*/ 12 w 15"/>
                  <a:gd name="T3" fmla="*/ 4 h 37"/>
                  <a:gd name="T4" fmla="*/ 9 w 15"/>
                  <a:gd name="T5" fmla="*/ 9 h 37"/>
                  <a:gd name="T6" fmla="*/ 9 w 15"/>
                  <a:gd name="T7" fmla="*/ 11 h 37"/>
                  <a:gd name="T8" fmla="*/ 14 w 15"/>
                  <a:gd name="T9" fmla="*/ 11 h 37"/>
                  <a:gd name="T10" fmla="*/ 14 w 15"/>
                  <a:gd name="T11" fmla="*/ 14 h 37"/>
                  <a:gd name="T12" fmla="*/ 9 w 15"/>
                  <a:gd name="T13" fmla="*/ 14 h 37"/>
                  <a:gd name="T14" fmla="*/ 9 w 15"/>
                  <a:gd name="T15" fmla="*/ 37 h 37"/>
                  <a:gd name="T16" fmla="*/ 5 w 15"/>
                  <a:gd name="T17" fmla="*/ 37 h 37"/>
                  <a:gd name="T18" fmla="*/ 5 w 15"/>
                  <a:gd name="T19" fmla="*/ 14 h 37"/>
                  <a:gd name="T20" fmla="*/ 0 w 15"/>
                  <a:gd name="T21" fmla="*/ 14 h 37"/>
                  <a:gd name="T22" fmla="*/ 0 w 15"/>
                  <a:gd name="T23" fmla="*/ 11 h 37"/>
                  <a:gd name="T24" fmla="*/ 5 w 15"/>
                  <a:gd name="T25" fmla="*/ 11 h 37"/>
                  <a:gd name="T26" fmla="*/ 5 w 15"/>
                  <a:gd name="T27" fmla="*/ 9 h 37"/>
                  <a:gd name="T28" fmla="*/ 12 w 15"/>
                  <a:gd name="T29" fmla="*/ 0 h 37"/>
                  <a:gd name="T30" fmla="*/ 15 w 15"/>
                  <a:gd name="T31" fmla="*/ 1 h 37"/>
                  <a:gd name="T32" fmla="*/ 15 w 15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7">
                    <a:moveTo>
                      <a:pt x="15" y="4"/>
                    </a:moveTo>
                    <a:cubicBezTo>
                      <a:pt x="14" y="4"/>
                      <a:pt x="13" y="4"/>
                      <a:pt x="12" y="4"/>
                    </a:cubicBezTo>
                    <a:cubicBezTo>
                      <a:pt x="9" y="4"/>
                      <a:pt x="9" y="5"/>
                      <a:pt x="9" y="9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3"/>
                      <a:pt x="6" y="0"/>
                      <a:pt x="12" y="0"/>
                    </a:cubicBezTo>
                    <a:cubicBezTo>
                      <a:pt x="13" y="0"/>
                      <a:pt x="14" y="1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2" name="Freeform 372"/>
              <p:cNvSpPr>
                <a:spLocks noEditPoints="1"/>
              </p:cNvSpPr>
              <p:nvPr userDrawn="1"/>
            </p:nvSpPr>
            <p:spPr bwMode="auto">
              <a:xfrm>
                <a:off x="6776039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3" name="Freeform 373"/>
              <p:cNvSpPr>
                <a:spLocks noEditPoints="1"/>
              </p:cNvSpPr>
              <p:nvPr userDrawn="1"/>
            </p:nvSpPr>
            <p:spPr bwMode="auto">
              <a:xfrm>
                <a:off x="6805627" y="5945566"/>
                <a:ext cx="66895" cy="111921"/>
              </a:xfrm>
              <a:custGeom>
                <a:avLst/>
                <a:gdLst>
                  <a:gd name="T0" fmla="*/ 22 w 22"/>
                  <a:gd name="T1" fmla="*/ 36 h 36"/>
                  <a:gd name="T2" fmla="*/ 18 w 22"/>
                  <a:gd name="T3" fmla="*/ 36 h 36"/>
                  <a:gd name="T4" fmla="*/ 18 w 22"/>
                  <a:gd name="T5" fmla="*/ 32 h 36"/>
                  <a:gd name="T6" fmla="*/ 11 w 22"/>
                  <a:gd name="T7" fmla="*/ 36 h 36"/>
                  <a:gd name="T8" fmla="*/ 0 w 22"/>
                  <a:gd name="T9" fmla="*/ 23 h 36"/>
                  <a:gd name="T10" fmla="*/ 11 w 22"/>
                  <a:gd name="T11" fmla="*/ 9 h 36"/>
                  <a:gd name="T12" fmla="*/ 18 w 22"/>
                  <a:gd name="T13" fmla="*/ 14 h 36"/>
                  <a:gd name="T14" fmla="*/ 18 w 22"/>
                  <a:gd name="T15" fmla="*/ 0 h 36"/>
                  <a:gd name="T16" fmla="*/ 22 w 22"/>
                  <a:gd name="T17" fmla="*/ 0 h 36"/>
                  <a:gd name="T18" fmla="*/ 22 w 22"/>
                  <a:gd name="T19" fmla="*/ 36 h 36"/>
                  <a:gd name="T20" fmla="*/ 11 w 22"/>
                  <a:gd name="T21" fmla="*/ 13 h 36"/>
                  <a:gd name="T22" fmla="*/ 4 w 22"/>
                  <a:gd name="T23" fmla="*/ 23 h 36"/>
                  <a:gd name="T24" fmla="*/ 11 w 22"/>
                  <a:gd name="T25" fmla="*/ 32 h 36"/>
                  <a:gd name="T26" fmla="*/ 18 w 22"/>
                  <a:gd name="T27" fmla="*/ 23 h 36"/>
                  <a:gd name="T28" fmla="*/ 11 w 22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6" y="35"/>
                      <a:pt x="14" y="36"/>
                      <a:pt x="11" y="36"/>
                    </a:cubicBezTo>
                    <a:cubicBezTo>
                      <a:pt x="3" y="36"/>
                      <a:pt x="0" y="30"/>
                      <a:pt x="0" y="23"/>
                    </a:cubicBezTo>
                    <a:cubicBezTo>
                      <a:pt x="0" y="15"/>
                      <a:pt x="3" y="9"/>
                      <a:pt x="11" y="9"/>
                    </a:cubicBezTo>
                    <a:cubicBezTo>
                      <a:pt x="13" y="9"/>
                      <a:pt x="16" y="10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6" y="32"/>
                      <a:pt x="11" y="32"/>
                    </a:cubicBezTo>
                    <a:cubicBezTo>
                      <a:pt x="16" y="32"/>
                      <a:pt x="18" y="27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4" name="Freeform 374"/>
              <p:cNvSpPr>
                <a:spLocks noEditPoints="1"/>
              </p:cNvSpPr>
              <p:nvPr userDrawn="1"/>
            </p:nvSpPr>
            <p:spPr bwMode="auto">
              <a:xfrm>
                <a:off x="6887960" y="5973868"/>
                <a:ext cx="66895" cy="83620"/>
              </a:xfrm>
              <a:custGeom>
                <a:avLst/>
                <a:gdLst>
                  <a:gd name="T0" fmla="*/ 12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4 w 22"/>
                  <a:gd name="T17" fmla="*/ 15 h 27"/>
                  <a:gd name="T18" fmla="*/ 12 w 22"/>
                  <a:gd name="T19" fmla="*/ 24 h 27"/>
                  <a:gd name="T20" fmla="*/ 17 w 22"/>
                  <a:gd name="T21" fmla="*/ 11 h 27"/>
                  <a:gd name="T22" fmla="*/ 11 w 22"/>
                  <a:gd name="T23" fmla="*/ 3 h 27"/>
                  <a:gd name="T24" fmla="*/ 4 w 22"/>
                  <a:gd name="T25" fmla="*/ 11 h 27"/>
                  <a:gd name="T26" fmla="*/ 17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5" name="Freeform 375"/>
              <p:cNvSpPr>
                <a:spLocks/>
              </p:cNvSpPr>
              <p:nvPr userDrawn="1"/>
            </p:nvSpPr>
            <p:spPr bwMode="auto">
              <a:xfrm>
                <a:off x="6966434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2 w 21"/>
                  <a:gd name="T7" fmla="*/ 4 h 27"/>
                  <a:gd name="T8" fmla="*/ 5 w 21"/>
                  <a:gd name="T9" fmla="*/ 12 h 27"/>
                  <a:gd name="T10" fmla="*/ 5 w 21"/>
                  <a:gd name="T11" fmla="*/ 27 h 27"/>
                  <a:gd name="T12" fmla="*/ 1 w 21"/>
                  <a:gd name="T13" fmla="*/ 27 h 27"/>
                  <a:gd name="T14" fmla="*/ 1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2" y="4"/>
                    </a:cubicBezTo>
                    <a:cubicBezTo>
                      <a:pt x="7" y="4"/>
                      <a:pt x="5" y="8"/>
                      <a:pt x="5" y="1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6" name="Freeform 376"/>
              <p:cNvSpPr>
                <a:spLocks/>
              </p:cNvSpPr>
              <p:nvPr userDrawn="1"/>
            </p:nvSpPr>
            <p:spPr bwMode="auto">
              <a:xfrm>
                <a:off x="7042334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2" y="32"/>
                    </a:cubicBezTo>
                    <a:cubicBezTo>
                      <a:pt x="13" y="32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7" name="Freeform 377"/>
              <p:cNvSpPr>
                <a:spLocks noEditPoints="1"/>
              </p:cNvSpPr>
              <p:nvPr userDrawn="1"/>
            </p:nvSpPr>
            <p:spPr bwMode="auto">
              <a:xfrm>
                <a:off x="7102798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8" name="Freeform 378"/>
              <p:cNvSpPr>
                <a:spLocks noEditPoints="1"/>
              </p:cNvSpPr>
              <p:nvPr userDrawn="1"/>
            </p:nvSpPr>
            <p:spPr bwMode="auto">
              <a:xfrm>
                <a:off x="7129813" y="5973868"/>
                <a:ext cx="61750" cy="83620"/>
              </a:xfrm>
              <a:custGeom>
                <a:avLst/>
                <a:gdLst>
                  <a:gd name="T0" fmla="*/ 17 w 20"/>
                  <a:gd name="T1" fmla="*/ 27 h 27"/>
                  <a:gd name="T2" fmla="*/ 17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7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Rectangle 379"/>
              <p:cNvSpPr>
                <a:spLocks noChangeArrowheads="1"/>
              </p:cNvSpPr>
              <p:nvPr userDrawn="1"/>
            </p:nvSpPr>
            <p:spPr bwMode="auto">
              <a:xfrm>
                <a:off x="7212145" y="5945566"/>
                <a:ext cx="15437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Freeform 380"/>
              <p:cNvSpPr>
                <a:spLocks noEditPoints="1"/>
              </p:cNvSpPr>
              <p:nvPr userDrawn="1"/>
            </p:nvSpPr>
            <p:spPr bwMode="auto">
              <a:xfrm>
                <a:off x="7288046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Freeform 381"/>
              <p:cNvSpPr>
                <a:spLocks/>
              </p:cNvSpPr>
              <p:nvPr userDrawn="1"/>
            </p:nvSpPr>
            <p:spPr bwMode="auto">
              <a:xfrm>
                <a:off x="7324067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3 w 20"/>
                  <a:gd name="T19" fmla="*/ 1 h 27"/>
                  <a:gd name="T20" fmla="*/ 3 w 20"/>
                  <a:gd name="T21" fmla="*/ 5 h 27"/>
                  <a:gd name="T22" fmla="*/ 11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4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Freeform 382"/>
              <p:cNvSpPr>
                <a:spLocks/>
              </p:cNvSpPr>
              <p:nvPr userDrawn="1"/>
            </p:nvSpPr>
            <p:spPr bwMode="auto">
              <a:xfrm>
                <a:off x="7397394" y="5942993"/>
                <a:ext cx="42453" cy="114494"/>
              </a:xfrm>
              <a:custGeom>
                <a:avLst/>
                <a:gdLst>
                  <a:gd name="T0" fmla="*/ 14 w 14"/>
                  <a:gd name="T1" fmla="*/ 4 h 37"/>
                  <a:gd name="T2" fmla="*/ 12 w 14"/>
                  <a:gd name="T3" fmla="*/ 4 h 37"/>
                  <a:gd name="T4" fmla="*/ 8 w 14"/>
                  <a:gd name="T5" fmla="*/ 9 h 37"/>
                  <a:gd name="T6" fmla="*/ 8 w 14"/>
                  <a:gd name="T7" fmla="*/ 11 h 37"/>
                  <a:gd name="T8" fmla="*/ 14 w 14"/>
                  <a:gd name="T9" fmla="*/ 11 h 37"/>
                  <a:gd name="T10" fmla="*/ 14 w 14"/>
                  <a:gd name="T11" fmla="*/ 14 h 37"/>
                  <a:gd name="T12" fmla="*/ 8 w 14"/>
                  <a:gd name="T13" fmla="*/ 14 h 37"/>
                  <a:gd name="T14" fmla="*/ 8 w 14"/>
                  <a:gd name="T15" fmla="*/ 37 h 37"/>
                  <a:gd name="T16" fmla="*/ 4 w 14"/>
                  <a:gd name="T17" fmla="*/ 37 h 37"/>
                  <a:gd name="T18" fmla="*/ 4 w 14"/>
                  <a:gd name="T19" fmla="*/ 14 h 37"/>
                  <a:gd name="T20" fmla="*/ 0 w 14"/>
                  <a:gd name="T21" fmla="*/ 14 h 37"/>
                  <a:gd name="T22" fmla="*/ 0 w 14"/>
                  <a:gd name="T23" fmla="*/ 11 h 37"/>
                  <a:gd name="T24" fmla="*/ 4 w 14"/>
                  <a:gd name="T25" fmla="*/ 11 h 37"/>
                  <a:gd name="T26" fmla="*/ 4 w 14"/>
                  <a:gd name="T27" fmla="*/ 9 h 37"/>
                  <a:gd name="T28" fmla="*/ 11 w 14"/>
                  <a:gd name="T29" fmla="*/ 0 h 37"/>
                  <a:gd name="T30" fmla="*/ 14 w 14"/>
                  <a:gd name="T31" fmla="*/ 1 h 37"/>
                  <a:gd name="T32" fmla="*/ 14 w 14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7">
                    <a:moveTo>
                      <a:pt x="14" y="4"/>
                    </a:moveTo>
                    <a:cubicBezTo>
                      <a:pt x="13" y="4"/>
                      <a:pt x="12" y="4"/>
                      <a:pt x="12" y="4"/>
                    </a:cubicBezTo>
                    <a:cubicBezTo>
                      <a:pt x="8" y="4"/>
                      <a:pt x="8" y="5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3" y="1"/>
                      <a:pt x="14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Freeform 383"/>
              <p:cNvSpPr>
                <a:spLocks noEditPoints="1"/>
              </p:cNvSpPr>
              <p:nvPr userDrawn="1"/>
            </p:nvSpPr>
            <p:spPr bwMode="auto">
              <a:xfrm>
                <a:off x="7448852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Freeform 384"/>
              <p:cNvSpPr>
                <a:spLocks/>
              </p:cNvSpPr>
              <p:nvPr userDrawn="1"/>
            </p:nvSpPr>
            <p:spPr bwMode="auto">
              <a:xfrm>
                <a:off x="7529899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1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Freeform 385"/>
              <p:cNvSpPr>
                <a:spLocks/>
              </p:cNvSpPr>
              <p:nvPr userDrawn="1"/>
            </p:nvSpPr>
            <p:spPr bwMode="auto">
              <a:xfrm>
                <a:off x="7585216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Freeform 386"/>
              <p:cNvSpPr>
                <a:spLocks noEditPoints="1"/>
              </p:cNvSpPr>
              <p:nvPr userDrawn="1"/>
            </p:nvSpPr>
            <p:spPr bwMode="auto">
              <a:xfrm>
                <a:off x="7697137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Freeform 387"/>
              <p:cNvSpPr>
                <a:spLocks/>
              </p:cNvSpPr>
              <p:nvPr userDrawn="1"/>
            </p:nvSpPr>
            <p:spPr bwMode="auto">
              <a:xfrm>
                <a:off x="7770464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Freeform 388"/>
              <p:cNvSpPr>
                <a:spLocks noEditPoints="1"/>
              </p:cNvSpPr>
              <p:nvPr userDrawn="1"/>
            </p:nvSpPr>
            <p:spPr bwMode="auto">
              <a:xfrm>
                <a:off x="7830928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Freeform 389"/>
              <p:cNvSpPr>
                <a:spLocks noEditPoints="1"/>
              </p:cNvSpPr>
              <p:nvPr userDrawn="1"/>
            </p:nvSpPr>
            <p:spPr bwMode="auto">
              <a:xfrm>
                <a:off x="7857943" y="5973868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0" name="Freeform 390"/>
              <p:cNvSpPr>
                <a:spLocks/>
              </p:cNvSpPr>
              <p:nvPr userDrawn="1"/>
            </p:nvSpPr>
            <p:spPr bwMode="auto">
              <a:xfrm>
                <a:off x="7942849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4 w 20"/>
                  <a:gd name="T19" fmla="*/ 1 h 27"/>
                  <a:gd name="T20" fmla="*/ 4 w 20"/>
                  <a:gd name="T21" fmla="*/ 5 h 27"/>
                  <a:gd name="T22" fmla="*/ 12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1" name="Freeform 391"/>
              <p:cNvSpPr>
                <a:spLocks/>
              </p:cNvSpPr>
              <p:nvPr userDrawn="1"/>
            </p:nvSpPr>
            <p:spPr bwMode="auto">
              <a:xfrm>
                <a:off x="8052197" y="5976441"/>
                <a:ext cx="111921" cy="81047"/>
              </a:xfrm>
              <a:custGeom>
                <a:avLst/>
                <a:gdLst>
                  <a:gd name="T0" fmla="*/ 87 w 87"/>
                  <a:gd name="T1" fmla="*/ 0 h 63"/>
                  <a:gd name="T2" fmla="*/ 68 w 87"/>
                  <a:gd name="T3" fmla="*/ 63 h 63"/>
                  <a:gd name="T4" fmla="*/ 59 w 87"/>
                  <a:gd name="T5" fmla="*/ 63 h 63"/>
                  <a:gd name="T6" fmla="*/ 45 w 87"/>
                  <a:gd name="T7" fmla="*/ 10 h 63"/>
                  <a:gd name="T8" fmla="*/ 30 w 87"/>
                  <a:gd name="T9" fmla="*/ 63 h 63"/>
                  <a:gd name="T10" fmla="*/ 19 w 87"/>
                  <a:gd name="T11" fmla="*/ 63 h 63"/>
                  <a:gd name="T12" fmla="*/ 0 w 87"/>
                  <a:gd name="T13" fmla="*/ 0 h 63"/>
                  <a:gd name="T14" fmla="*/ 12 w 87"/>
                  <a:gd name="T15" fmla="*/ 0 h 63"/>
                  <a:gd name="T16" fmla="*/ 26 w 87"/>
                  <a:gd name="T17" fmla="*/ 51 h 63"/>
                  <a:gd name="T18" fmla="*/ 40 w 87"/>
                  <a:gd name="T19" fmla="*/ 0 h 63"/>
                  <a:gd name="T20" fmla="*/ 49 w 87"/>
                  <a:gd name="T21" fmla="*/ 0 h 63"/>
                  <a:gd name="T22" fmla="*/ 63 w 87"/>
                  <a:gd name="T23" fmla="*/ 51 h 63"/>
                  <a:gd name="T24" fmla="*/ 78 w 87"/>
                  <a:gd name="T25" fmla="*/ 0 h 63"/>
                  <a:gd name="T26" fmla="*/ 87 w 87"/>
                  <a:gd name="T2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63">
                    <a:moveTo>
                      <a:pt x="87" y="0"/>
                    </a:moveTo>
                    <a:lnTo>
                      <a:pt x="68" y="63"/>
                    </a:lnTo>
                    <a:lnTo>
                      <a:pt x="59" y="63"/>
                    </a:lnTo>
                    <a:lnTo>
                      <a:pt x="45" y="10"/>
                    </a:lnTo>
                    <a:lnTo>
                      <a:pt x="30" y="63"/>
                    </a:lnTo>
                    <a:lnTo>
                      <a:pt x="19" y="63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6" y="51"/>
                    </a:lnTo>
                    <a:lnTo>
                      <a:pt x="40" y="0"/>
                    </a:lnTo>
                    <a:lnTo>
                      <a:pt x="49" y="0"/>
                    </a:lnTo>
                    <a:lnTo>
                      <a:pt x="63" y="51"/>
                    </a:lnTo>
                    <a:lnTo>
                      <a:pt x="78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2" name="Freeform 392"/>
              <p:cNvSpPr>
                <a:spLocks/>
              </p:cNvSpPr>
              <p:nvPr userDrawn="1"/>
            </p:nvSpPr>
            <p:spPr bwMode="auto">
              <a:xfrm>
                <a:off x="8179555" y="5945566"/>
                <a:ext cx="60464" cy="111921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0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4 h 36"/>
                  <a:gd name="T20" fmla="*/ 11 w 20"/>
                  <a:gd name="T21" fmla="*/ 9 h 36"/>
                  <a:gd name="T22" fmla="*/ 20 w 20"/>
                  <a:gd name="T23" fmla="*/ 20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8" y="9"/>
                      <a:pt x="11" y="9"/>
                    </a:cubicBezTo>
                    <a:cubicBezTo>
                      <a:pt x="17" y="9"/>
                      <a:pt x="20" y="13"/>
                      <a:pt x="20" y="20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3" name="Freeform 393"/>
              <p:cNvSpPr>
                <a:spLocks noEditPoints="1"/>
              </p:cNvSpPr>
              <p:nvPr userDrawn="1"/>
            </p:nvSpPr>
            <p:spPr bwMode="auto">
              <a:xfrm>
                <a:off x="8264461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4" name="Freeform 394"/>
              <p:cNvSpPr>
                <a:spLocks/>
              </p:cNvSpPr>
              <p:nvPr userDrawn="1"/>
            </p:nvSpPr>
            <p:spPr bwMode="auto">
              <a:xfrm>
                <a:off x="8291477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" name="Freeform 395"/>
              <p:cNvSpPr>
                <a:spLocks/>
              </p:cNvSpPr>
              <p:nvPr userDrawn="1"/>
            </p:nvSpPr>
            <p:spPr bwMode="auto">
              <a:xfrm>
                <a:off x="8363518" y="5945566"/>
                <a:ext cx="64322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4 w 21"/>
                  <a:gd name="T9" fmla="*/ 22 h 36"/>
                  <a:gd name="T10" fmla="*/ 4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4 w 21"/>
                  <a:gd name="T17" fmla="*/ 0 h 36"/>
                  <a:gd name="T18" fmla="*/ 4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5" y="13"/>
                      <a:pt x="11" y="13"/>
                    </a:cubicBezTo>
                    <a:cubicBezTo>
                      <a:pt x="7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6" name="Freeform 396"/>
              <p:cNvSpPr>
                <a:spLocks noEditPoints="1"/>
              </p:cNvSpPr>
              <p:nvPr userDrawn="1"/>
            </p:nvSpPr>
            <p:spPr bwMode="auto">
              <a:xfrm>
                <a:off x="8488303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7" name="Freeform 397"/>
              <p:cNvSpPr>
                <a:spLocks/>
              </p:cNvSpPr>
              <p:nvPr userDrawn="1"/>
            </p:nvSpPr>
            <p:spPr bwMode="auto">
              <a:xfrm>
                <a:off x="8519178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8" name="Freeform 398"/>
              <p:cNvSpPr>
                <a:spLocks/>
              </p:cNvSpPr>
              <p:nvPr userDrawn="1"/>
            </p:nvSpPr>
            <p:spPr bwMode="auto">
              <a:xfrm>
                <a:off x="8615662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4 w 14"/>
                  <a:gd name="T21" fmla="*/ 9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9" name="Freeform 399"/>
              <p:cNvSpPr>
                <a:spLocks/>
              </p:cNvSpPr>
              <p:nvPr userDrawn="1"/>
            </p:nvSpPr>
            <p:spPr bwMode="auto">
              <a:xfrm>
                <a:off x="8673552" y="5945566"/>
                <a:ext cx="63036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7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0" name="Freeform 400"/>
              <p:cNvSpPr>
                <a:spLocks noEditPoints="1"/>
              </p:cNvSpPr>
              <p:nvPr userDrawn="1"/>
            </p:nvSpPr>
            <p:spPr bwMode="auto">
              <a:xfrm>
                <a:off x="8752026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4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" name="Freeform 401"/>
              <p:cNvSpPr>
                <a:spLocks noEditPoints="1"/>
              </p:cNvSpPr>
              <p:nvPr userDrawn="1"/>
            </p:nvSpPr>
            <p:spPr bwMode="auto">
              <a:xfrm>
                <a:off x="8867806" y="5973868"/>
                <a:ext cx="69468" cy="111921"/>
              </a:xfrm>
              <a:custGeom>
                <a:avLst/>
                <a:gdLst>
                  <a:gd name="T0" fmla="*/ 0 w 23"/>
                  <a:gd name="T1" fmla="*/ 1 h 36"/>
                  <a:gd name="T2" fmla="*/ 4 w 23"/>
                  <a:gd name="T3" fmla="*/ 1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4 h 36"/>
                  <a:gd name="T10" fmla="*/ 12 w 23"/>
                  <a:gd name="T11" fmla="*/ 27 h 36"/>
                  <a:gd name="T12" fmla="*/ 4 w 23"/>
                  <a:gd name="T13" fmla="*/ 23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1 h 36"/>
                  <a:gd name="T20" fmla="*/ 11 w 23"/>
                  <a:gd name="T21" fmla="*/ 24 h 36"/>
                  <a:gd name="T22" fmla="*/ 18 w 23"/>
                  <a:gd name="T23" fmla="*/ 14 h 36"/>
                  <a:gd name="T24" fmla="*/ 11 w 23"/>
                  <a:gd name="T25" fmla="*/ 4 h 36"/>
                  <a:gd name="T26" fmla="*/ 4 w 23"/>
                  <a:gd name="T27" fmla="*/ 14 h 36"/>
                  <a:gd name="T28" fmla="*/ 11 w 23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7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2" name="Freeform 402"/>
              <p:cNvSpPr>
                <a:spLocks/>
              </p:cNvSpPr>
              <p:nvPr userDrawn="1"/>
            </p:nvSpPr>
            <p:spPr bwMode="auto">
              <a:xfrm>
                <a:off x="8952712" y="5973868"/>
                <a:ext cx="38593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3" name="Freeform 403"/>
              <p:cNvSpPr>
                <a:spLocks noEditPoints="1"/>
              </p:cNvSpPr>
              <p:nvPr userDrawn="1"/>
            </p:nvSpPr>
            <p:spPr bwMode="auto">
              <a:xfrm>
                <a:off x="8995164" y="5973868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Freeform 404"/>
              <p:cNvSpPr>
                <a:spLocks noEditPoints="1"/>
              </p:cNvSpPr>
              <p:nvPr userDrawn="1"/>
            </p:nvSpPr>
            <p:spPr bwMode="auto">
              <a:xfrm>
                <a:off x="9080070" y="5973868"/>
                <a:ext cx="65609" cy="111921"/>
              </a:xfrm>
              <a:custGeom>
                <a:avLst/>
                <a:gdLst>
                  <a:gd name="T0" fmla="*/ 0 w 22"/>
                  <a:gd name="T1" fmla="*/ 1 h 36"/>
                  <a:gd name="T2" fmla="*/ 4 w 22"/>
                  <a:gd name="T3" fmla="*/ 1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4 h 36"/>
                  <a:gd name="T10" fmla="*/ 11 w 22"/>
                  <a:gd name="T11" fmla="*/ 27 h 36"/>
                  <a:gd name="T12" fmla="*/ 4 w 22"/>
                  <a:gd name="T13" fmla="*/ 23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1 h 36"/>
                  <a:gd name="T20" fmla="*/ 11 w 22"/>
                  <a:gd name="T21" fmla="*/ 24 h 36"/>
                  <a:gd name="T22" fmla="*/ 18 w 22"/>
                  <a:gd name="T23" fmla="*/ 14 h 36"/>
                  <a:gd name="T24" fmla="*/ 11 w 22"/>
                  <a:gd name="T25" fmla="*/ 4 h 36"/>
                  <a:gd name="T26" fmla="*/ 4 w 22"/>
                  <a:gd name="T27" fmla="*/ 14 h 36"/>
                  <a:gd name="T28" fmla="*/ 11 w 22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4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6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Freeform 405"/>
              <p:cNvSpPr>
                <a:spLocks noEditPoints="1"/>
              </p:cNvSpPr>
              <p:nvPr userDrawn="1"/>
            </p:nvSpPr>
            <p:spPr bwMode="auto">
              <a:xfrm>
                <a:off x="9154684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8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6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Freeform 406"/>
              <p:cNvSpPr>
                <a:spLocks/>
              </p:cNvSpPr>
              <p:nvPr userDrawn="1"/>
            </p:nvSpPr>
            <p:spPr bwMode="auto">
              <a:xfrm>
                <a:off x="9237017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Freeform 407"/>
              <p:cNvSpPr>
                <a:spLocks/>
              </p:cNvSpPr>
              <p:nvPr userDrawn="1"/>
            </p:nvSpPr>
            <p:spPr bwMode="auto">
              <a:xfrm>
                <a:off x="9282043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3 w 14"/>
                  <a:gd name="T21" fmla="*/ 9 h 35"/>
                  <a:gd name="T22" fmla="*/ 13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Freeform 408"/>
              <p:cNvSpPr>
                <a:spLocks/>
              </p:cNvSpPr>
              <p:nvPr userDrawn="1"/>
            </p:nvSpPr>
            <p:spPr bwMode="auto">
              <a:xfrm>
                <a:off x="9328355" y="5976441"/>
                <a:ext cx="69468" cy="111921"/>
              </a:xfrm>
              <a:custGeom>
                <a:avLst/>
                <a:gdLst>
                  <a:gd name="T0" fmla="*/ 18 w 23"/>
                  <a:gd name="T1" fmla="*/ 0 h 36"/>
                  <a:gd name="T2" fmla="*/ 23 w 23"/>
                  <a:gd name="T3" fmla="*/ 0 h 36"/>
                  <a:gd name="T4" fmla="*/ 12 w 23"/>
                  <a:gd name="T5" fmla="*/ 29 h 36"/>
                  <a:gd name="T6" fmla="*/ 5 w 23"/>
                  <a:gd name="T7" fmla="*/ 36 h 36"/>
                  <a:gd name="T8" fmla="*/ 1 w 23"/>
                  <a:gd name="T9" fmla="*/ 35 h 36"/>
                  <a:gd name="T10" fmla="*/ 2 w 23"/>
                  <a:gd name="T11" fmla="*/ 32 h 36"/>
                  <a:gd name="T12" fmla="*/ 5 w 23"/>
                  <a:gd name="T13" fmla="*/ 32 h 36"/>
                  <a:gd name="T14" fmla="*/ 8 w 23"/>
                  <a:gd name="T15" fmla="*/ 28 h 36"/>
                  <a:gd name="T16" fmla="*/ 10 w 23"/>
                  <a:gd name="T17" fmla="*/ 24 h 36"/>
                  <a:gd name="T18" fmla="*/ 0 w 23"/>
                  <a:gd name="T19" fmla="*/ 0 h 36"/>
                  <a:gd name="T20" fmla="*/ 5 w 23"/>
                  <a:gd name="T21" fmla="*/ 0 h 36"/>
                  <a:gd name="T22" fmla="*/ 12 w 23"/>
                  <a:gd name="T23" fmla="*/ 19 h 36"/>
                  <a:gd name="T24" fmla="*/ 18 w 2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33"/>
                      <a:pt x="9" y="36"/>
                      <a:pt x="5" y="36"/>
                    </a:cubicBezTo>
                    <a:cubicBezTo>
                      <a:pt x="3" y="36"/>
                      <a:pt x="2" y="36"/>
                      <a:pt x="1" y="35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2"/>
                      <a:pt x="3" y="32"/>
                      <a:pt x="5" y="32"/>
                    </a:cubicBezTo>
                    <a:cubicBezTo>
                      <a:pt x="6" y="32"/>
                      <a:pt x="7" y="31"/>
                      <a:pt x="8" y="28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19"/>
                      <a:pt x="12" y="19"/>
                      <a:pt x="12" y="19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Freeform 409"/>
              <p:cNvSpPr>
                <a:spLocks noEditPoints="1"/>
              </p:cNvSpPr>
              <p:nvPr userDrawn="1"/>
            </p:nvSpPr>
            <p:spPr bwMode="auto">
              <a:xfrm>
                <a:off x="9440276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Freeform 410"/>
              <p:cNvSpPr>
                <a:spLocks/>
              </p:cNvSpPr>
              <p:nvPr userDrawn="1"/>
            </p:nvSpPr>
            <p:spPr bwMode="auto">
              <a:xfrm>
                <a:off x="9516176" y="5942993"/>
                <a:ext cx="42453" cy="114494"/>
              </a:xfrm>
              <a:custGeom>
                <a:avLst/>
                <a:gdLst>
                  <a:gd name="T0" fmla="*/ 14 w 14"/>
                  <a:gd name="T1" fmla="*/ 4 h 37"/>
                  <a:gd name="T2" fmla="*/ 11 w 14"/>
                  <a:gd name="T3" fmla="*/ 4 h 37"/>
                  <a:gd name="T4" fmla="*/ 8 w 14"/>
                  <a:gd name="T5" fmla="*/ 9 h 37"/>
                  <a:gd name="T6" fmla="*/ 8 w 14"/>
                  <a:gd name="T7" fmla="*/ 11 h 37"/>
                  <a:gd name="T8" fmla="*/ 14 w 14"/>
                  <a:gd name="T9" fmla="*/ 11 h 37"/>
                  <a:gd name="T10" fmla="*/ 14 w 14"/>
                  <a:gd name="T11" fmla="*/ 14 h 37"/>
                  <a:gd name="T12" fmla="*/ 8 w 14"/>
                  <a:gd name="T13" fmla="*/ 14 h 37"/>
                  <a:gd name="T14" fmla="*/ 8 w 14"/>
                  <a:gd name="T15" fmla="*/ 37 h 37"/>
                  <a:gd name="T16" fmla="*/ 4 w 14"/>
                  <a:gd name="T17" fmla="*/ 37 h 37"/>
                  <a:gd name="T18" fmla="*/ 4 w 14"/>
                  <a:gd name="T19" fmla="*/ 14 h 37"/>
                  <a:gd name="T20" fmla="*/ 0 w 14"/>
                  <a:gd name="T21" fmla="*/ 14 h 37"/>
                  <a:gd name="T22" fmla="*/ 0 w 14"/>
                  <a:gd name="T23" fmla="*/ 11 h 37"/>
                  <a:gd name="T24" fmla="*/ 4 w 14"/>
                  <a:gd name="T25" fmla="*/ 11 h 37"/>
                  <a:gd name="T26" fmla="*/ 4 w 14"/>
                  <a:gd name="T27" fmla="*/ 9 h 37"/>
                  <a:gd name="T28" fmla="*/ 11 w 14"/>
                  <a:gd name="T29" fmla="*/ 0 h 37"/>
                  <a:gd name="T30" fmla="*/ 14 w 14"/>
                  <a:gd name="T31" fmla="*/ 1 h 37"/>
                  <a:gd name="T32" fmla="*/ 14 w 14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7">
                    <a:moveTo>
                      <a:pt x="14" y="4"/>
                    </a:moveTo>
                    <a:cubicBezTo>
                      <a:pt x="13" y="4"/>
                      <a:pt x="12" y="4"/>
                      <a:pt x="11" y="4"/>
                    </a:cubicBezTo>
                    <a:cubicBezTo>
                      <a:pt x="8" y="4"/>
                      <a:pt x="8" y="5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3" y="1"/>
                      <a:pt x="14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Freeform 411"/>
              <p:cNvSpPr>
                <a:spLocks/>
              </p:cNvSpPr>
              <p:nvPr userDrawn="1"/>
            </p:nvSpPr>
            <p:spPr bwMode="auto">
              <a:xfrm>
                <a:off x="9607514" y="5942993"/>
                <a:ext cx="60464" cy="114494"/>
              </a:xfrm>
              <a:custGeom>
                <a:avLst/>
                <a:gdLst>
                  <a:gd name="T0" fmla="*/ 17 w 20"/>
                  <a:gd name="T1" fmla="*/ 5 h 37"/>
                  <a:gd name="T2" fmla="*/ 11 w 20"/>
                  <a:gd name="T3" fmla="*/ 4 h 37"/>
                  <a:gd name="T4" fmla="*/ 4 w 20"/>
                  <a:gd name="T5" fmla="*/ 10 h 37"/>
                  <a:gd name="T6" fmla="*/ 11 w 20"/>
                  <a:gd name="T7" fmla="*/ 16 h 37"/>
                  <a:gd name="T8" fmla="*/ 20 w 20"/>
                  <a:gd name="T9" fmla="*/ 27 h 37"/>
                  <a:gd name="T10" fmla="*/ 8 w 20"/>
                  <a:gd name="T11" fmla="*/ 37 h 37"/>
                  <a:gd name="T12" fmla="*/ 0 w 20"/>
                  <a:gd name="T13" fmla="*/ 35 h 37"/>
                  <a:gd name="T14" fmla="*/ 1 w 20"/>
                  <a:gd name="T15" fmla="*/ 31 h 37"/>
                  <a:gd name="T16" fmla="*/ 8 w 20"/>
                  <a:gd name="T17" fmla="*/ 33 h 37"/>
                  <a:gd name="T18" fmla="*/ 16 w 20"/>
                  <a:gd name="T19" fmla="*/ 27 h 37"/>
                  <a:gd name="T20" fmla="*/ 8 w 20"/>
                  <a:gd name="T21" fmla="*/ 19 h 37"/>
                  <a:gd name="T22" fmla="*/ 0 w 20"/>
                  <a:gd name="T23" fmla="*/ 10 h 37"/>
                  <a:gd name="T24" fmla="*/ 11 w 20"/>
                  <a:gd name="T25" fmla="*/ 0 h 37"/>
                  <a:gd name="T26" fmla="*/ 18 w 20"/>
                  <a:gd name="T27" fmla="*/ 2 h 37"/>
                  <a:gd name="T28" fmla="*/ 17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7" y="5"/>
                    </a:moveTo>
                    <a:cubicBezTo>
                      <a:pt x="16" y="4"/>
                      <a:pt x="14" y="4"/>
                      <a:pt x="11" y="4"/>
                    </a:cubicBezTo>
                    <a:cubicBezTo>
                      <a:pt x="6" y="4"/>
                      <a:pt x="4" y="6"/>
                      <a:pt x="4" y="10"/>
                    </a:cubicBezTo>
                    <a:cubicBezTo>
                      <a:pt x="4" y="12"/>
                      <a:pt x="6" y="14"/>
                      <a:pt x="11" y="16"/>
                    </a:cubicBezTo>
                    <a:cubicBezTo>
                      <a:pt x="16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8" y="37"/>
                    </a:cubicBezTo>
                    <a:cubicBezTo>
                      <a:pt x="6" y="37"/>
                      <a:pt x="2" y="36"/>
                      <a:pt x="0" y="35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3" y="32"/>
                      <a:pt x="6" y="33"/>
                      <a:pt x="8" y="33"/>
                    </a:cubicBezTo>
                    <a:cubicBezTo>
                      <a:pt x="13" y="33"/>
                      <a:pt x="16" y="31"/>
                      <a:pt x="16" y="27"/>
                    </a:cubicBezTo>
                    <a:cubicBezTo>
                      <a:pt x="16" y="24"/>
                      <a:pt x="13" y="21"/>
                      <a:pt x="8" y="19"/>
                    </a:cubicBezTo>
                    <a:cubicBezTo>
                      <a:pt x="3" y="17"/>
                      <a:pt x="0" y="14"/>
                      <a:pt x="0" y="10"/>
                    </a:cubicBezTo>
                    <a:cubicBezTo>
                      <a:pt x="0" y="3"/>
                      <a:pt x="5" y="0"/>
                      <a:pt x="11" y="0"/>
                    </a:cubicBezTo>
                    <a:cubicBezTo>
                      <a:pt x="14" y="0"/>
                      <a:pt x="16" y="1"/>
                      <a:pt x="18" y="2"/>
                    </a:cubicBez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Freeform 412"/>
              <p:cNvSpPr>
                <a:spLocks noEditPoints="1"/>
              </p:cNvSpPr>
              <p:nvPr userDrawn="1"/>
            </p:nvSpPr>
            <p:spPr bwMode="auto">
              <a:xfrm>
                <a:off x="9676982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0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0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Freeform 413"/>
              <p:cNvSpPr>
                <a:spLocks/>
              </p:cNvSpPr>
              <p:nvPr userDrawn="1"/>
            </p:nvSpPr>
            <p:spPr bwMode="auto">
              <a:xfrm>
                <a:off x="9755456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Freeform 414"/>
              <p:cNvSpPr>
                <a:spLocks/>
              </p:cNvSpPr>
              <p:nvPr userDrawn="1"/>
            </p:nvSpPr>
            <p:spPr bwMode="auto">
              <a:xfrm>
                <a:off x="9871237" y="5973868"/>
                <a:ext cx="47599" cy="83620"/>
              </a:xfrm>
              <a:custGeom>
                <a:avLst/>
                <a:gdLst>
                  <a:gd name="T0" fmla="*/ 15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1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8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5" name="Freeform 415"/>
              <p:cNvSpPr>
                <a:spLocks/>
              </p:cNvSpPr>
              <p:nvPr userDrawn="1"/>
            </p:nvSpPr>
            <p:spPr bwMode="auto">
              <a:xfrm>
                <a:off x="9934272" y="5976441"/>
                <a:ext cx="64322" cy="81047"/>
              </a:xfrm>
              <a:custGeom>
                <a:avLst/>
                <a:gdLst>
                  <a:gd name="T0" fmla="*/ 17 w 21"/>
                  <a:gd name="T1" fmla="*/ 26 h 26"/>
                  <a:gd name="T2" fmla="*/ 17 w 21"/>
                  <a:gd name="T3" fmla="*/ 22 h 26"/>
                  <a:gd name="T4" fmla="*/ 9 w 21"/>
                  <a:gd name="T5" fmla="*/ 26 h 26"/>
                  <a:gd name="T6" fmla="*/ 0 w 21"/>
                  <a:gd name="T7" fmla="*/ 16 h 26"/>
                  <a:gd name="T8" fmla="*/ 0 w 21"/>
                  <a:gd name="T9" fmla="*/ 0 h 26"/>
                  <a:gd name="T10" fmla="*/ 4 w 21"/>
                  <a:gd name="T11" fmla="*/ 0 h 26"/>
                  <a:gd name="T12" fmla="*/ 4 w 21"/>
                  <a:gd name="T13" fmla="*/ 16 h 26"/>
                  <a:gd name="T14" fmla="*/ 10 w 21"/>
                  <a:gd name="T15" fmla="*/ 23 h 26"/>
                  <a:gd name="T16" fmla="*/ 17 w 21"/>
                  <a:gd name="T17" fmla="*/ 15 h 26"/>
                  <a:gd name="T18" fmla="*/ 17 w 21"/>
                  <a:gd name="T19" fmla="*/ 0 h 26"/>
                  <a:gd name="T20" fmla="*/ 21 w 21"/>
                  <a:gd name="T21" fmla="*/ 0 h 26"/>
                  <a:gd name="T22" fmla="*/ 21 w 21"/>
                  <a:gd name="T23" fmla="*/ 19 h 26"/>
                  <a:gd name="T24" fmla="*/ 21 w 21"/>
                  <a:gd name="T25" fmla="*/ 26 h 26"/>
                  <a:gd name="T26" fmla="*/ 17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5" y="26"/>
                      <a:pt x="12" y="26"/>
                      <a:pt x="9" y="26"/>
                    </a:cubicBezTo>
                    <a:cubicBezTo>
                      <a:pt x="3" y="26"/>
                      <a:pt x="0" y="22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0"/>
                      <a:pt x="6" y="23"/>
                      <a:pt x="10" y="23"/>
                    </a:cubicBezTo>
                    <a:cubicBezTo>
                      <a:pt x="14" y="23"/>
                      <a:pt x="17" y="19"/>
                      <a:pt x="17" y="1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6" name="Freeform 416"/>
              <p:cNvSpPr>
                <a:spLocks/>
              </p:cNvSpPr>
              <p:nvPr userDrawn="1"/>
            </p:nvSpPr>
            <p:spPr bwMode="auto">
              <a:xfrm>
                <a:off x="10016605" y="5973868"/>
                <a:ext cx="63036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7" name="Freeform 417"/>
              <p:cNvSpPr>
                <a:spLocks noEditPoints="1"/>
              </p:cNvSpPr>
              <p:nvPr userDrawn="1"/>
            </p:nvSpPr>
            <p:spPr bwMode="auto">
              <a:xfrm>
                <a:off x="10092506" y="5973868"/>
                <a:ext cx="69468" cy="114494"/>
              </a:xfrm>
              <a:custGeom>
                <a:avLst/>
                <a:gdLst>
                  <a:gd name="T0" fmla="*/ 23 w 23"/>
                  <a:gd name="T1" fmla="*/ 1 h 37"/>
                  <a:gd name="T2" fmla="*/ 23 w 23"/>
                  <a:gd name="T3" fmla="*/ 22 h 37"/>
                  <a:gd name="T4" fmla="*/ 11 w 23"/>
                  <a:gd name="T5" fmla="*/ 37 h 37"/>
                  <a:gd name="T6" fmla="*/ 2 w 23"/>
                  <a:gd name="T7" fmla="*/ 35 h 37"/>
                  <a:gd name="T8" fmla="*/ 3 w 23"/>
                  <a:gd name="T9" fmla="*/ 31 h 37"/>
                  <a:gd name="T10" fmla="*/ 11 w 23"/>
                  <a:gd name="T11" fmla="*/ 33 h 37"/>
                  <a:gd name="T12" fmla="*/ 19 w 23"/>
                  <a:gd name="T13" fmla="*/ 21 h 37"/>
                  <a:gd name="T14" fmla="*/ 12 w 23"/>
                  <a:gd name="T15" fmla="*/ 26 h 37"/>
                  <a:gd name="T16" fmla="*/ 0 w 23"/>
                  <a:gd name="T17" fmla="*/ 13 h 37"/>
                  <a:gd name="T18" fmla="*/ 11 w 23"/>
                  <a:gd name="T19" fmla="*/ 0 h 37"/>
                  <a:gd name="T20" fmla="*/ 19 w 23"/>
                  <a:gd name="T21" fmla="*/ 4 h 37"/>
                  <a:gd name="T22" fmla="*/ 19 w 23"/>
                  <a:gd name="T23" fmla="*/ 1 h 37"/>
                  <a:gd name="T24" fmla="*/ 23 w 23"/>
                  <a:gd name="T25" fmla="*/ 1 h 37"/>
                  <a:gd name="T26" fmla="*/ 12 w 23"/>
                  <a:gd name="T27" fmla="*/ 4 h 37"/>
                  <a:gd name="T28" fmla="*/ 4 w 23"/>
                  <a:gd name="T29" fmla="*/ 13 h 37"/>
                  <a:gd name="T30" fmla="*/ 12 w 23"/>
                  <a:gd name="T31" fmla="*/ 22 h 37"/>
                  <a:gd name="T32" fmla="*/ 19 w 23"/>
                  <a:gd name="T33" fmla="*/ 13 h 37"/>
                  <a:gd name="T34" fmla="*/ 12 w 23"/>
                  <a:gd name="T35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" h="37">
                    <a:moveTo>
                      <a:pt x="23" y="1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32"/>
                      <a:pt x="19" y="37"/>
                      <a:pt x="11" y="37"/>
                    </a:cubicBezTo>
                    <a:cubicBezTo>
                      <a:pt x="8" y="37"/>
                      <a:pt x="5" y="36"/>
                      <a:pt x="2" y="35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3"/>
                      <a:pt x="8" y="33"/>
                      <a:pt x="11" y="33"/>
                    </a:cubicBezTo>
                    <a:cubicBezTo>
                      <a:pt x="16" y="33"/>
                      <a:pt x="19" y="30"/>
                      <a:pt x="19" y="21"/>
                    </a:cubicBezTo>
                    <a:cubicBezTo>
                      <a:pt x="17" y="24"/>
                      <a:pt x="14" y="26"/>
                      <a:pt x="12" y="26"/>
                    </a:cubicBezTo>
                    <a:cubicBezTo>
                      <a:pt x="4" y="26"/>
                      <a:pt x="0" y="20"/>
                      <a:pt x="0" y="13"/>
                    </a:cubicBezTo>
                    <a:cubicBezTo>
                      <a:pt x="0" y="5"/>
                      <a:pt x="4" y="0"/>
                      <a:pt x="11" y="0"/>
                    </a:cubicBezTo>
                    <a:cubicBezTo>
                      <a:pt x="14" y="0"/>
                      <a:pt x="17" y="1"/>
                      <a:pt x="19" y="4"/>
                    </a:cubicBezTo>
                    <a:cubicBezTo>
                      <a:pt x="19" y="1"/>
                      <a:pt x="19" y="1"/>
                      <a:pt x="19" y="1"/>
                    </a:cubicBezTo>
                    <a:lnTo>
                      <a:pt x="23" y="1"/>
                    </a:lnTo>
                    <a:close/>
                    <a:moveTo>
                      <a:pt x="12" y="4"/>
                    </a:moveTo>
                    <a:cubicBezTo>
                      <a:pt x="7" y="4"/>
                      <a:pt x="4" y="6"/>
                      <a:pt x="4" y="13"/>
                    </a:cubicBezTo>
                    <a:cubicBezTo>
                      <a:pt x="4" y="19"/>
                      <a:pt x="7" y="22"/>
                      <a:pt x="12" y="22"/>
                    </a:cubicBezTo>
                    <a:cubicBezTo>
                      <a:pt x="17" y="22"/>
                      <a:pt x="19" y="18"/>
                      <a:pt x="19" y="13"/>
                    </a:cubicBezTo>
                    <a:cubicBezTo>
                      <a:pt x="19" y="6"/>
                      <a:pt x="16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8" name="Freeform 418"/>
              <p:cNvSpPr>
                <a:spLocks/>
              </p:cNvSpPr>
              <p:nvPr userDrawn="1"/>
            </p:nvSpPr>
            <p:spPr bwMode="auto">
              <a:xfrm>
                <a:off x="10219864" y="5945566"/>
                <a:ext cx="54031" cy="111921"/>
              </a:xfrm>
              <a:custGeom>
                <a:avLst/>
                <a:gdLst>
                  <a:gd name="T0" fmla="*/ 42 w 42"/>
                  <a:gd name="T1" fmla="*/ 87 h 87"/>
                  <a:gd name="T2" fmla="*/ 0 w 42"/>
                  <a:gd name="T3" fmla="*/ 87 h 87"/>
                  <a:gd name="T4" fmla="*/ 0 w 42"/>
                  <a:gd name="T5" fmla="*/ 0 h 87"/>
                  <a:gd name="T6" fmla="*/ 42 w 42"/>
                  <a:gd name="T7" fmla="*/ 0 h 87"/>
                  <a:gd name="T8" fmla="*/ 42 w 42"/>
                  <a:gd name="T9" fmla="*/ 10 h 87"/>
                  <a:gd name="T10" fmla="*/ 9 w 42"/>
                  <a:gd name="T11" fmla="*/ 10 h 87"/>
                  <a:gd name="T12" fmla="*/ 9 w 42"/>
                  <a:gd name="T13" fmla="*/ 36 h 87"/>
                  <a:gd name="T14" fmla="*/ 40 w 42"/>
                  <a:gd name="T15" fmla="*/ 36 h 87"/>
                  <a:gd name="T16" fmla="*/ 40 w 42"/>
                  <a:gd name="T17" fmla="*/ 46 h 87"/>
                  <a:gd name="T18" fmla="*/ 9 w 42"/>
                  <a:gd name="T19" fmla="*/ 46 h 87"/>
                  <a:gd name="T20" fmla="*/ 9 w 42"/>
                  <a:gd name="T21" fmla="*/ 77 h 87"/>
                  <a:gd name="T22" fmla="*/ 42 w 42"/>
                  <a:gd name="T23" fmla="*/ 77 h 87"/>
                  <a:gd name="T24" fmla="*/ 42 w 42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7">
                    <a:moveTo>
                      <a:pt x="42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10"/>
                    </a:lnTo>
                    <a:lnTo>
                      <a:pt x="9" y="10"/>
                    </a:lnTo>
                    <a:lnTo>
                      <a:pt x="9" y="36"/>
                    </a:lnTo>
                    <a:lnTo>
                      <a:pt x="40" y="36"/>
                    </a:lnTo>
                    <a:lnTo>
                      <a:pt x="40" y="46"/>
                    </a:lnTo>
                    <a:lnTo>
                      <a:pt x="9" y="46"/>
                    </a:lnTo>
                    <a:lnTo>
                      <a:pt x="9" y="77"/>
                    </a:lnTo>
                    <a:lnTo>
                      <a:pt x="42" y="77"/>
                    </a:lnTo>
                    <a:lnTo>
                      <a:pt x="4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9" name="Rectangle 419"/>
              <p:cNvSpPr>
                <a:spLocks noChangeArrowheads="1"/>
              </p:cNvSpPr>
              <p:nvPr userDrawn="1"/>
            </p:nvSpPr>
            <p:spPr bwMode="auto">
              <a:xfrm>
                <a:off x="10291905" y="5945566"/>
                <a:ext cx="12864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0" name="Freeform 420"/>
              <p:cNvSpPr>
                <a:spLocks noEditPoints="1"/>
              </p:cNvSpPr>
              <p:nvPr userDrawn="1"/>
            </p:nvSpPr>
            <p:spPr bwMode="auto">
              <a:xfrm>
                <a:off x="10318921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1" name="Freeform 421"/>
              <p:cNvSpPr>
                <a:spLocks/>
              </p:cNvSpPr>
              <p:nvPr userDrawn="1"/>
            </p:nvSpPr>
            <p:spPr bwMode="auto">
              <a:xfrm>
                <a:off x="10394821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2" name="Freeform 422"/>
              <p:cNvSpPr>
                <a:spLocks/>
              </p:cNvSpPr>
              <p:nvPr userDrawn="1"/>
            </p:nvSpPr>
            <p:spPr bwMode="auto">
              <a:xfrm>
                <a:off x="10459143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3" name="Freeform 423"/>
              <p:cNvSpPr>
                <a:spLocks/>
              </p:cNvSpPr>
              <p:nvPr userDrawn="1"/>
            </p:nvSpPr>
            <p:spPr bwMode="auto">
              <a:xfrm>
                <a:off x="10515747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4" name="Freeform 424"/>
              <p:cNvSpPr>
                <a:spLocks noEditPoints="1"/>
              </p:cNvSpPr>
              <p:nvPr userDrawn="1"/>
            </p:nvSpPr>
            <p:spPr bwMode="auto">
              <a:xfrm>
                <a:off x="10558200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Freeform 425"/>
              <p:cNvSpPr>
                <a:spLocks/>
              </p:cNvSpPr>
              <p:nvPr userDrawn="1"/>
            </p:nvSpPr>
            <p:spPr bwMode="auto">
              <a:xfrm>
                <a:off x="10643106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Freeform 426"/>
              <p:cNvSpPr>
                <a:spLocks noEditPoints="1"/>
              </p:cNvSpPr>
              <p:nvPr userDrawn="1"/>
            </p:nvSpPr>
            <p:spPr bwMode="auto">
              <a:xfrm>
                <a:off x="10728012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Freeform 427"/>
              <p:cNvSpPr>
                <a:spLocks/>
              </p:cNvSpPr>
              <p:nvPr userDrawn="1"/>
            </p:nvSpPr>
            <p:spPr bwMode="auto">
              <a:xfrm>
                <a:off x="10756314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5 w 19"/>
                  <a:gd name="T15" fmla="*/ 14 h 27"/>
                  <a:gd name="T16" fmla="*/ 13 w 19"/>
                  <a:gd name="T17" fmla="*/ 24 h 27"/>
                  <a:gd name="T18" fmla="*/ 19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8" y="4"/>
                      <a:pt x="5" y="7"/>
                      <a:pt x="5" y="14"/>
                    </a:cubicBezTo>
                    <a:cubicBezTo>
                      <a:pt x="5" y="20"/>
                      <a:pt x="8" y="24"/>
                      <a:pt x="13" y="24"/>
                    </a:cubicBezTo>
                    <a:cubicBezTo>
                      <a:pt x="15" y="24"/>
                      <a:pt x="17" y="23"/>
                      <a:pt x="19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Freeform 428"/>
              <p:cNvSpPr>
                <a:spLocks/>
              </p:cNvSpPr>
              <p:nvPr userDrawn="1"/>
            </p:nvSpPr>
            <p:spPr bwMode="auto">
              <a:xfrm>
                <a:off x="10825782" y="5973868"/>
                <a:ext cx="47599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8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5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4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2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Rectangle 429"/>
              <p:cNvSpPr>
                <a:spLocks noChangeArrowheads="1"/>
              </p:cNvSpPr>
              <p:nvPr userDrawn="1"/>
            </p:nvSpPr>
            <p:spPr bwMode="auto">
              <a:xfrm>
                <a:off x="10892677" y="6048482"/>
                <a:ext cx="14151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Freeform 430"/>
              <p:cNvSpPr>
                <a:spLocks/>
              </p:cNvSpPr>
              <p:nvPr userDrawn="1"/>
            </p:nvSpPr>
            <p:spPr bwMode="auto">
              <a:xfrm>
                <a:off x="10962146" y="5945566"/>
                <a:ext cx="69468" cy="111921"/>
              </a:xfrm>
              <a:custGeom>
                <a:avLst/>
                <a:gdLst>
                  <a:gd name="T0" fmla="*/ 54 w 54"/>
                  <a:gd name="T1" fmla="*/ 10 h 87"/>
                  <a:gd name="T2" fmla="*/ 33 w 54"/>
                  <a:gd name="T3" fmla="*/ 10 h 87"/>
                  <a:gd name="T4" fmla="*/ 33 w 54"/>
                  <a:gd name="T5" fmla="*/ 87 h 87"/>
                  <a:gd name="T6" fmla="*/ 23 w 54"/>
                  <a:gd name="T7" fmla="*/ 87 h 87"/>
                  <a:gd name="T8" fmla="*/ 23 w 54"/>
                  <a:gd name="T9" fmla="*/ 10 h 87"/>
                  <a:gd name="T10" fmla="*/ 0 w 54"/>
                  <a:gd name="T11" fmla="*/ 10 h 87"/>
                  <a:gd name="T12" fmla="*/ 0 w 54"/>
                  <a:gd name="T13" fmla="*/ 0 h 87"/>
                  <a:gd name="T14" fmla="*/ 54 w 54"/>
                  <a:gd name="T15" fmla="*/ 0 h 87"/>
                  <a:gd name="T16" fmla="*/ 54 w 54"/>
                  <a:gd name="T17" fmla="*/ 1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87">
                    <a:moveTo>
                      <a:pt x="54" y="10"/>
                    </a:moveTo>
                    <a:lnTo>
                      <a:pt x="33" y="10"/>
                    </a:lnTo>
                    <a:lnTo>
                      <a:pt x="33" y="87"/>
                    </a:lnTo>
                    <a:lnTo>
                      <a:pt x="23" y="87"/>
                    </a:lnTo>
                    <a:lnTo>
                      <a:pt x="23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54" y="0"/>
                    </a:lnTo>
                    <a:lnTo>
                      <a:pt x="54" y="1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Freeform 431"/>
              <p:cNvSpPr>
                <a:spLocks/>
              </p:cNvSpPr>
              <p:nvPr userDrawn="1"/>
            </p:nvSpPr>
            <p:spPr bwMode="auto">
              <a:xfrm>
                <a:off x="11047051" y="5945566"/>
                <a:ext cx="63036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7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Freeform 432"/>
              <p:cNvSpPr>
                <a:spLocks noEditPoints="1"/>
              </p:cNvSpPr>
              <p:nvPr userDrawn="1"/>
            </p:nvSpPr>
            <p:spPr bwMode="auto">
              <a:xfrm>
                <a:off x="11131957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Freeform 433"/>
              <p:cNvSpPr>
                <a:spLocks/>
              </p:cNvSpPr>
              <p:nvPr userDrawn="1"/>
            </p:nvSpPr>
            <p:spPr bwMode="auto">
              <a:xfrm>
                <a:off x="11165405" y="5973868"/>
                <a:ext cx="47599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Freeform 434"/>
              <p:cNvSpPr>
                <a:spLocks/>
              </p:cNvSpPr>
              <p:nvPr userDrawn="1"/>
            </p:nvSpPr>
            <p:spPr bwMode="auto">
              <a:xfrm>
                <a:off x="11268320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Freeform 435"/>
              <p:cNvSpPr>
                <a:spLocks noEditPoints="1"/>
              </p:cNvSpPr>
              <p:nvPr userDrawn="1"/>
            </p:nvSpPr>
            <p:spPr bwMode="auto">
              <a:xfrm>
                <a:off x="11380241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6" name="Freeform 436"/>
              <p:cNvSpPr>
                <a:spLocks/>
              </p:cNvSpPr>
              <p:nvPr userDrawn="1"/>
            </p:nvSpPr>
            <p:spPr bwMode="auto">
              <a:xfrm>
                <a:off x="11453569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7" name="Freeform 437"/>
              <p:cNvSpPr>
                <a:spLocks noEditPoints="1"/>
              </p:cNvSpPr>
              <p:nvPr userDrawn="1"/>
            </p:nvSpPr>
            <p:spPr bwMode="auto">
              <a:xfrm>
                <a:off x="11505027" y="5973868"/>
                <a:ext cx="63036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8" name="Freeform 438"/>
              <p:cNvSpPr>
                <a:spLocks/>
              </p:cNvSpPr>
              <p:nvPr userDrawn="1"/>
            </p:nvSpPr>
            <p:spPr bwMode="auto">
              <a:xfrm>
                <a:off x="11583500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9" name="Freeform 439"/>
              <p:cNvSpPr>
                <a:spLocks noEditPoints="1"/>
              </p:cNvSpPr>
              <p:nvPr userDrawn="1"/>
            </p:nvSpPr>
            <p:spPr bwMode="auto">
              <a:xfrm>
                <a:off x="11637531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0" name="Freeform 440"/>
              <p:cNvSpPr>
                <a:spLocks noEditPoints="1"/>
              </p:cNvSpPr>
              <p:nvPr userDrawn="1"/>
            </p:nvSpPr>
            <p:spPr bwMode="auto">
              <a:xfrm>
                <a:off x="11668406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1" name="Rectangle 441"/>
              <p:cNvSpPr>
                <a:spLocks noChangeArrowheads="1"/>
              </p:cNvSpPr>
              <p:nvPr userDrawn="1"/>
            </p:nvSpPr>
            <p:spPr bwMode="auto">
              <a:xfrm>
                <a:off x="11749453" y="5945566"/>
                <a:ext cx="12864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2" name="Freeform 442"/>
              <p:cNvSpPr>
                <a:spLocks/>
              </p:cNvSpPr>
              <p:nvPr userDrawn="1"/>
            </p:nvSpPr>
            <p:spPr bwMode="auto">
              <a:xfrm>
                <a:off x="449281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7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3" name="Freeform 443"/>
              <p:cNvSpPr>
                <a:spLocks/>
              </p:cNvSpPr>
              <p:nvPr userDrawn="1"/>
            </p:nvSpPr>
            <p:spPr bwMode="auto">
              <a:xfrm>
                <a:off x="516176" y="6123096"/>
                <a:ext cx="60464" cy="110635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1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5 h 36"/>
                  <a:gd name="T20" fmla="*/ 12 w 20"/>
                  <a:gd name="T21" fmla="*/ 10 h 36"/>
                  <a:gd name="T22" fmla="*/ 20 w 20"/>
                  <a:gd name="T23" fmla="*/ 21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2" y="10"/>
                    </a:cubicBezTo>
                    <a:cubicBezTo>
                      <a:pt x="18" y="10"/>
                      <a:pt x="20" y="14"/>
                      <a:pt x="20" y="21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4" name="Freeform 444"/>
              <p:cNvSpPr>
                <a:spLocks noEditPoints="1"/>
              </p:cNvSpPr>
              <p:nvPr userDrawn="1"/>
            </p:nvSpPr>
            <p:spPr bwMode="auto">
              <a:xfrm>
                <a:off x="592077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2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5" name="Rectangle 445"/>
              <p:cNvSpPr>
                <a:spLocks noChangeArrowheads="1"/>
              </p:cNvSpPr>
              <p:nvPr userDrawn="1"/>
            </p:nvSpPr>
            <p:spPr bwMode="auto">
              <a:xfrm>
                <a:off x="673123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6" name="Rectangle 446"/>
              <p:cNvSpPr>
                <a:spLocks noChangeArrowheads="1"/>
              </p:cNvSpPr>
              <p:nvPr userDrawn="1"/>
            </p:nvSpPr>
            <p:spPr bwMode="auto">
              <a:xfrm>
                <a:off x="710431" y="6123096"/>
                <a:ext cx="15437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7" name="Freeform 447"/>
              <p:cNvSpPr>
                <a:spLocks/>
              </p:cNvSpPr>
              <p:nvPr userDrawn="1"/>
            </p:nvSpPr>
            <p:spPr bwMode="auto">
              <a:xfrm>
                <a:off x="782472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2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1 w 21"/>
                  <a:gd name="T13" fmla="*/ 26 h 26"/>
                  <a:gd name="T14" fmla="*/ 1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2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4"/>
                      <a:pt x="1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8" name="Freeform 448"/>
              <p:cNvSpPr>
                <a:spLocks noEditPoints="1"/>
              </p:cNvSpPr>
              <p:nvPr userDrawn="1"/>
            </p:nvSpPr>
            <p:spPr bwMode="auto">
              <a:xfrm>
                <a:off x="862232" y="6153970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3 h 27"/>
                  <a:gd name="T4" fmla="*/ 11 w 23"/>
                  <a:gd name="T5" fmla="*/ 27 h 27"/>
                  <a:gd name="T6" fmla="*/ 0 w 23"/>
                  <a:gd name="T7" fmla="*/ 13 h 27"/>
                  <a:gd name="T8" fmla="*/ 11 w 23"/>
                  <a:gd name="T9" fmla="*/ 0 h 27"/>
                  <a:gd name="T10" fmla="*/ 11 w 23"/>
                  <a:gd name="T11" fmla="*/ 3 h 27"/>
                  <a:gd name="T12" fmla="*/ 4 w 23"/>
                  <a:gd name="T13" fmla="*/ 13 h 27"/>
                  <a:gd name="T14" fmla="*/ 11 w 23"/>
                  <a:gd name="T15" fmla="*/ 23 h 27"/>
                  <a:gd name="T16" fmla="*/ 19 w 23"/>
                  <a:gd name="T17" fmla="*/ 13 h 27"/>
                  <a:gd name="T18" fmla="*/ 11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3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9" name="Freeform 449"/>
              <p:cNvSpPr>
                <a:spLocks/>
              </p:cNvSpPr>
              <p:nvPr userDrawn="1"/>
            </p:nvSpPr>
            <p:spPr bwMode="auto">
              <a:xfrm>
                <a:off x="936846" y="6128242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8 w 15"/>
                  <a:gd name="T17" fmla="*/ 0 h 35"/>
                  <a:gd name="T18" fmla="*/ 8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0" name="Freeform 450"/>
              <p:cNvSpPr>
                <a:spLocks noEditPoints="1"/>
              </p:cNvSpPr>
              <p:nvPr userDrawn="1"/>
            </p:nvSpPr>
            <p:spPr bwMode="auto">
              <a:xfrm>
                <a:off x="1034616" y="6123096"/>
                <a:ext cx="66895" cy="114494"/>
              </a:xfrm>
              <a:custGeom>
                <a:avLst/>
                <a:gdLst>
                  <a:gd name="T0" fmla="*/ 0 w 22"/>
                  <a:gd name="T1" fmla="*/ 0 h 37"/>
                  <a:gd name="T2" fmla="*/ 4 w 22"/>
                  <a:gd name="T3" fmla="*/ 0 h 37"/>
                  <a:gd name="T4" fmla="*/ 4 w 22"/>
                  <a:gd name="T5" fmla="*/ 14 h 37"/>
                  <a:gd name="T6" fmla="*/ 11 w 22"/>
                  <a:gd name="T7" fmla="*/ 10 h 37"/>
                  <a:gd name="T8" fmla="*/ 22 w 22"/>
                  <a:gd name="T9" fmla="*/ 23 h 37"/>
                  <a:gd name="T10" fmla="*/ 11 w 22"/>
                  <a:gd name="T11" fmla="*/ 37 h 37"/>
                  <a:gd name="T12" fmla="*/ 4 w 22"/>
                  <a:gd name="T13" fmla="*/ 33 h 37"/>
                  <a:gd name="T14" fmla="*/ 4 w 22"/>
                  <a:gd name="T15" fmla="*/ 36 h 37"/>
                  <a:gd name="T16" fmla="*/ 0 w 22"/>
                  <a:gd name="T17" fmla="*/ 36 h 37"/>
                  <a:gd name="T18" fmla="*/ 0 w 22"/>
                  <a:gd name="T19" fmla="*/ 0 h 37"/>
                  <a:gd name="T20" fmla="*/ 4 w 22"/>
                  <a:gd name="T21" fmla="*/ 23 h 37"/>
                  <a:gd name="T22" fmla="*/ 11 w 22"/>
                  <a:gd name="T23" fmla="*/ 33 h 37"/>
                  <a:gd name="T24" fmla="*/ 18 w 22"/>
                  <a:gd name="T25" fmla="*/ 23 h 37"/>
                  <a:gd name="T26" fmla="*/ 11 w 22"/>
                  <a:gd name="T27" fmla="*/ 13 h 37"/>
                  <a:gd name="T28" fmla="*/ 4 w 22"/>
                  <a:gd name="T29" fmla="*/ 2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9" y="10"/>
                      <a:pt x="11" y="10"/>
                    </a:cubicBezTo>
                    <a:cubicBezTo>
                      <a:pt x="19" y="10"/>
                      <a:pt x="22" y="16"/>
                      <a:pt x="22" y="23"/>
                    </a:cubicBezTo>
                    <a:cubicBezTo>
                      <a:pt x="22" y="31"/>
                      <a:pt x="19" y="37"/>
                      <a:pt x="11" y="37"/>
                    </a:cubicBezTo>
                    <a:cubicBezTo>
                      <a:pt x="8" y="37"/>
                      <a:pt x="5" y="35"/>
                      <a:pt x="4" y="3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4" y="23"/>
                    </a:moveTo>
                    <a:cubicBezTo>
                      <a:pt x="4" y="28"/>
                      <a:pt x="5" y="33"/>
                      <a:pt x="11" y="33"/>
                    </a:cubicBezTo>
                    <a:cubicBezTo>
                      <a:pt x="15" y="33"/>
                      <a:pt x="18" y="30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ubicBezTo>
                      <a:pt x="5" y="13"/>
                      <a:pt x="4" y="19"/>
                      <a:pt x="4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1" name="Freeform 451"/>
              <p:cNvSpPr>
                <a:spLocks noEditPoints="1"/>
              </p:cNvSpPr>
              <p:nvPr userDrawn="1"/>
            </p:nvSpPr>
            <p:spPr bwMode="auto">
              <a:xfrm>
                <a:off x="1110516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2" name="Freeform 452"/>
              <p:cNvSpPr>
                <a:spLocks/>
              </p:cNvSpPr>
              <p:nvPr userDrawn="1"/>
            </p:nvSpPr>
            <p:spPr bwMode="auto">
              <a:xfrm>
                <a:off x="1228869" y="6153970"/>
                <a:ext cx="60464" cy="83620"/>
              </a:xfrm>
              <a:custGeom>
                <a:avLst/>
                <a:gdLst>
                  <a:gd name="T0" fmla="*/ 16 w 20"/>
                  <a:gd name="T1" fmla="*/ 26 h 27"/>
                  <a:gd name="T2" fmla="*/ 16 w 20"/>
                  <a:gd name="T3" fmla="*/ 22 h 27"/>
                  <a:gd name="T4" fmla="*/ 8 w 20"/>
                  <a:gd name="T5" fmla="*/ 27 h 27"/>
                  <a:gd name="T6" fmla="*/ 0 w 20"/>
                  <a:gd name="T7" fmla="*/ 17 h 27"/>
                  <a:gd name="T8" fmla="*/ 0 w 20"/>
                  <a:gd name="T9" fmla="*/ 0 h 27"/>
                  <a:gd name="T10" fmla="*/ 4 w 20"/>
                  <a:gd name="T11" fmla="*/ 0 h 27"/>
                  <a:gd name="T12" fmla="*/ 4 w 20"/>
                  <a:gd name="T13" fmla="*/ 16 h 27"/>
                  <a:gd name="T14" fmla="*/ 9 w 20"/>
                  <a:gd name="T15" fmla="*/ 23 h 27"/>
                  <a:gd name="T16" fmla="*/ 16 w 20"/>
                  <a:gd name="T17" fmla="*/ 15 h 27"/>
                  <a:gd name="T18" fmla="*/ 16 w 20"/>
                  <a:gd name="T19" fmla="*/ 0 h 27"/>
                  <a:gd name="T20" fmla="*/ 20 w 20"/>
                  <a:gd name="T21" fmla="*/ 0 h 27"/>
                  <a:gd name="T22" fmla="*/ 20 w 20"/>
                  <a:gd name="T23" fmla="*/ 20 h 27"/>
                  <a:gd name="T24" fmla="*/ 20 w 20"/>
                  <a:gd name="T25" fmla="*/ 26 h 27"/>
                  <a:gd name="T26" fmla="*/ 16 w 20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0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3" name="Freeform 453"/>
              <p:cNvSpPr>
                <a:spLocks/>
              </p:cNvSpPr>
              <p:nvPr userDrawn="1"/>
            </p:nvSpPr>
            <p:spPr bwMode="auto">
              <a:xfrm>
                <a:off x="1304770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10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8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2" y="3"/>
                      <a:pt x="10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5"/>
                      <a:pt x="17" y="19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8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2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4" name="Freeform 454"/>
              <p:cNvSpPr>
                <a:spLocks noEditPoints="1"/>
              </p:cNvSpPr>
              <p:nvPr userDrawn="1"/>
            </p:nvSpPr>
            <p:spPr bwMode="auto">
              <a:xfrm>
                <a:off x="1365233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4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4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7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5" name="Freeform 455"/>
              <p:cNvSpPr>
                <a:spLocks noEditPoints="1"/>
              </p:cNvSpPr>
              <p:nvPr userDrawn="1"/>
            </p:nvSpPr>
            <p:spPr bwMode="auto">
              <a:xfrm>
                <a:off x="1441134" y="6123096"/>
                <a:ext cx="65609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0 w 22"/>
                  <a:gd name="T7" fmla="*/ 37 h 37"/>
                  <a:gd name="T8" fmla="*/ 0 w 22"/>
                  <a:gd name="T9" fmla="*/ 23 h 37"/>
                  <a:gd name="T10" fmla="*/ 10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6" y="35"/>
                      <a:pt x="13" y="37"/>
                      <a:pt x="10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2" y="10"/>
                      <a:pt x="10" y="10"/>
                    </a:cubicBezTo>
                    <a:cubicBezTo>
                      <a:pt x="13" y="10"/>
                      <a:pt x="16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5" y="13"/>
                      <a:pt x="4" y="18"/>
                      <a:pt x="4" y="23"/>
                    </a:cubicBezTo>
                    <a:cubicBezTo>
                      <a:pt x="4" y="30"/>
                      <a:pt x="6" y="33"/>
                      <a:pt x="11" y="33"/>
                    </a:cubicBezTo>
                    <a:cubicBezTo>
                      <a:pt x="16" y="33"/>
                      <a:pt x="18" y="28"/>
                      <a:pt x="18" y="23"/>
                    </a:cubicBezTo>
                    <a:cubicBezTo>
                      <a:pt x="18" y="19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6" name="Freeform 456"/>
              <p:cNvSpPr>
                <a:spLocks/>
              </p:cNvSpPr>
              <p:nvPr userDrawn="1"/>
            </p:nvSpPr>
            <p:spPr bwMode="auto">
              <a:xfrm>
                <a:off x="1526039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7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7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7" name="Freeform 457"/>
              <p:cNvSpPr>
                <a:spLocks/>
              </p:cNvSpPr>
              <p:nvPr userDrawn="1"/>
            </p:nvSpPr>
            <p:spPr bwMode="auto">
              <a:xfrm>
                <a:off x="1604512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8" name="Freeform 458"/>
              <p:cNvSpPr>
                <a:spLocks noEditPoints="1"/>
              </p:cNvSpPr>
              <p:nvPr userDrawn="1"/>
            </p:nvSpPr>
            <p:spPr bwMode="auto">
              <a:xfrm>
                <a:off x="1646966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7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9" name="Freeform 459"/>
              <p:cNvSpPr>
                <a:spLocks noEditPoints="1"/>
              </p:cNvSpPr>
              <p:nvPr userDrawn="1"/>
            </p:nvSpPr>
            <p:spPr bwMode="auto">
              <a:xfrm>
                <a:off x="1725439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0" name="Freeform 460"/>
              <p:cNvSpPr>
                <a:spLocks/>
              </p:cNvSpPr>
              <p:nvPr userDrawn="1"/>
            </p:nvSpPr>
            <p:spPr bwMode="auto">
              <a:xfrm>
                <a:off x="1810344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1" name="Freeform 461"/>
              <p:cNvSpPr>
                <a:spLocks noEditPoints="1"/>
              </p:cNvSpPr>
              <p:nvPr userDrawn="1"/>
            </p:nvSpPr>
            <p:spPr bwMode="auto">
              <a:xfrm>
                <a:off x="1852798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2" name="Freeform 462"/>
              <p:cNvSpPr>
                <a:spLocks noEditPoints="1"/>
              </p:cNvSpPr>
              <p:nvPr userDrawn="1"/>
            </p:nvSpPr>
            <p:spPr bwMode="auto">
              <a:xfrm>
                <a:off x="1931271" y="6123096"/>
                <a:ext cx="70755" cy="114494"/>
              </a:xfrm>
              <a:custGeom>
                <a:avLst/>
                <a:gdLst>
                  <a:gd name="T0" fmla="*/ 23 w 23"/>
                  <a:gd name="T1" fmla="*/ 36 h 37"/>
                  <a:gd name="T2" fmla="*/ 19 w 23"/>
                  <a:gd name="T3" fmla="*/ 36 h 37"/>
                  <a:gd name="T4" fmla="*/ 19 w 23"/>
                  <a:gd name="T5" fmla="*/ 33 h 37"/>
                  <a:gd name="T6" fmla="*/ 11 w 23"/>
                  <a:gd name="T7" fmla="*/ 37 h 37"/>
                  <a:gd name="T8" fmla="*/ 0 w 23"/>
                  <a:gd name="T9" fmla="*/ 23 h 37"/>
                  <a:gd name="T10" fmla="*/ 11 w 23"/>
                  <a:gd name="T11" fmla="*/ 10 h 37"/>
                  <a:gd name="T12" fmla="*/ 19 w 23"/>
                  <a:gd name="T13" fmla="*/ 14 h 37"/>
                  <a:gd name="T14" fmla="*/ 19 w 23"/>
                  <a:gd name="T15" fmla="*/ 0 h 37"/>
                  <a:gd name="T16" fmla="*/ 23 w 23"/>
                  <a:gd name="T17" fmla="*/ 0 h 37"/>
                  <a:gd name="T18" fmla="*/ 23 w 23"/>
                  <a:gd name="T19" fmla="*/ 36 h 37"/>
                  <a:gd name="T20" fmla="*/ 12 w 23"/>
                  <a:gd name="T21" fmla="*/ 13 h 37"/>
                  <a:gd name="T22" fmla="*/ 4 w 23"/>
                  <a:gd name="T23" fmla="*/ 23 h 37"/>
                  <a:gd name="T24" fmla="*/ 12 w 23"/>
                  <a:gd name="T25" fmla="*/ 33 h 37"/>
                  <a:gd name="T26" fmla="*/ 19 w 23"/>
                  <a:gd name="T27" fmla="*/ 23 h 37"/>
                  <a:gd name="T28" fmla="*/ 12 w 23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7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3" name="Freeform 463"/>
              <p:cNvSpPr>
                <a:spLocks/>
              </p:cNvSpPr>
              <p:nvPr userDrawn="1"/>
            </p:nvSpPr>
            <p:spPr bwMode="auto">
              <a:xfrm>
                <a:off x="2020036" y="6153970"/>
                <a:ext cx="63036" cy="83620"/>
              </a:xfrm>
              <a:custGeom>
                <a:avLst/>
                <a:gdLst>
                  <a:gd name="T0" fmla="*/ 17 w 21"/>
                  <a:gd name="T1" fmla="*/ 26 h 27"/>
                  <a:gd name="T2" fmla="*/ 17 w 21"/>
                  <a:gd name="T3" fmla="*/ 22 h 27"/>
                  <a:gd name="T4" fmla="*/ 9 w 21"/>
                  <a:gd name="T5" fmla="*/ 27 h 27"/>
                  <a:gd name="T6" fmla="*/ 0 w 21"/>
                  <a:gd name="T7" fmla="*/ 17 h 27"/>
                  <a:gd name="T8" fmla="*/ 0 w 21"/>
                  <a:gd name="T9" fmla="*/ 0 h 27"/>
                  <a:gd name="T10" fmla="*/ 4 w 21"/>
                  <a:gd name="T11" fmla="*/ 0 h 27"/>
                  <a:gd name="T12" fmla="*/ 4 w 21"/>
                  <a:gd name="T13" fmla="*/ 16 h 27"/>
                  <a:gd name="T14" fmla="*/ 10 w 21"/>
                  <a:gd name="T15" fmla="*/ 23 h 27"/>
                  <a:gd name="T16" fmla="*/ 17 w 21"/>
                  <a:gd name="T17" fmla="*/ 15 h 27"/>
                  <a:gd name="T18" fmla="*/ 17 w 21"/>
                  <a:gd name="T19" fmla="*/ 0 h 27"/>
                  <a:gd name="T20" fmla="*/ 21 w 21"/>
                  <a:gd name="T21" fmla="*/ 0 h 27"/>
                  <a:gd name="T22" fmla="*/ 21 w 21"/>
                  <a:gd name="T23" fmla="*/ 20 h 27"/>
                  <a:gd name="T24" fmla="*/ 21 w 21"/>
                  <a:gd name="T25" fmla="*/ 26 h 27"/>
                  <a:gd name="T26" fmla="*/ 17 w 21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10" y="23"/>
                    </a:cubicBezTo>
                    <a:cubicBezTo>
                      <a:pt x="14" y="23"/>
                      <a:pt x="17" y="20"/>
                      <a:pt x="17" y="1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2"/>
                      <a:pt x="21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4" name="Freeform 464"/>
              <p:cNvSpPr>
                <a:spLocks/>
              </p:cNvSpPr>
              <p:nvPr userDrawn="1"/>
            </p:nvSpPr>
            <p:spPr bwMode="auto">
              <a:xfrm>
                <a:off x="2098509" y="6153970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3 h 27"/>
                  <a:gd name="T6" fmla="*/ 12 w 18"/>
                  <a:gd name="T7" fmla="*/ 0 h 27"/>
                  <a:gd name="T8" fmla="*/ 18 w 18"/>
                  <a:gd name="T9" fmla="*/ 1 h 27"/>
                  <a:gd name="T10" fmla="*/ 17 w 18"/>
                  <a:gd name="T11" fmla="*/ 4 h 27"/>
                  <a:gd name="T12" fmla="*/ 12 w 18"/>
                  <a:gd name="T13" fmla="*/ 3 h 27"/>
                  <a:gd name="T14" fmla="*/ 4 w 18"/>
                  <a:gd name="T15" fmla="*/ 13 h 27"/>
                  <a:gd name="T16" fmla="*/ 12 w 18"/>
                  <a:gd name="T17" fmla="*/ 23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6"/>
                      <a:pt x="14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5" name="Freeform 465"/>
              <p:cNvSpPr>
                <a:spLocks noEditPoints="1"/>
              </p:cNvSpPr>
              <p:nvPr userDrawn="1"/>
            </p:nvSpPr>
            <p:spPr bwMode="auto">
              <a:xfrm>
                <a:off x="2161545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6" name="Freeform 466"/>
              <p:cNvSpPr>
                <a:spLocks noEditPoints="1"/>
              </p:cNvSpPr>
              <p:nvPr userDrawn="1"/>
            </p:nvSpPr>
            <p:spPr bwMode="auto">
              <a:xfrm>
                <a:off x="2234873" y="6123096"/>
                <a:ext cx="69468" cy="114494"/>
              </a:xfrm>
              <a:custGeom>
                <a:avLst/>
                <a:gdLst>
                  <a:gd name="T0" fmla="*/ 23 w 23"/>
                  <a:gd name="T1" fmla="*/ 36 h 37"/>
                  <a:gd name="T2" fmla="*/ 19 w 23"/>
                  <a:gd name="T3" fmla="*/ 36 h 37"/>
                  <a:gd name="T4" fmla="*/ 19 w 23"/>
                  <a:gd name="T5" fmla="*/ 33 h 37"/>
                  <a:gd name="T6" fmla="*/ 11 w 23"/>
                  <a:gd name="T7" fmla="*/ 37 h 37"/>
                  <a:gd name="T8" fmla="*/ 0 w 23"/>
                  <a:gd name="T9" fmla="*/ 23 h 37"/>
                  <a:gd name="T10" fmla="*/ 11 w 23"/>
                  <a:gd name="T11" fmla="*/ 10 h 37"/>
                  <a:gd name="T12" fmla="*/ 19 w 23"/>
                  <a:gd name="T13" fmla="*/ 14 h 37"/>
                  <a:gd name="T14" fmla="*/ 19 w 23"/>
                  <a:gd name="T15" fmla="*/ 0 h 37"/>
                  <a:gd name="T16" fmla="*/ 23 w 23"/>
                  <a:gd name="T17" fmla="*/ 0 h 37"/>
                  <a:gd name="T18" fmla="*/ 23 w 23"/>
                  <a:gd name="T19" fmla="*/ 36 h 37"/>
                  <a:gd name="T20" fmla="*/ 12 w 23"/>
                  <a:gd name="T21" fmla="*/ 13 h 37"/>
                  <a:gd name="T22" fmla="*/ 5 w 23"/>
                  <a:gd name="T23" fmla="*/ 23 h 37"/>
                  <a:gd name="T24" fmla="*/ 12 w 23"/>
                  <a:gd name="T25" fmla="*/ 33 h 37"/>
                  <a:gd name="T26" fmla="*/ 19 w 23"/>
                  <a:gd name="T27" fmla="*/ 23 h 37"/>
                  <a:gd name="T28" fmla="*/ 12 w 23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7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4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5" y="18"/>
                      <a:pt x="5" y="23"/>
                    </a:cubicBezTo>
                    <a:cubicBezTo>
                      <a:pt x="5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7" name="Freeform 467"/>
              <p:cNvSpPr>
                <a:spLocks/>
              </p:cNvSpPr>
              <p:nvPr userDrawn="1"/>
            </p:nvSpPr>
            <p:spPr bwMode="auto">
              <a:xfrm>
                <a:off x="2322351" y="6224726"/>
                <a:ext cx="21870" cy="28302"/>
              </a:xfrm>
              <a:custGeom>
                <a:avLst/>
                <a:gdLst>
                  <a:gd name="T0" fmla="*/ 17 w 17"/>
                  <a:gd name="T1" fmla="*/ 0 h 22"/>
                  <a:gd name="T2" fmla="*/ 7 w 17"/>
                  <a:gd name="T3" fmla="*/ 22 h 22"/>
                  <a:gd name="T4" fmla="*/ 0 w 17"/>
                  <a:gd name="T5" fmla="*/ 22 h 22"/>
                  <a:gd name="T6" fmla="*/ 5 w 17"/>
                  <a:gd name="T7" fmla="*/ 0 h 22"/>
                  <a:gd name="T8" fmla="*/ 17 w 17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7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5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8" name="Freeform 468"/>
              <p:cNvSpPr>
                <a:spLocks/>
              </p:cNvSpPr>
              <p:nvPr userDrawn="1"/>
            </p:nvSpPr>
            <p:spPr bwMode="auto">
              <a:xfrm>
                <a:off x="2395679" y="6153970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3 h 27"/>
                  <a:gd name="T6" fmla="*/ 12 w 18"/>
                  <a:gd name="T7" fmla="*/ 0 h 27"/>
                  <a:gd name="T8" fmla="*/ 18 w 18"/>
                  <a:gd name="T9" fmla="*/ 1 h 27"/>
                  <a:gd name="T10" fmla="*/ 18 w 18"/>
                  <a:gd name="T11" fmla="*/ 4 h 27"/>
                  <a:gd name="T12" fmla="*/ 12 w 18"/>
                  <a:gd name="T13" fmla="*/ 3 h 27"/>
                  <a:gd name="T14" fmla="*/ 4 w 18"/>
                  <a:gd name="T15" fmla="*/ 13 h 27"/>
                  <a:gd name="T16" fmla="*/ 12 w 18"/>
                  <a:gd name="T17" fmla="*/ 23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6"/>
                      <a:pt x="15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9" name="Freeform 469"/>
              <p:cNvSpPr>
                <a:spLocks noEditPoints="1"/>
              </p:cNvSpPr>
              <p:nvPr userDrawn="1"/>
            </p:nvSpPr>
            <p:spPr bwMode="auto">
              <a:xfrm>
                <a:off x="2458715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0" name="Freeform 470"/>
              <p:cNvSpPr>
                <a:spLocks noEditPoints="1"/>
              </p:cNvSpPr>
              <p:nvPr userDrawn="1"/>
            </p:nvSpPr>
            <p:spPr bwMode="auto">
              <a:xfrm>
                <a:off x="2543620" y="6153970"/>
                <a:ext cx="66895" cy="110635"/>
              </a:xfrm>
              <a:custGeom>
                <a:avLst/>
                <a:gdLst>
                  <a:gd name="T0" fmla="*/ 0 w 22"/>
                  <a:gd name="T1" fmla="*/ 0 h 36"/>
                  <a:gd name="T2" fmla="*/ 4 w 22"/>
                  <a:gd name="T3" fmla="*/ 0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3 h 36"/>
                  <a:gd name="T10" fmla="*/ 11 w 22"/>
                  <a:gd name="T11" fmla="*/ 27 h 36"/>
                  <a:gd name="T12" fmla="*/ 4 w 22"/>
                  <a:gd name="T13" fmla="*/ 22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0 h 36"/>
                  <a:gd name="T20" fmla="*/ 11 w 22"/>
                  <a:gd name="T21" fmla="*/ 23 h 36"/>
                  <a:gd name="T22" fmla="*/ 18 w 22"/>
                  <a:gd name="T23" fmla="*/ 13 h 36"/>
                  <a:gd name="T24" fmla="*/ 11 w 22"/>
                  <a:gd name="T25" fmla="*/ 3 h 36"/>
                  <a:gd name="T26" fmla="*/ 4 w 22"/>
                  <a:gd name="T27" fmla="*/ 13 h 36"/>
                  <a:gd name="T28" fmla="*/ 11 w 22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6" y="23"/>
                      <a:pt x="18" y="18"/>
                      <a:pt x="18" y="13"/>
                    </a:cubicBezTo>
                    <a:cubicBezTo>
                      <a:pt x="18" y="6"/>
                      <a:pt x="15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1" name="Freeform 471"/>
              <p:cNvSpPr>
                <a:spLocks noEditPoints="1"/>
              </p:cNvSpPr>
              <p:nvPr userDrawn="1"/>
            </p:nvSpPr>
            <p:spPr bwMode="auto">
              <a:xfrm>
                <a:off x="2628526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2" name="Freeform 472"/>
              <p:cNvSpPr>
                <a:spLocks noEditPoints="1"/>
              </p:cNvSpPr>
              <p:nvPr userDrawn="1"/>
            </p:nvSpPr>
            <p:spPr bwMode="auto">
              <a:xfrm>
                <a:off x="2659401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0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4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0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7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3" name="Freeform 473"/>
              <p:cNvSpPr>
                <a:spLocks noEditPoints="1"/>
              </p:cNvSpPr>
              <p:nvPr userDrawn="1"/>
            </p:nvSpPr>
            <p:spPr bwMode="auto">
              <a:xfrm>
                <a:off x="2731442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3" y="10"/>
                      <a:pt x="17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1" y="33"/>
                    </a:cubicBezTo>
                    <a:cubicBezTo>
                      <a:pt x="17" y="33"/>
                      <a:pt x="18" y="28"/>
                      <a:pt x="18" y="23"/>
                    </a:cubicBezTo>
                    <a:cubicBezTo>
                      <a:pt x="18" y="19"/>
                      <a:pt x="17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4" name="Freeform 474"/>
              <p:cNvSpPr>
                <a:spLocks/>
              </p:cNvSpPr>
              <p:nvPr userDrawn="1"/>
            </p:nvSpPr>
            <p:spPr bwMode="auto">
              <a:xfrm>
                <a:off x="2820207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4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4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5" name="Freeform 475"/>
              <p:cNvSpPr>
                <a:spLocks noEditPoints="1"/>
              </p:cNvSpPr>
              <p:nvPr userDrawn="1"/>
            </p:nvSpPr>
            <p:spPr bwMode="auto">
              <a:xfrm>
                <a:off x="2889676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9 w 22"/>
                  <a:gd name="T3" fmla="*/ 36 h 37"/>
                  <a:gd name="T4" fmla="*/ 19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9 w 22"/>
                  <a:gd name="T13" fmla="*/ 14 h 37"/>
                  <a:gd name="T14" fmla="*/ 19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2 w 22"/>
                  <a:gd name="T21" fmla="*/ 13 h 37"/>
                  <a:gd name="T22" fmla="*/ 4 w 22"/>
                  <a:gd name="T23" fmla="*/ 23 h 37"/>
                  <a:gd name="T24" fmla="*/ 12 w 22"/>
                  <a:gd name="T25" fmla="*/ 33 h 37"/>
                  <a:gd name="T26" fmla="*/ 19 w 22"/>
                  <a:gd name="T27" fmla="*/ 23 h 37"/>
                  <a:gd name="T28" fmla="*/ 12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6" name="Freeform 476"/>
              <p:cNvSpPr>
                <a:spLocks noEditPoints="1"/>
              </p:cNvSpPr>
              <p:nvPr userDrawn="1"/>
            </p:nvSpPr>
            <p:spPr bwMode="auto">
              <a:xfrm>
                <a:off x="2981013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7" name="Freeform 477"/>
              <p:cNvSpPr>
                <a:spLocks/>
              </p:cNvSpPr>
              <p:nvPr userDrawn="1"/>
            </p:nvSpPr>
            <p:spPr bwMode="auto">
              <a:xfrm>
                <a:off x="3010602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10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8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2" y="3"/>
                      <a:pt x="10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5"/>
                      <a:pt x="17" y="19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8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2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8" name="Freeform 478"/>
              <p:cNvSpPr>
                <a:spLocks/>
              </p:cNvSpPr>
              <p:nvPr userDrawn="1"/>
            </p:nvSpPr>
            <p:spPr bwMode="auto">
              <a:xfrm>
                <a:off x="3071065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9" name="Rectangle 479"/>
              <p:cNvSpPr>
                <a:spLocks noChangeArrowheads="1"/>
              </p:cNvSpPr>
              <p:nvPr userDrawn="1"/>
            </p:nvSpPr>
            <p:spPr bwMode="auto">
              <a:xfrm>
                <a:off x="3144393" y="6123096"/>
                <a:ext cx="15437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0" name="Freeform 480"/>
              <p:cNvSpPr>
                <a:spLocks noEditPoints="1"/>
              </p:cNvSpPr>
              <p:nvPr userDrawn="1"/>
            </p:nvSpPr>
            <p:spPr bwMode="auto">
              <a:xfrm>
                <a:off x="3173981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1" name="Freeform 481"/>
              <p:cNvSpPr>
                <a:spLocks/>
              </p:cNvSpPr>
              <p:nvPr userDrawn="1"/>
            </p:nvSpPr>
            <p:spPr bwMode="auto">
              <a:xfrm>
                <a:off x="3256313" y="6153970"/>
                <a:ext cx="48885" cy="83620"/>
              </a:xfrm>
              <a:custGeom>
                <a:avLst/>
                <a:gdLst>
                  <a:gd name="T0" fmla="*/ 14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0 w 16"/>
                  <a:gd name="T15" fmla="*/ 22 h 27"/>
                  <a:gd name="T16" fmla="*/ 7 w 16"/>
                  <a:gd name="T17" fmla="*/ 23 h 27"/>
                  <a:gd name="T18" fmla="*/ 12 w 16"/>
                  <a:gd name="T19" fmla="*/ 19 h 27"/>
                  <a:gd name="T20" fmla="*/ 7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2" y="22"/>
                      <a:pt x="12" y="19"/>
                    </a:cubicBezTo>
                    <a:cubicBezTo>
                      <a:pt x="12" y="17"/>
                      <a:pt x="11" y="16"/>
                      <a:pt x="7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2" name="Freeform 482"/>
              <p:cNvSpPr>
                <a:spLocks noEditPoints="1"/>
              </p:cNvSpPr>
              <p:nvPr userDrawn="1"/>
            </p:nvSpPr>
            <p:spPr bwMode="auto">
              <a:xfrm>
                <a:off x="3314204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3" name="Freeform 483"/>
              <p:cNvSpPr>
                <a:spLocks noEditPoints="1"/>
              </p:cNvSpPr>
              <p:nvPr userDrawn="1"/>
            </p:nvSpPr>
            <p:spPr bwMode="auto">
              <a:xfrm>
                <a:off x="3390104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6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3" y="10"/>
                      <a:pt x="16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6" y="33"/>
                      <a:pt x="11" y="33"/>
                    </a:cubicBezTo>
                    <a:cubicBezTo>
                      <a:pt x="16" y="33"/>
                      <a:pt x="18" y="28"/>
                      <a:pt x="18" y="23"/>
                    </a:cubicBezTo>
                    <a:cubicBezTo>
                      <a:pt x="18" y="19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4" name="Freeform 484"/>
              <p:cNvSpPr>
                <a:spLocks/>
              </p:cNvSpPr>
              <p:nvPr userDrawn="1"/>
            </p:nvSpPr>
            <p:spPr bwMode="auto">
              <a:xfrm>
                <a:off x="3475010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9 w 16"/>
                  <a:gd name="T3" fmla="*/ 22 h 22"/>
                  <a:gd name="T4" fmla="*/ 0 w 16"/>
                  <a:gd name="T5" fmla="*/ 22 h 22"/>
                  <a:gd name="T6" fmla="*/ 7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9" y="22"/>
                    </a:lnTo>
                    <a:lnTo>
                      <a:pt x="0" y="22"/>
                    </a:lnTo>
                    <a:lnTo>
                      <a:pt x="7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3" name="Freeform 486"/>
              <p:cNvSpPr>
                <a:spLocks/>
              </p:cNvSpPr>
              <p:nvPr userDrawn="1"/>
            </p:nvSpPr>
            <p:spPr bwMode="auto">
              <a:xfrm>
                <a:off x="3547051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3 w 14"/>
                  <a:gd name="T21" fmla="*/ 8 h 35"/>
                  <a:gd name="T22" fmla="*/ 13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4" name="Freeform 487"/>
              <p:cNvSpPr>
                <a:spLocks/>
              </p:cNvSpPr>
              <p:nvPr userDrawn="1"/>
            </p:nvSpPr>
            <p:spPr bwMode="auto">
              <a:xfrm>
                <a:off x="3602369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5 w 13"/>
                  <a:gd name="T5" fmla="*/ 13 h 26"/>
                  <a:gd name="T6" fmla="*/ 5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9"/>
                      <a:pt x="5" y="13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5" name="Freeform 488"/>
              <p:cNvSpPr>
                <a:spLocks noEditPoints="1"/>
              </p:cNvSpPr>
              <p:nvPr userDrawn="1"/>
            </p:nvSpPr>
            <p:spPr bwMode="auto">
              <a:xfrm>
                <a:off x="3644821" y="6150112"/>
                <a:ext cx="60464" cy="87478"/>
              </a:xfrm>
              <a:custGeom>
                <a:avLst/>
                <a:gdLst>
                  <a:gd name="T0" fmla="*/ 17 w 20"/>
                  <a:gd name="T1" fmla="*/ 27 h 28"/>
                  <a:gd name="T2" fmla="*/ 17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7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5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8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5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6" name="Freeform 489"/>
              <p:cNvSpPr>
                <a:spLocks/>
              </p:cNvSpPr>
              <p:nvPr userDrawn="1"/>
            </p:nvSpPr>
            <p:spPr bwMode="auto">
              <a:xfrm>
                <a:off x="3723295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2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1 w 21"/>
                  <a:gd name="T13" fmla="*/ 26 h 26"/>
                  <a:gd name="T14" fmla="*/ 1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2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7" name="Freeform 490"/>
              <p:cNvSpPr>
                <a:spLocks/>
              </p:cNvSpPr>
              <p:nvPr userDrawn="1"/>
            </p:nvSpPr>
            <p:spPr bwMode="auto">
              <a:xfrm>
                <a:off x="3801768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8" name="Freeform 491"/>
              <p:cNvSpPr>
                <a:spLocks/>
              </p:cNvSpPr>
              <p:nvPr userDrawn="1"/>
            </p:nvSpPr>
            <p:spPr bwMode="auto">
              <a:xfrm>
                <a:off x="3868663" y="6153970"/>
                <a:ext cx="100343" cy="79760"/>
              </a:xfrm>
              <a:custGeom>
                <a:avLst/>
                <a:gdLst>
                  <a:gd name="T0" fmla="*/ 33 w 33"/>
                  <a:gd name="T1" fmla="*/ 26 h 26"/>
                  <a:gd name="T2" fmla="*/ 29 w 33"/>
                  <a:gd name="T3" fmla="*/ 26 h 26"/>
                  <a:gd name="T4" fmla="*/ 29 w 33"/>
                  <a:gd name="T5" fmla="*/ 9 h 26"/>
                  <a:gd name="T6" fmla="*/ 24 w 33"/>
                  <a:gd name="T7" fmla="*/ 3 h 26"/>
                  <a:gd name="T8" fmla="*/ 18 w 33"/>
                  <a:gd name="T9" fmla="*/ 12 h 26"/>
                  <a:gd name="T10" fmla="*/ 18 w 33"/>
                  <a:gd name="T11" fmla="*/ 26 h 26"/>
                  <a:gd name="T12" fmla="*/ 14 w 33"/>
                  <a:gd name="T13" fmla="*/ 26 h 26"/>
                  <a:gd name="T14" fmla="*/ 14 w 33"/>
                  <a:gd name="T15" fmla="*/ 9 h 26"/>
                  <a:gd name="T16" fmla="*/ 9 w 33"/>
                  <a:gd name="T17" fmla="*/ 3 h 26"/>
                  <a:gd name="T18" fmla="*/ 4 w 33"/>
                  <a:gd name="T19" fmla="*/ 12 h 26"/>
                  <a:gd name="T20" fmla="*/ 4 w 33"/>
                  <a:gd name="T21" fmla="*/ 26 h 26"/>
                  <a:gd name="T22" fmla="*/ 0 w 33"/>
                  <a:gd name="T23" fmla="*/ 26 h 26"/>
                  <a:gd name="T24" fmla="*/ 0 w 33"/>
                  <a:gd name="T25" fmla="*/ 6 h 26"/>
                  <a:gd name="T26" fmla="*/ 0 w 33"/>
                  <a:gd name="T27" fmla="*/ 0 h 26"/>
                  <a:gd name="T28" fmla="*/ 4 w 33"/>
                  <a:gd name="T29" fmla="*/ 0 h 26"/>
                  <a:gd name="T30" fmla="*/ 4 w 33"/>
                  <a:gd name="T31" fmla="*/ 4 h 26"/>
                  <a:gd name="T32" fmla="*/ 11 w 33"/>
                  <a:gd name="T33" fmla="*/ 0 h 26"/>
                  <a:gd name="T34" fmla="*/ 17 w 33"/>
                  <a:gd name="T35" fmla="*/ 5 h 26"/>
                  <a:gd name="T36" fmla="*/ 25 w 33"/>
                  <a:gd name="T37" fmla="*/ 0 h 26"/>
                  <a:gd name="T38" fmla="*/ 33 w 33"/>
                  <a:gd name="T39" fmla="*/ 8 h 26"/>
                  <a:gd name="T40" fmla="*/ 33 w 33"/>
                  <a:gd name="T4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6">
                    <a:moveTo>
                      <a:pt x="33" y="26"/>
                    </a:move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5"/>
                      <a:pt x="27" y="3"/>
                      <a:pt x="24" y="3"/>
                    </a:cubicBezTo>
                    <a:cubicBezTo>
                      <a:pt x="19" y="3"/>
                      <a:pt x="18" y="8"/>
                      <a:pt x="18" y="12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5"/>
                      <a:pt x="13" y="3"/>
                      <a:pt x="9" y="3"/>
                    </a:cubicBezTo>
                    <a:cubicBezTo>
                      <a:pt x="5" y="3"/>
                      <a:pt x="4" y="8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9" name="Freeform 492"/>
              <p:cNvSpPr>
                <a:spLocks noEditPoints="1"/>
              </p:cNvSpPr>
              <p:nvPr userDrawn="1"/>
            </p:nvSpPr>
            <p:spPr bwMode="auto">
              <a:xfrm>
                <a:off x="3989589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0" name="Freeform 493"/>
              <p:cNvSpPr>
                <a:spLocks/>
              </p:cNvSpPr>
              <p:nvPr userDrawn="1"/>
            </p:nvSpPr>
            <p:spPr bwMode="auto">
              <a:xfrm>
                <a:off x="4017891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8 w 15"/>
                  <a:gd name="T17" fmla="*/ 0 h 35"/>
                  <a:gd name="T18" fmla="*/ 8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1" name="Freeform 494"/>
              <p:cNvSpPr>
                <a:spLocks/>
              </p:cNvSpPr>
              <p:nvPr userDrawn="1"/>
            </p:nvSpPr>
            <p:spPr bwMode="auto">
              <a:xfrm>
                <a:off x="4069349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2" name="Freeform 495"/>
              <p:cNvSpPr>
                <a:spLocks noEditPoints="1"/>
              </p:cNvSpPr>
              <p:nvPr userDrawn="1"/>
            </p:nvSpPr>
            <p:spPr bwMode="auto">
              <a:xfrm>
                <a:off x="4120807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3" name="Freeform 496"/>
              <p:cNvSpPr>
                <a:spLocks noEditPoints="1"/>
              </p:cNvSpPr>
              <p:nvPr userDrawn="1"/>
            </p:nvSpPr>
            <p:spPr bwMode="auto">
              <a:xfrm>
                <a:off x="4192848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9 w 22"/>
                  <a:gd name="T3" fmla="*/ 36 h 37"/>
                  <a:gd name="T4" fmla="*/ 19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9 w 22"/>
                  <a:gd name="T13" fmla="*/ 14 h 37"/>
                  <a:gd name="T14" fmla="*/ 19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2 w 22"/>
                  <a:gd name="T21" fmla="*/ 13 h 37"/>
                  <a:gd name="T22" fmla="*/ 4 w 22"/>
                  <a:gd name="T23" fmla="*/ 23 h 37"/>
                  <a:gd name="T24" fmla="*/ 12 w 22"/>
                  <a:gd name="T25" fmla="*/ 33 h 37"/>
                  <a:gd name="T26" fmla="*/ 19 w 22"/>
                  <a:gd name="T27" fmla="*/ 23 h 37"/>
                  <a:gd name="T28" fmla="*/ 12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4" name="Freeform 497"/>
              <p:cNvSpPr>
                <a:spLocks noEditPoints="1"/>
              </p:cNvSpPr>
              <p:nvPr userDrawn="1"/>
            </p:nvSpPr>
            <p:spPr bwMode="auto">
              <a:xfrm>
                <a:off x="4322780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5" name="Freeform 498"/>
              <p:cNvSpPr>
                <a:spLocks/>
              </p:cNvSpPr>
              <p:nvPr userDrawn="1"/>
            </p:nvSpPr>
            <p:spPr bwMode="auto">
              <a:xfrm>
                <a:off x="4356228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6" name="Freeform 499"/>
              <p:cNvSpPr>
                <a:spLocks/>
              </p:cNvSpPr>
              <p:nvPr userDrawn="1"/>
            </p:nvSpPr>
            <p:spPr bwMode="auto">
              <a:xfrm>
                <a:off x="4469435" y="6153970"/>
                <a:ext cx="108062" cy="79760"/>
              </a:xfrm>
              <a:custGeom>
                <a:avLst/>
                <a:gdLst>
                  <a:gd name="T0" fmla="*/ 84 w 84"/>
                  <a:gd name="T1" fmla="*/ 0 h 62"/>
                  <a:gd name="T2" fmla="*/ 66 w 84"/>
                  <a:gd name="T3" fmla="*/ 62 h 62"/>
                  <a:gd name="T4" fmla="*/ 56 w 84"/>
                  <a:gd name="T5" fmla="*/ 62 h 62"/>
                  <a:gd name="T6" fmla="*/ 42 w 84"/>
                  <a:gd name="T7" fmla="*/ 12 h 62"/>
                  <a:gd name="T8" fmla="*/ 28 w 84"/>
                  <a:gd name="T9" fmla="*/ 62 h 62"/>
                  <a:gd name="T10" fmla="*/ 16 w 84"/>
                  <a:gd name="T11" fmla="*/ 62 h 62"/>
                  <a:gd name="T12" fmla="*/ 0 w 84"/>
                  <a:gd name="T13" fmla="*/ 0 h 62"/>
                  <a:gd name="T14" fmla="*/ 9 w 84"/>
                  <a:gd name="T15" fmla="*/ 0 h 62"/>
                  <a:gd name="T16" fmla="*/ 23 w 84"/>
                  <a:gd name="T17" fmla="*/ 53 h 62"/>
                  <a:gd name="T18" fmla="*/ 37 w 84"/>
                  <a:gd name="T19" fmla="*/ 0 h 62"/>
                  <a:gd name="T20" fmla="*/ 47 w 84"/>
                  <a:gd name="T21" fmla="*/ 0 h 62"/>
                  <a:gd name="T22" fmla="*/ 61 w 84"/>
                  <a:gd name="T23" fmla="*/ 53 h 62"/>
                  <a:gd name="T24" fmla="*/ 75 w 84"/>
                  <a:gd name="T25" fmla="*/ 0 h 62"/>
                  <a:gd name="T26" fmla="*/ 84 w 84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62">
                    <a:moveTo>
                      <a:pt x="84" y="0"/>
                    </a:moveTo>
                    <a:lnTo>
                      <a:pt x="66" y="62"/>
                    </a:lnTo>
                    <a:lnTo>
                      <a:pt x="56" y="62"/>
                    </a:lnTo>
                    <a:lnTo>
                      <a:pt x="42" y="12"/>
                    </a:lnTo>
                    <a:lnTo>
                      <a:pt x="28" y="62"/>
                    </a:lnTo>
                    <a:lnTo>
                      <a:pt x="16" y="6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3" y="53"/>
                    </a:lnTo>
                    <a:lnTo>
                      <a:pt x="37" y="0"/>
                    </a:lnTo>
                    <a:lnTo>
                      <a:pt x="47" y="0"/>
                    </a:lnTo>
                    <a:lnTo>
                      <a:pt x="61" y="53"/>
                    </a:lnTo>
                    <a:lnTo>
                      <a:pt x="75" y="0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7" name="Freeform 500"/>
              <p:cNvSpPr>
                <a:spLocks/>
              </p:cNvSpPr>
              <p:nvPr userDrawn="1"/>
            </p:nvSpPr>
            <p:spPr bwMode="auto">
              <a:xfrm>
                <a:off x="4592935" y="6123096"/>
                <a:ext cx="60464" cy="110635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1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5 h 36"/>
                  <a:gd name="T20" fmla="*/ 11 w 20"/>
                  <a:gd name="T21" fmla="*/ 10 h 36"/>
                  <a:gd name="T22" fmla="*/ 20 w 20"/>
                  <a:gd name="T23" fmla="*/ 21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1" y="10"/>
                    </a:cubicBezTo>
                    <a:cubicBezTo>
                      <a:pt x="18" y="10"/>
                      <a:pt x="20" y="14"/>
                      <a:pt x="20" y="21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8" name="Freeform 501"/>
              <p:cNvSpPr>
                <a:spLocks noEditPoints="1"/>
              </p:cNvSpPr>
              <p:nvPr userDrawn="1"/>
            </p:nvSpPr>
            <p:spPr bwMode="auto">
              <a:xfrm>
                <a:off x="4668835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9" name="Rectangle 502"/>
              <p:cNvSpPr>
                <a:spLocks noChangeArrowheads="1"/>
              </p:cNvSpPr>
              <p:nvPr userDrawn="1"/>
            </p:nvSpPr>
            <p:spPr bwMode="auto">
              <a:xfrm>
                <a:off x="4756313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0" name="Freeform 503"/>
              <p:cNvSpPr>
                <a:spLocks noEditPoints="1"/>
              </p:cNvSpPr>
              <p:nvPr userDrawn="1"/>
            </p:nvSpPr>
            <p:spPr bwMode="auto">
              <a:xfrm>
                <a:off x="4784615" y="6150112"/>
                <a:ext cx="65609" cy="87478"/>
              </a:xfrm>
              <a:custGeom>
                <a:avLst/>
                <a:gdLst>
                  <a:gd name="T0" fmla="*/ 13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3 w 22"/>
                  <a:gd name="T19" fmla="*/ 24 h 28"/>
                  <a:gd name="T20" fmla="*/ 18 w 22"/>
                  <a:gd name="T21" fmla="*/ 12 h 28"/>
                  <a:gd name="T22" fmla="*/ 12 w 22"/>
                  <a:gd name="T23" fmla="*/ 4 h 28"/>
                  <a:gd name="T24" fmla="*/ 5 w 22"/>
                  <a:gd name="T25" fmla="*/ 12 h 28"/>
                  <a:gd name="T26" fmla="*/ 18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3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8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3" y="24"/>
                    </a:cubicBezTo>
                    <a:close/>
                    <a:moveTo>
                      <a:pt x="18" y="12"/>
                    </a:moveTo>
                    <a:cubicBezTo>
                      <a:pt x="18" y="8"/>
                      <a:pt x="15" y="4"/>
                      <a:pt x="12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8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1" name="Freeform 504"/>
              <p:cNvSpPr>
                <a:spLocks noEditPoints="1"/>
              </p:cNvSpPr>
              <p:nvPr userDrawn="1"/>
            </p:nvSpPr>
            <p:spPr bwMode="auto">
              <a:xfrm>
                <a:off x="4896537" y="6153970"/>
                <a:ext cx="72041" cy="83620"/>
              </a:xfrm>
              <a:custGeom>
                <a:avLst/>
                <a:gdLst>
                  <a:gd name="T0" fmla="*/ 12 w 24"/>
                  <a:gd name="T1" fmla="*/ 0 h 27"/>
                  <a:gd name="T2" fmla="*/ 24 w 24"/>
                  <a:gd name="T3" fmla="*/ 13 h 27"/>
                  <a:gd name="T4" fmla="*/ 12 w 24"/>
                  <a:gd name="T5" fmla="*/ 27 h 27"/>
                  <a:gd name="T6" fmla="*/ 0 w 24"/>
                  <a:gd name="T7" fmla="*/ 13 h 27"/>
                  <a:gd name="T8" fmla="*/ 12 w 24"/>
                  <a:gd name="T9" fmla="*/ 0 h 27"/>
                  <a:gd name="T10" fmla="*/ 12 w 24"/>
                  <a:gd name="T11" fmla="*/ 3 h 27"/>
                  <a:gd name="T12" fmla="*/ 5 w 24"/>
                  <a:gd name="T13" fmla="*/ 13 h 27"/>
                  <a:gd name="T14" fmla="*/ 12 w 24"/>
                  <a:gd name="T15" fmla="*/ 23 h 27"/>
                  <a:gd name="T16" fmla="*/ 19 w 24"/>
                  <a:gd name="T17" fmla="*/ 13 h 27"/>
                  <a:gd name="T18" fmla="*/ 12 w 24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7">
                    <a:moveTo>
                      <a:pt x="12" y="0"/>
                    </a:moveTo>
                    <a:cubicBezTo>
                      <a:pt x="20" y="0"/>
                      <a:pt x="24" y="6"/>
                      <a:pt x="24" y="13"/>
                    </a:cubicBezTo>
                    <a:cubicBezTo>
                      <a:pt x="24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5" y="8"/>
                      <a:pt x="5" y="13"/>
                    </a:cubicBezTo>
                    <a:cubicBezTo>
                      <a:pt x="5" y="18"/>
                      <a:pt x="6" y="23"/>
                      <a:pt x="12" y="23"/>
                    </a:cubicBezTo>
                    <a:cubicBezTo>
                      <a:pt x="18" y="23"/>
                      <a:pt x="19" y="18"/>
                      <a:pt x="19" y="13"/>
                    </a:cubicBezTo>
                    <a:cubicBezTo>
                      <a:pt x="19" y="8"/>
                      <a:pt x="18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2" name="Freeform 505"/>
              <p:cNvSpPr>
                <a:spLocks/>
              </p:cNvSpPr>
              <p:nvPr userDrawn="1"/>
            </p:nvSpPr>
            <p:spPr bwMode="auto">
              <a:xfrm>
                <a:off x="4981442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3" name="Freeform 506"/>
              <p:cNvSpPr>
                <a:spLocks noEditPoints="1"/>
              </p:cNvSpPr>
              <p:nvPr userDrawn="1"/>
            </p:nvSpPr>
            <p:spPr bwMode="auto">
              <a:xfrm>
                <a:off x="5075353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4" name="Freeform 507"/>
              <p:cNvSpPr>
                <a:spLocks/>
              </p:cNvSpPr>
              <p:nvPr userDrawn="1"/>
            </p:nvSpPr>
            <p:spPr bwMode="auto">
              <a:xfrm>
                <a:off x="5108800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5" name="Freeform 508"/>
              <p:cNvSpPr>
                <a:spLocks noEditPoints="1"/>
              </p:cNvSpPr>
              <p:nvPr userDrawn="1"/>
            </p:nvSpPr>
            <p:spPr bwMode="auto">
              <a:xfrm>
                <a:off x="5227154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6" name="Freeform 509"/>
              <p:cNvSpPr>
                <a:spLocks noEditPoints="1"/>
              </p:cNvSpPr>
              <p:nvPr userDrawn="1"/>
            </p:nvSpPr>
            <p:spPr bwMode="auto">
              <a:xfrm>
                <a:off x="5305627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8 w 20"/>
                  <a:gd name="T5" fmla="*/ 28 h 28"/>
                  <a:gd name="T6" fmla="*/ 0 w 20"/>
                  <a:gd name="T7" fmla="*/ 20 h 28"/>
                  <a:gd name="T8" fmla="*/ 14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0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1" y="28"/>
                      <a:pt x="8" y="28"/>
                    </a:cubicBezTo>
                    <a:cubicBezTo>
                      <a:pt x="3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0" y="4"/>
                    </a:cubicBezTo>
                    <a:cubicBezTo>
                      <a:pt x="8" y="4"/>
                      <a:pt x="5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7" name="Freeform 510"/>
              <p:cNvSpPr>
                <a:spLocks/>
              </p:cNvSpPr>
              <p:nvPr userDrawn="1"/>
            </p:nvSpPr>
            <p:spPr bwMode="auto">
              <a:xfrm>
                <a:off x="5384100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8" name="Freeform 511"/>
              <p:cNvSpPr>
                <a:spLocks/>
              </p:cNvSpPr>
              <p:nvPr userDrawn="1"/>
            </p:nvSpPr>
            <p:spPr bwMode="auto">
              <a:xfrm>
                <a:off x="5430413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9" name="Freeform 512"/>
              <p:cNvSpPr>
                <a:spLocks/>
              </p:cNvSpPr>
              <p:nvPr userDrawn="1"/>
            </p:nvSpPr>
            <p:spPr bwMode="auto">
              <a:xfrm>
                <a:off x="5484444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5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5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0" name="Freeform 513"/>
              <p:cNvSpPr>
                <a:spLocks/>
              </p:cNvSpPr>
              <p:nvPr userDrawn="1"/>
            </p:nvSpPr>
            <p:spPr bwMode="auto">
              <a:xfrm>
                <a:off x="5551339" y="6153970"/>
                <a:ext cx="111921" cy="79760"/>
              </a:xfrm>
              <a:custGeom>
                <a:avLst/>
                <a:gdLst>
                  <a:gd name="T0" fmla="*/ 87 w 87"/>
                  <a:gd name="T1" fmla="*/ 0 h 62"/>
                  <a:gd name="T2" fmla="*/ 68 w 87"/>
                  <a:gd name="T3" fmla="*/ 62 h 62"/>
                  <a:gd name="T4" fmla="*/ 59 w 87"/>
                  <a:gd name="T5" fmla="*/ 62 h 62"/>
                  <a:gd name="T6" fmla="*/ 45 w 87"/>
                  <a:gd name="T7" fmla="*/ 12 h 62"/>
                  <a:gd name="T8" fmla="*/ 30 w 87"/>
                  <a:gd name="T9" fmla="*/ 62 h 62"/>
                  <a:gd name="T10" fmla="*/ 19 w 87"/>
                  <a:gd name="T11" fmla="*/ 62 h 62"/>
                  <a:gd name="T12" fmla="*/ 0 w 87"/>
                  <a:gd name="T13" fmla="*/ 0 h 62"/>
                  <a:gd name="T14" fmla="*/ 12 w 87"/>
                  <a:gd name="T15" fmla="*/ 0 h 62"/>
                  <a:gd name="T16" fmla="*/ 26 w 87"/>
                  <a:gd name="T17" fmla="*/ 53 h 62"/>
                  <a:gd name="T18" fmla="*/ 40 w 87"/>
                  <a:gd name="T19" fmla="*/ 0 h 62"/>
                  <a:gd name="T20" fmla="*/ 49 w 87"/>
                  <a:gd name="T21" fmla="*/ 0 h 62"/>
                  <a:gd name="T22" fmla="*/ 63 w 87"/>
                  <a:gd name="T23" fmla="*/ 53 h 62"/>
                  <a:gd name="T24" fmla="*/ 78 w 87"/>
                  <a:gd name="T25" fmla="*/ 0 h 62"/>
                  <a:gd name="T26" fmla="*/ 87 w 87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62">
                    <a:moveTo>
                      <a:pt x="87" y="0"/>
                    </a:moveTo>
                    <a:lnTo>
                      <a:pt x="68" y="62"/>
                    </a:lnTo>
                    <a:lnTo>
                      <a:pt x="59" y="62"/>
                    </a:lnTo>
                    <a:lnTo>
                      <a:pt x="45" y="12"/>
                    </a:lnTo>
                    <a:lnTo>
                      <a:pt x="30" y="62"/>
                    </a:lnTo>
                    <a:lnTo>
                      <a:pt x="19" y="6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6" y="53"/>
                    </a:lnTo>
                    <a:lnTo>
                      <a:pt x="40" y="0"/>
                    </a:lnTo>
                    <a:lnTo>
                      <a:pt x="49" y="0"/>
                    </a:lnTo>
                    <a:lnTo>
                      <a:pt x="63" y="53"/>
                    </a:lnTo>
                    <a:lnTo>
                      <a:pt x="78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1" name="Freeform 514"/>
              <p:cNvSpPr>
                <a:spLocks noEditPoints="1"/>
              </p:cNvSpPr>
              <p:nvPr userDrawn="1"/>
            </p:nvSpPr>
            <p:spPr bwMode="auto">
              <a:xfrm>
                <a:off x="5678698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Freeform 515"/>
              <p:cNvSpPr>
                <a:spLocks/>
              </p:cNvSpPr>
              <p:nvPr userDrawn="1"/>
            </p:nvSpPr>
            <p:spPr bwMode="auto">
              <a:xfrm>
                <a:off x="5705713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7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5 w 15"/>
                  <a:gd name="T13" fmla="*/ 8 h 35"/>
                  <a:gd name="T14" fmla="*/ 5 w 15"/>
                  <a:gd name="T15" fmla="*/ 1 h 35"/>
                  <a:gd name="T16" fmla="*/ 9 w 15"/>
                  <a:gd name="T17" fmla="*/ 0 h 35"/>
                  <a:gd name="T18" fmla="*/ 9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1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7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0"/>
                      <a:pt x="10" y="31"/>
                      <a:pt x="12" y="31"/>
                    </a:cubicBezTo>
                    <a:cubicBezTo>
                      <a:pt x="13" y="31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Freeform 516"/>
              <p:cNvSpPr>
                <a:spLocks/>
              </p:cNvSpPr>
              <p:nvPr userDrawn="1"/>
            </p:nvSpPr>
            <p:spPr bwMode="auto">
              <a:xfrm>
                <a:off x="5766176" y="6123096"/>
                <a:ext cx="64322" cy="110635"/>
              </a:xfrm>
              <a:custGeom>
                <a:avLst/>
                <a:gdLst>
                  <a:gd name="T0" fmla="*/ 21 w 21"/>
                  <a:gd name="T1" fmla="*/ 36 h 36"/>
                  <a:gd name="T2" fmla="*/ 16 w 21"/>
                  <a:gd name="T3" fmla="*/ 36 h 36"/>
                  <a:gd name="T4" fmla="*/ 16 w 21"/>
                  <a:gd name="T5" fmla="*/ 21 h 36"/>
                  <a:gd name="T6" fmla="*/ 11 w 21"/>
                  <a:gd name="T7" fmla="*/ 13 h 36"/>
                  <a:gd name="T8" fmla="*/ 4 w 21"/>
                  <a:gd name="T9" fmla="*/ 22 h 36"/>
                  <a:gd name="T10" fmla="*/ 4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4 w 21"/>
                  <a:gd name="T17" fmla="*/ 0 h 36"/>
                  <a:gd name="T18" fmla="*/ 4 w 21"/>
                  <a:gd name="T19" fmla="*/ 15 h 36"/>
                  <a:gd name="T20" fmla="*/ 12 w 21"/>
                  <a:gd name="T21" fmla="*/ 10 h 36"/>
                  <a:gd name="T22" fmla="*/ 21 w 21"/>
                  <a:gd name="T23" fmla="*/ 21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2" y="10"/>
                    </a:cubicBezTo>
                    <a:cubicBezTo>
                      <a:pt x="18" y="10"/>
                      <a:pt x="21" y="14"/>
                      <a:pt x="21" y="21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Freeform 517"/>
              <p:cNvSpPr>
                <a:spLocks noEditPoints="1"/>
              </p:cNvSpPr>
              <p:nvPr userDrawn="1"/>
            </p:nvSpPr>
            <p:spPr bwMode="auto">
              <a:xfrm>
                <a:off x="5842076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Freeform 518"/>
              <p:cNvSpPr>
                <a:spLocks/>
              </p:cNvSpPr>
              <p:nvPr userDrawn="1"/>
            </p:nvSpPr>
            <p:spPr bwMode="auto">
              <a:xfrm>
                <a:off x="5926982" y="6153970"/>
                <a:ext cx="63036" cy="83620"/>
              </a:xfrm>
              <a:custGeom>
                <a:avLst/>
                <a:gdLst>
                  <a:gd name="T0" fmla="*/ 17 w 21"/>
                  <a:gd name="T1" fmla="*/ 26 h 27"/>
                  <a:gd name="T2" fmla="*/ 17 w 21"/>
                  <a:gd name="T3" fmla="*/ 22 h 27"/>
                  <a:gd name="T4" fmla="*/ 9 w 21"/>
                  <a:gd name="T5" fmla="*/ 27 h 27"/>
                  <a:gd name="T6" fmla="*/ 0 w 21"/>
                  <a:gd name="T7" fmla="*/ 17 h 27"/>
                  <a:gd name="T8" fmla="*/ 0 w 21"/>
                  <a:gd name="T9" fmla="*/ 0 h 27"/>
                  <a:gd name="T10" fmla="*/ 4 w 21"/>
                  <a:gd name="T11" fmla="*/ 0 h 27"/>
                  <a:gd name="T12" fmla="*/ 4 w 21"/>
                  <a:gd name="T13" fmla="*/ 16 h 27"/>
                  <a:gd name="T14" fmla="*/ 9 w 21"/>
                  <a:gd name="T15" fmla="*/ 23 h 27"/>
                  <a:gd name="T16" fmla="*/ 16 w 21"/>
                  <a:gd name="T17" fmla="*/ 15 h 27"/>
                  <a:gd name="T18" fmla="*/ 16 w 21"/>
                  <a:gd name="T19" fmla="*/ 0 h 27"/>
                  <a:gd name="T20" fmla="*/ 20 w 21"/>
                  <a:gd name="T21" fmla="*/ 0 h 27"/>
                  <a:gd name="T22" fmla="*/ 20 w 21"/>
                  <a:gd name="T23" fmla="*/ 20 h 27"/>
                  <a:gd name="T24" fmla="*/ 21 w 21"/>
                  <a:gd name="T25" fmla="*/ 26 h 27"/>
                  <a:gd name="T26" fmla="*/ 17 w 21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Freeform 519"/>
              <p:cNvSpPr>
                <a:spLocks/>
              </p:cNvSpPr>
              <p:nvPr userDrawn="1"/>
            </p:nvSpPr>
            <p:spPr bwMode="auto">
              <a:xfrm>
                <a:off x="6002883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Freeform 520"/>
              <p:cNvSpPr>
                <a:spLocks/>
              </p:cNvSpPr>
              <p:nvPr userDrawn="1"/>
            </p:nvSpPr>
            <p:spPr bwMode="auto">
              <a:xfrm>
                <a:off x="6090362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Freeform 521"/>
              <p:cNvSpPr>
                <a:spLocks/>
              </p:cNvSpPr>
              <p:nvPr userDrawn="1"/>
            </p:nvSpPr>
            <p:spPr bwMode="auto">
              <a:xfrm>
                <a:off x="6148252" y="6123096"/>
                <a:ext cx="63036" cy="110635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1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5 h 36"/>
                  <a:gd name="T20" fmla="*/ 12 w 21"/>
                  <a:gd name="T21" fmla="*/ 10 h 36"/>
                  <a:gd name="T22" fmla="*/ 21 w 21"/>
                  <a:gd name="T23" fmla="*/ 21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8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6" y="11"/>
                      <a:pt x="9" y="10"/>
                      <a:pt x="12" y="10"/>
                    </a:cubicBezTo>
                    <a:cubicBezTo>
                      <a:pt x="18" y="10"/>
                      <a:pt x="21" y="14"/>
                      <a:pt x="21" y="21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Freeform 522"/>
              <p:cNvSpPr>
                <a:spLocks noEditPoints="1"/>
              </p:cNvSpPr>
              <p:nvPr userDrawn="1"/>
            </p:nvSpPr>
            <p:spPr bwMode="auto">
              <a:xfrm>
                <a:off x="6226725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Freeform 523"/>
              <p:cNvSpPr>
                <a:spLocks noEditPoints="1"/>
              </p:cNvSpPr>
              <p:nvPr userDrawn="1"/>
            </p:nvSpPr>
            <p:spPr bwMode="auto">
              <a:xfrm>
                <a:off x="6338647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Freeform 524"/>
              <p:cNvSpPr>
                <a:spLocks/>
              </p:cNvSpPr>
              <p:nvPr userDrawn="1"/>
            </p:nvSpPr>
            <p:spPr bwMode="auto">
              <a:xfrm>
                <a:off x="6409401" y="6153970"/>
                <a:ext cx="72041" cy="79760"/>
              </a:xfrm>
              <a:custGeom>
                <a:avLst/>
                <a:gdLst>
                  <a:gd name="T0" fmla="*/ 23 w 56"/>
                  <a:gd name="T1" fmla="*/ 31 h 62"/>
                  <a:gd name="T2" fmla="*/ 2 w 56"/>
                  <a:gd name="T3" fmla="*/ 0 h 62"/>
                  <a:gd name="T4" fmla="*/ 14 w 56"/>
                  <a:gd name="T5" fmla="*/ 0 h 62"/>
                  <a:gd name="T6" fmla="*/ 28 w 56"/>
                  <a:gd name="T7" fmla="*/ 21 h 62"/>
                  <a:gd name="T8" fmla="*/ 42 w 56"/>
                  <a:gd name="T9" fmla="*/ 0 h 62"/>
                  <a:gd name="T10" fmla="*/ 54 w 56"/>
                  <a:gd name="T11" fmla="*/ 0 h 62"/>
                  <a:gd name="T12" fmla="*/ 33 w 56"/>
                  <a:gd name="T13" fmla="*/ 31 h 62"/>
                  <a:gd name="T14" fmla="*/ 56 w 56"/>
                  <a:gd name="T15" fmla="*/ 62 h 62"/>
                  <a:gd name="T16" fmla="*/ 44 w 56"/>
                  <a:gd name="T17" fmla="*/ 62 h 62"/>
                  <a:gd name="T18" fmla="*/ 28 w 56"/>
                  <a:gd name="T19" fmla="*/ 38 h 62"/>
                  <a:gd name="T20" fmla="*/ 11 w 56"/>
                  <a:gd name="T21" fmla="*/ 62 h 62"/>
                  <a:gd name="T22" fmla="*/ 0 w 56"/>
                  <a:gd name="T23" fmla="*/ 62 h 62"/>
                  <a:gd name="T24" fmla="*/ 23 w 56"/>
                  <a:gd name="T25" fmla="*/ 3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62">
                    <a:moveTo>
                      <a:pt x="23" y="31"/>
                    </a:moveTo>
                    <a:lnTo>
                      <a:pt x="2" y="0"/>
                    </a:lnTo>
                    <a:lnTo>
                      <a:pt x="14" y="0"/>
                    </a:lnTo>
                    <a:lnTo>
                      <a:pt x="28" y="21"/>
                    </a:lnTo>
                    <a:lnTo>
                      <a:pt x="42" y="0"/>
                    </a:lnTo>
                    <a:lnTo>
                      <a:pt x="54" y="0"/>
                    </a:lnTo>
                    <a:lnTo>
                      <a:pt x="33" y="31"/>
                    </a:lnTo>
                    <a:lnTo>
                      <a:pt x="56" y="62"/>
                    </a:lnTo>
                    <a:lnTo>
                      <a:pt x="44" y="62"/>
                    </a:lnTo>
                    <a:lnTo>
                      <a:pt x="28" y="38"/>
                    </a:lnTo>
                    <a:lnTo>
                      <a:pt x="11" y="62"/>
                    </a:lnTo>
                    <a:lnTo>
                      <a:pt x="0" y="62"/>
                    </a:lnTo>
                    <a:lnTo>
                      <a:pt x="23" y="3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Freeform 525"/>
              <p:cNvSpPr>
                <a:spLocks noEditPoints="1"/>
              </p:cNvSpPr>
              <p:nvPr userDrawn="1"/>
            </p:nvSpPr>
            <p:spPr bwMode="auto">
              <a:xfrm>
                <a:off x="6490448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3" name="Freeform 526"/>
              <p:cNvSpPr>
                <a:spLocks/>
              </p:cNvSpPr>
              <p:nvPr userDrawn="1"/>
            </p:nvSpPr>
            <p:spPr bwMode="auto">
              <a:xfrm>
                <a:off x="6575353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4" name="Freeform 527"/>
              <p:cNvSpPr>
                <a:spLocks noEditPoints="1"/>
              </p:cNvSpPr>
              <p:nvPr userDrawn="1"/>
            </p:nvSpPr>
            <p:spPr bwMode="auto">
              <a:xfrm>
                <a:off x="6617806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8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5" name="Freeform 528"/>
              <p:cNvSpPr>
                <a:spLocks/>
              </p:cNvSpPr>
              <p:nvPr userDrawn="1"/>
            </p:nvSpPr>
            <p:spPr bwMode="auto">
              <a:xfrm>
                <a:off x="6696280" y="6153970"/>
                <a:ext cx="48885" cy="83620"/>
              </a:xfrm>
              <a:custGeom>
                <a:avLst/>
                <a:gdLst>
                  <a:gd name="T0" fmla="*/ 14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0 w 16"/>
                  <a:gd name="T15" fmla="*/ 22 h 27"/>
                  <a:gd name="T16" fmla="*/ 7 w 16"/>
                  <a:gd name="T17" fmla="*/ 23 h 27"/>
                  <a:gd name="T18" fmla="*/ 12 w 16"/>
                  <a:gd name="T19" fmla="*/ 19 h 27"/>
                  <a:gd name="T20" fmla="*/ 7 w 16"/>
                  <a:gd name="T21" fmla="*/ 14 h 27"/>
                  <a:gd name="T22" fmla="*/ 0 w 16"/>
                  <a:gd name="T23" fmla="*/ 7 h 27"/>
                  <a:gd name="T24" fmla="*/ 8 w 16"/>
                  <a:gd name="T25" fmla="*/ 0 h 27"/>
                  <a:gd name="T26" fmla="*/ 15 w 16"/>
                  <a:gd name="T27" fmla="*/ 1 h 27"/>
                  <a:gd name="T28" fmla="*/ 14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5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4" y="23"/>
                      <a:pt x="7" y="23"/>
                    </a:cubicBezTo>
                    <a:cubicBezTo>
                      <a:pt x="10" y="23"/>
                      <a:pt x="12" y="22"/>
                      <a:pt x="12" y="19"/>
                    </a:cubicBezTo>
                    <a:cubicBezTo>
                      <a:pt x="12" y="17"/>
                      <a:pt x="11" y="16"/>
                      <a:pt x="7" y="14"/>
                    </a:cubicBezTo>
                    <a:cubicBezTo>
                      <a:pt x="2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6" name="Freeform 529"/>
              <p:cNvSpPr>
                <a:spLocks/>
              </p:cNvSpPr>
              <p:nvPr userDrawn="1"/>
            </p:nvSpPr>
            <p:spPr bwMode="auto">
              <a:xfrm>
                <a:off x="6758029" y="6153970"/>
                <a:ext cx="47599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7" name="Freeform 530"/>
              <p:cNvSpPr>
                <a:spLocks/>
              </p:cNvSpPr>
              <p:nvPr userDrawn="1"/>
            </p:nvSpPr>
            <p:spPr bwMode="auto">
              <a:xfrm>
                <a:off x="6854512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8" name="Freeform 531"/>
              <p:cNvSpPr>
                <a:spLocks noEditPoints="1"/>
              </p:cNvSpPr>
              <p:nvPr userDrawn="1"/>
            </p:nvSpPr>
            <p:spPr bwMode="auto">
              <a:xfrm>
                <a:off x="6918835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5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5" y="8"/>
                      <a:pt x="5" y="13"/>
                    </a:cubicBezTo>
                    <a:cubicBezTo>
                      <a:pt x="5" y="18"/>
                      <a:pt x="6" y="23"/>
                      <a:pt x="12" y="23"/>
                    </a:cubicBezTo>
                    <a:cubicBezTo>
                      <a:pt x="18" y="23"/>
                      <a:pt x="19" y="18"/>
                      <a:pt x="19" y="13"/>
                    </a:cubicBezTo>
                    <a:cubicBezTo>
                      <a:pt x="19" y="8"/>
                      <a:pt x="18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9" name="Freeform 532"/>
              <p:cNvSpPr>
                <a:spLocks/>
              </p:cNvSpPr>
              <p:nvPr userDrawn="1"/>
            </p:nvSpPr>
            <p:spPr bwMode="auto">
              <a:xfrm>
                <a:off x="7002455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0" name="Freeform 533"/>
              <p:cNvSpPr>
                <a:spLocks/>
              </p:cNvSpPr>
              <p:nvPr userDrawn="1"/>
            </p:nvSpPr>
            <p:spPr bwMode="auto">
              <a:xfrm>
                <a:off x="7082214" y="6153970"/>
                <a:ext cx="47599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4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1" name="Freeform 534"/>
              <p:cNvSpPr>
                <a:spLocks noEditPoints="1"/>
              </p:cNvSpPr>
              <p:nvPr userDrawn="1"/>
            </p:nvSpPr>
            <p:spPr bwMode="auto">
              <a:xfrm>
                <a:off x="7142677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2" name="Freeform 535"/>
              <p:cNvSpPr>
                <a:spLocks/>
              </p:cNvSpPr>
              <p:nvPr userDrawn="1"/>
            </p:nvSpPr>
            <p:spPr bwMode="auto">
              <a:xfrm>
                <a:off x="7221151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3" name="Freeform 536"/>
              <p:cNvSpPr>
                <a:spLocks/>
              </p:cNvSpPr>
              <p:nvPr userDrawn="1"/>
            </p:nvSpPr>
            <p:spPr bwMode="auto">
              <a:xfrm>
                <a:off x="7297051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4" name="Freeform 537"/>
              <p:cNvSpPr>
                <a:spLocks noEditPoints="1"/>
              </p:cNvSpPr>
              <p:nvPr userDrawn="1"/>
            </p:nvSpPr>
            <p:spPr bwMode="auto">
              <a:xfrm>
                <a:off x="7384530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5" name="Freeform 538"/>
              <p:cNvSpPr>
                <a:spLocks/>
              </p:cNvSpPr>
              <p:nvPr userDrawn="1"/>
            </p:nvSpPr>
            <p:spPr bwMode="auto">
              <a:xfrm>
                <a:off x="7460430" y="6123096"/>
                <a:ext cx="46312" cy="110635"/>
              </a:xfrm>
              <a:custGeom>
                <a:avLst/>
                <a:gdLst>
                  <a:gd name="T0" fmla="*/ 14 w 15"/>
                  <a:gd name="T1" fmla="*/ 4 h 36"/>
                  <a:gd name="T2" fmla="*/ 12 w 15"/>
                  <a:gd name="T3" fmla="*/ 3 h 36"/>
                  <a:gd name="T4" fmla="*/ 8 w 15"/>
                  <a:gd name="T5" fmla="*/ 8 h 36"/>
                  <a:gd name="T6" fmla="*/ 8 w 15"/>
                  <a:gd name="T7" fmla="*/ 10 h 36"/>
                  <a:gd name="T8" fmla="*/ 14 w 15"/>
                  <a:gd name="T9" fmla="*/ 10 h 36"/>
                  <a:gd name="T10" fmla="*/ 14 w 15"/>
                  <a:gd name="T11" fmla="*/ 14 h 36"/>
                  <a:gd name="T12" fmla="*/ 8 w 15"/>
                  <a:gd name="T13" fmla="*/ 14 h 36"/>
                  <a:gd name="T14" fmla="*/ 8 w 15"/>
                  <a:gd name="T15" fmla="*/ 36 h 36"/>
                  <a:gd name="T16" fmla="*/ 4 w 15"/>
                  <a:gd name="T17" fmla="*/ 36 h 36"/>
                  <a:gd name="T18" fmla="*/ 4 w 15"/>
                  <a:gd name="T19" fmla="*/ 14 h 36"/>
                  <a:gd name="T20" fmla="*/ 0 w 15"/>
                  <a:gd name="T21" fmla="*/ 14 h 36"/>
                  <a:gd name="T22" fmla="*/ 0 w 15"/>
                  <a:gd name="T23" fmla="*/ 10 h 36"/>
                  <a:gd name="T24" fmla="*/ 4 w 15"/>
                  <a:gd name="T25" fmla="*/ 10 h 36"/>
                  <a:gd name="T26" fmla="*/ 4 w 15"/>
                  <a:gd name="T27" fmla="*/ 9 h 36"/>
                  <a:gd name="T28" fmla="*/ 11 w 15"/>
                  <a:gd name="T29" fmla="*/ 0 h 36"/>
                  <a:gd name="T30" fmla="*/ 15 w 15"/>
                  <a:gd name="T31" fmla="*/ 1 h 36"/>
                  <a:gd name="T32" fmla="*/ 14 w 15"/>
                  <a:gd name="T33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6">
                    <a:moveTo>
                      <a:pt x="14" y="4"/>
                    </a:moveTo>
                    <a:cubicBezTo>
                      <a:pt x="14" y="4"/>
                      <a:pt x="13" y="3"/>
                      <a:pt x="12" y="3"/>
                    </a:cubicBezTo>
                    <a:cubicBezTo>
                      <a:pt x="9" y="3"/>
                      <a:pt x="8" y="5"/>
                      <a:pt x="8" y="8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6" name="Freeform 539"/>
              <p:cNvSpPr>
                <a:spLocks/>
              </p:cNvSpPr>
              <p:nvPr userDrawn="1"/>
            </p:nvSpPr>
            <p:spPr bwMode="auto">
              <a:xfrm>
                <a:off x="7551768" y="6123096"/>
                <a:ext cx="60464" cy="114494"/>
              </a:xfrm>
              <a:custGeom>
                <a:avLst/>
                <a:gdLst>
                  <a:gd name="T0" fmla="*/ 17 w 20"/>
                  <a:gd name="T1" fmla="*/ 5 h 37"/>
                  <a:gd name="T2" fmla="*/ 11 w 20"/>
                  <a:gd name="T3" fmla="*/ 4 h 37"/>
                  <a:gd name="T4" fmla="*/ 4 w 20"/>
                  <a:gd name="T5" fmla="*/ 9 h 37"/>
                  <a:gd name="T6" fmla="*/ 11 w 20"/>
                  <a:gd name="T7" fmla="*/ 16 h 37"/>
                  <a:gd name="T8" fmla="*/ 20 w 20"/>
                  <a:gd name="T9" fmla="*/ 27 h 37"/>
                  <a:gd name="T10" fmla="*/ 9 w 20"/>
                  <a:gd name="T11" fmla="*/ 37 h 37"/>
                  <a:gd name="T12" fmla="*/ 0 w 20"/>
                  <a:gd name="T13" fmla="*/ 34 h 37"/>
                  <a:gd name="T14" fmla="*/ 1 w 20"/>
                  <a:gd name="T15" fmla="*/ 31 h 37"/>
                  <a:gd name="T16" fmla="*/ 9 w 20"/>
                  <a:gd name="T17" fmla="*/ 33 h 37"/>
                  <a:gd name="T18" fmla="*/ 16 w 20"/>
                  <a:gd name="T19" fmla="*/ 27 h 37"/>
                  <a:gd name="T20" fmla="*/ 8 w 20"/>
                  <a:gd name="T21" fmla="*/ 19 h 37"/>
                  <a:gd name="T22" fmla="*/ 0 w 20"/>
                  <a:gd name="T23" fmla="*/ 9 h 37"/>
                  <a:gd name="T24" fmla="*/ 11 w 20"/>
                  <a:gd name="T25" fmla="*/ 0 h 37"/>
                  <a:gd name="T26" fmla="*/ 18 w 20"/>
                  <a:gd name="T27" fmla="*/ 1 h 37"/>
                  <a:gd name="T28" fmla="*/ 17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7" y="5"/>
                    </a:moveTo>
                    <a:cubicBezTo>
                      <a:pt x="16" y="4"/>
                      <a:pt x="14" y="4"/>
                      <a:pt x="11" y="4"/>
                    </a:cubicBezTo>
                    <a:cubicBezTo>
                      <a:pt x="7" y="4"/>
                      <a:pt x="4" y="6"/>
                      <a:pt x="4" y="9"/>
                    </a:cubicBezTo>
                    <a:cubicBezTo>
                      <a:pt x="4" y="12"/>
                      <a:pt x="6" y="13"/>
                      <a:pt x="11" y="16"/>
                    </a:cubicBezTo>
                    <a:cubicBezTo>
                      <a:pt x="17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9" y="37"/>
                    </a:cubicBezTo>
                    <a:cubicBezTo>
                      <a:pt x="6" y="37"/>
                      <a:pt x="3" y="36"/>
                      <a:pt x="0" y="34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3" y="32"/>
                      <a:pt x="6" y="33"/>
                      <a:pt x="9" y="33"/>
                    </a:cubicBezTo>
                    <a:cubicBezTo>
                      <a:pt x="14" y="33"/>
                      <a:pt x="16" y="30"/>
                      <a:pt x="16" y="27"/>
                    </a:cubicBezTo>
                    <a:cubicBezTo>
                      <a:pt x="16" y="23"/>
                      <a:pt x="13" y="21"/>
                      <a:pt x="8" y="19"/>
                    </a:cubicBezTo>
                    <a:cubicBezTo>
                      <a:pt x="4" y="17"/>
                      <a:pt x="0" y="14"/>
                      <a:pt x="0" y="9"/>
                    </a:cubicBezTo>
                    <a:cubicBezTo>
                      <a:pt x="0" y="3"/>
                      <a:pt x="6" y="0"/>
                      <a:pt x="11" y="0"/>
                    </a:cubicBezTo>
                    <a:cubicBezTo>
                      <a:pt x="14" y="0"/>
                      <a:pt x="17" y="1"/>
                      <a:pt x="18" y="1"/>
                    </a:cubicBez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7" name="Freeform 540"/>
              <p:cNvSpPr>
                <a:spLocks noEditPoints="1"/>
              </p:cNvSpPr>
              <p:nvPr userDrawn="1"/>
            </p:nvSpPr>
            <p:spPr bwMode="auto">
              <a:xfrm>
                <a:off x="7621236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1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8" name="Freeform 541"/>
              <p:cNvSpPr>
                <a:spLocks/>
              </p:cNvSpPr>
              <p:nvPr userDrawn="1"/>
            </p:nvSpPr>
            <p:spPr bwMode="auto">
              <a:xfrm>
                <a:off x="7699710" y="6153970"/>
                <a:ext cx="100343" cy="79760"/>
              </a:xfrm>
              <a:custGeom>
                <a:avLst/>
                <a:gdLst>
                  <a:gd name="T0" fmla="*/ 33 w 33"/>
                  <a:gd name="T1" fmla="*/ 26 h 26"/>
                  <a:gd name="T2" fmla="*/ 29 w 33"/>
                  <a:gd name="T3" fmla="*/ 26 h 26"/>
                  <a:gd name="T4" fmla="*/ 29 w 33"/>
                  <a:gd name="T5" fmla="*/ 9 h 26"/>
                  <a:gd name="T6" fmla="*/ 24 w 33"/>
                  <a:gd name="T7" fmla="*/ 3 h 26"/>
                  <a:gd name="T8" fmla="*/ 19 w 33"/>
                  <a:gd name="T9" fmla="*/ 12 h 26"/>
                  <a:gd name="T10" fmla="*/ 19 w 33"/>
                  <a:gd name="T11" fmla="*/ 26 h 26"/>
                  <a:gd name="T12" fmla="*/ 15 w 33"/>
                  <a:gd name="T13" fmla="*/ 26 h 26"/>
                  <a:gd name="T14" fmla="*/ 15 w 33"/>
                  <a:gd name="T15" fmla="*/ 9 h 26"/>
                  <a:gd name="T16" fmla="*/ 10 w 33"/>
                  <a:gd name="T17" fmla="*/ 3 h 26"/>
                  <a:gd name="T18" fmla="*/ 4 w 33"/>
                  <a:gd name="T19" fmla="*/ 12 h 26"/>
                  <a:gd name="T20" fmla="*/ 4 w 33"/>
                  <a:gd name="T21" fmla="*/ 26 h 26"/>
                  <a:gd name="T22" fmla="*/ 0 w 33"/>
                  <a:gd name="T23" fmla="*/ 26 h 26"/>
                  <a:gd name="T24" fmla="*/ 0 w 33"/>
                  <a:gd name="T25" fmla="*/ 6 h 26"/>
                  <a:gd name="T26" fmla="*/ 0 w 33"/>
                  <a:gd name="T27" fmla="*/ 0 h 26"/>
                  <a:gd name="T28" fmla="*/ 4 w 33"/>
                  <a:gd name="T29" fmla="*/ 0 h 26"/>
                  <a:gd name="T30" fmla="*/ 4 w 33"/>
                  <a:gd name="T31" fmla="*/ 4 h 26"/>
                  <a:gd name="T32" fmla="*/ 11 w 33"/>
                  <a:gd name="T33" fmla="*/ 0 h 26"/>
                  <a:gd name="T34" fmla="*/ 17 w 33"/>
                  <a:gd name="T35" fmla="*/ 5 h 26"/>
                  <a:gd name="T36" fmla="*/ 25 w 33"/>
                  <a:gd name="T37" fmla="*/ 0 h 26"/>
                  <a:gd name="T38" fmla="*/ 33 w 33"/>
                  <a:gd name="T39" fmla="*/ 8 h 26"/>
                  <a:gd name="T40" fmla="*/ 33 w 33"/>
                  <a:gd name="T4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6">
                    <a:moveTo>
                      <a:pt x="33" y="26"/>
                    </a:move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5"/>
                      <a:pt x="28" y="3"/>
                      <a:pt x="24" y="3"/>
                    </a:cubicBezTo>
                    <a:cubicBezTo>
                      <a:pt x="20" y="3"/>
                      <a:pt x="19" y="8"/>
                      <a:pt x="19" y="1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5"/>
                      <a:pt x="13" y="3"/>
                      <a:pt x="10" y="3"/>
                    </a:cubicBezTo>
                    <a:cubicBezTo>
                      <a:pt x="6" y="3"/>
                      <a:pt x="4" y="8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9" name="Freeform 542"/>
              <p:cNvSpPr>
                <a:spLocks/>
              </p:cNvSpPr>
              <p:nvPr userDrawn="1"/>
            </p:nvSpPr>
            <p:spPr bwMode="auto">
              <a:xfrm>
                <a:off x="7815490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0" name="Freeform 543"/>
              <p:cNvSpPr>
                <a:spLocks/>
              </p:cNvSpPr>
              <p:nvPr userDrawn="1"/>
            </p:nvSpPr>
            <p:spPr bwMode="auto">
              <a:xfrm>
                <a:off x="7882386" y="6153970"/>
                <a:ext cx="60464" cy="83620"/>
              </a:xfrm>
              <a:custGeom>
                <a:avLst/>
                <a:gdLst>
                  <a:gd name="T0" fmla="*/ 16 w 20"/>
                  <a:gd name="T1" fmla="*/ 26 h 27"/>
                  <a:gd name="T2" fmla="*/ 16 w 20"/>
                  <a:gd name="T3" fmla="*/ 22 h 27"/>
                  <a:gd name="T4" fmla="*/ 9 w 20"/>
                  <a:gd name="T5" fmla="*/ 27 h 27"/>
                  <a:gd name="T6" fmla="*/ 0 w 20"/>
                  <a:gd name="T7" fmla="*/ 17 h 27"/>
                  <a:gd name="T8" fmla="*/ 0 w 20"/>
                  <a:gd name="T9" fmla="*/ 0 h 27"/>
                  <a:gd name="T10" fmla="*/ 4 w 20"/>
                  <a:gd name="T11" fmla="*/ 0 h 27"/>
                  <a:gd name="T12" fmla="*/ 4 w 20"/>
                  <a:gd name="T13" fmla="*/ 16 h 27"/>
                  <a:gd name="T14" fmla="*/ 9 w 20"/>
                  <a:gd name="T15" fmla="*/ 23 h 27"/>
                  <a:gd name="T16" fmla="*/ 16 w 20"/>
                  <a:gd name="T17" fmla="*/ 15 h 27"/>
                  <a:gd name="T18" fmla="*/ 16 w 20"/>
                  <a:gd name="T19" fmla="*/ 0 h 27"/>
                  <a:gd name="T20" fmla="*/ 20 w 20"/>
                  <a:gd name="T21" fmla="*/ 0 h 27"/>
                  <a:gd name="T22" fmla="*/ 20 w 20"/>
                  <a:gd name="T23" fmla="*/ 20 h 27"/>
                  <a:gd name="T24" fmla="*/ 20 w 20"/>
                  <a:gd name="T25" fmla="*/ 26 h 27"/>
                  <a:gd name="T26" fmla="*/ 16 w 20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0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Freeform 544"/>
              <p:cNvSpPr>
                <a:spLocks/>
              </p:cNvSpPr>
              <p:nvPr userDrawn="1"/>
            </p:nvSpPr>
            <p:spPr bwMode="auto">
              <a:xfrm>
                <a:off x="7963432" y="6153970"/>
                <a:ext cx="61750" cy="79760"/>
              </a:xfrm>
              <a:custGeom>
                <a:avLst/>
                <a:gdLst>
                  <a:gd name="T0" fmla="*/ 20 w 20"/>
                  <a:gd name="T1" fmla="*/ 26 h 26"/>
                  <a:gd name="T2" fmla="*/ 16 w 20"/>
                  <a:gd name="T3" fmla="*/ 26 h 26"/>
                  <a:gd name="T4" fmla="*/ 16 w 20"/>
                  <a:gd name="T5" fmla="*/ 10 h 26"/>
                  <a:gd name="T6" fmla="*/ 11 w 20"/>
                  <a:gd name="T7" fmla="*/ 3 h 26"/>
                  <a:gd name="T8" fmla="*/ 4 w 20"/>
                  <a:gd name="T9" fmla="*/ 12 h 26"/>
                  <a:gd name="T10" fmla="*/ 4 w 20"/>
                  <a:gd name="T11" fmla="*/ 26 h 26"/>
                  <a:gd name="T12" fmla="*/ 0 w 20"/>
                  <a:gd name="T13" fmla="*/ 26 h 26"/>
                  <a:gd name="T14" fmla="*/ 0 w 20"/>
                  <a:gd name="T15" fmla="*/ 6 h 26"/>
                  <a:gd name="T16" fmla="*/ 0 w 20"/>
                  <a:gd name="T17" fmla="*/ 0 h 26"/>
                  <a:gd name="T18" fmla="*/ 3 w 20"/>
                  <a:gd name="T19" fmla="*/ 0 h 26"/>
                  <a:gd name="T20" fmla="*/ 3 w 20"/>
                  <a:gd name="T21" fmla="*/ 4 h 26"/>
                  <a:gd name="T22" fmla="*/ 11 w 20"/>
                  <a:gd name="T23" fmla="*/ 0 h 26"/>
                  <a:gd name="T24" fmla="*/ 20 w 20"/>
                  <a:gd name="T25" fmla="*/ 9 h 26"/>
                  <a:gd name="T26" fmla="*/ 20 w 20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6">
                    <a:moveTo>
                      <a:pt x="20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9"/>
                    </a:cubicBezTo>
                    <a:lnTo>
                      <a:pt x="20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Freeform 545"/>
              <p:cNvSpPr>
                <a:spLocks noEditPoints="1"/>
              </p:cNvSpPr>
              <p:nvPr userDrawn="1"/>
            </p:nvSpPr>
            <p:spPr bwMode="auto">
              <a:xfrm>
                <a:off x="8039333" y="6153970"/>
                <a:ext cx="66895" cy="110635"/>
              </a:xfrm>
              <a:custGeom>
                <a:avLst/>
                <a:gdLst>
                  <a:gd name="T0" fmla="*/ 22 w 22"/>
                  <a:gd name="T1" fmla="*/ 0 h 36"/>
                  <a:gd name="T2" fmla="*/ 22 w 22"/>
                  <a:gd name="T3" fmla="*/ 21 h 36"/>
                  <a:gd name="T4" fmla="*/ 10 w 22"/>
                  <a:gd name="T5" fmla="*/ 36 h 36"/>
                  <a:gd name="T6" fmla="*/ 2 w 22"/>
                  <a:gd name="T7" fmla="*/ 35 h 36"/>
                  <a:gd name="T8" fmla="*/ 2 w 22"/>
                  <a:gd name="T9" fmla="*/ 31 h 36"/>
                  <a:gd name="T10" fmla="*/ 10 w 22"/>
                  <a:gd name="T11" fmla="*/ 33 h 36"/>
                  <a:gd name="T12" fmla="*/ 18 w 22"/>
                  <a:gd name="T13" fmla="*/ 21 h 36"/>
                  <a:gd name="T14" fmla="*/ 11 w 22"/>
                  <a:gd name="T15" fmla="*/ 25 h 36"/>
                  <a:gd name="T16" fmla="*/ 0 w 22"/>
                  <a:gd name="T17" fmla="*/ 12 h 36"/>
                  <a:gd name="T18" fmla="*/ 11 w 22"/>
                  <a:gd name="T19" fmla="*/ 0 h 36"/>
                  <a:gd name="T20" fmla="*/ 18 w 22"/>
                  <a:gd name="T21" fmla="*/ 3 h 36"/>
                  <a:gd name="T22" fmla="*/ 18 w 22"/>
                  <a:gd name="T23" fmla="*/ 0 h 36"/>
                  <a:gd name="T24" fmla="*/ 22 w 22"/>
                  <a:gd name="T25" fmla="*/ 0 h 36"/>
                  <a:gd name="T26" fmla="*/ 11 w 22"/>
                  <a:gd name="T27" fmla="*/ 3 h 36"/>
                  <a:gd name="T28" fmla="*/ 4 w 22"/>
                  <a:gd name="T29" fmla="*/ 12 h 36"/>
                  <a:gd name="T30" fmla="*/ 11 w 22"/>
                  <a:gd name="T31" fmla="*/ 21 h 36"/>
                  <a:gd name="T32" fmla="*/ 18 w 22"/>
                  <a:gd name="T33" fmla="*/ 12 h 36"/>
                  <a:gd name="T34" fmla="*/ 11 w 22"/>
                  <a:gd name="T35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6">
                    <a:moveTo>
                      <a:pt x="22" y="0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31"/>
                      <a:pt x="18" y="36"/>
                      <a:pt x="10" y="36"/>
                    </a:cubicBezTo>
                    <a:cubicBezTo>
                      <a:pt x="7" y="36"/>
                      <a:pt x="4" y="36"/>
                      <a:pt x="2" y="35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5" y="32"/>
                      <a:pt x="7" y="33"/>
                      <a:pt x="10" y="33"/>
                    </a:cubicBezTo>
                    <a:cubicBezTo>
                      <a:pt x="15" y="33"/>
                      <a:pt x="18" y="30"/>
                      <a:pt x="18" y="21"/>
                    </a:cubicBezTo>
                    <a:cubicBezTo>
                      <a:pt x="17" y="24"/>
                      <a:pt x="14" y="25"/>
                      <a:pt x="11" y="25"/>
                    </a:cubicBezTo>
                    <a:cubicBezTo>
                      <a:pt x="4" y="25"/>
                      <a:pt x="0" y="19"/>
                      <a:pt x="0" y="12"/>
                    </a:cubicBezTo>
                    <a:cubicBezTo>
                      <a:pt x="0" y="5"/>
                      <a:pt x="3" y="0"/>
                      <a:pt x="11" y="0"/>
                    </a:cubicBezTo>
                    <a:cubicBezTo>
                      <a:pt x="13" y="0"/>
                      <a:pt x="16" y="1"/>
                      <a:pt x="18" y="3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22" y="0"/>
                    </a:lnTo>
                    <a:close/>
                    <a:moveTo>
                      <a:pt x="11" y="3"/>
                    </a:moveTo>
                    <a:cubicBezTo>
                      <a:pt x="6" y="3"/>
                      <a:pt x="4" y="6"/>
                      <a:pt x="4" y="12"/>
                    </a:cubicBezTo>
                    <a:cubicBezTo>
                      <a:pt x="4" y="18"/>
                      <a:pt x="6" y="21"/>
                      <a:pt x="11" y="21"/>
                    </a:cubicBezTo>
                    <a:cubicBezTo>
                      <a:pt x="16" y="21"/>
                      <a:pt x="18" y="17"/>
                      <a:pt x="18" y="12"/>
                    </a:cubicBezTo>
                    <a:cubicBezTo>
                      <a:pt x="18" y="6"/>
                      <a:pt x="15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Freeform 546"/>
              <p:cNvSpPr>
                <a:spLocks/>
              </p:cNvSpPr>
              <p:nvPr userDrawn="1"/>
            </p:nvSpPr>
            <p:spPr bwMode="auto">
              <a:xfrm>
                <a:off x="8164118" y="6123096"/>
                <a:ext cx="54031" cy="110635"/>
              </a:xfrm>
              <a:custGeom>
                <a:avLst/>
                <a:gdLst>
                  <a:gd name="T0" fmla="*/ 42 w 42"/>
                  <a:gd name="T1" fmla="*/ 86 h 86"/>
                  <a:gd name="T2" fmla="*/ 0 w 42"/>
                  <a:gd name="T3" fmla="*/ 86 h 86"/>
                  <a:gd name="T4" fmla="*/ 0 w 42"/>
                  <a:gd name="T5" fmla="*/ 0 h 86"/>
                  <a:gd name="T6" fmla="*/ 42 w 42"/>
                  <a:gd name="T7" fmla="*/ 0 h 86"/>
                  <a:gd name="T8" fmla="*/ 42 w 42"/>
                  <a:gd name="T9" fmla="*/ 9 h 86"/>
                  <a:gd name="T10" fmla="*/ 12 w 42"/>
                  <a:gd name="T11" fmla="*/ 9 h 86"/>
                  <a:gd name="T12" fmla="*/ 12 w 42"/>
                  <a:gd name="T13" fmla="*/ 38 h 86"/>
                  <a:gd name="T14" fmla="*/ 40 w 42"/>
                  <a:gd name="T15" fmla="*/ 38 h 86"/>
                  <a:gd name="T16" fmla="*/ 40 w 42"/>
                  <a:gd name="T17" fmla="*/ 48 h 86"/>
                  <a:gd name="T18" fmla="*/ 12 w 42"/>
                  <a:gd name="T19" fmla="*/ 48 h 86"/>
                  <a:gd name="T20" fmla="*/ 12 w 42"/>
                  <a:gd name="T21" fmla="*/ 77 h 86"/>
                  <a:gd name="T22" fmla="*/ 42 w 42"/>
                  <a:gd name="T23" fmla="*/ 77 h 86"/>
                  <a:gd name="T24" fmla="*/ 42 w 42"/>
                  <a:gd name="T25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6">
                    <a:moveTo>
                      <a:pt x="42" y="86"/>
                    </a:moveTo>
                    <a:lnTo>
                      <a:pt x="0" y="86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9"/>
                    </a:lnTo>
                    <a:lnTo>
                      <a:pt x="12" y="9"/>
                    </a:lnTo>
                    <a:lnTo>
                      <a:pt x="12" y="38"/>
                    </a:lnTo>
                    <a:lnTo>
                      <a:pt x="40" y="38"/>
                    </a:lnTo>
                    <a:lnTo>
                      <a:pt x="40" y="48"/>
                    </a:lnTo>
                    <a:lnTo>
                      <a:pt x="12" y="48"/>
                    </a:lnTo>
                    <a:lnTo>
                      <a:pt x="12" y="77"/>
                    </a:lnTo>
                    <a:lnTo>
                      <a:pt x="42" y="77"/>
                    </a:lnTo>
                    <a:lnTo>
                      <a:pt x="42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Rectangle 547"/>
              <p:cNvSpPr>
                <a:spLocks noChangeArrowheads="1"/>
              </p:cNvSpPr>
              <p:nvPr userDrawn="1"/>
            </p:nvSpPr>
            <p:spPr bwMode="auto">
              <a:xfrm>
                <a:off x="8236159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Freeform 548"/>
              <p:cNvSpPr>
                <a:spLocks noEditPoints="1"/>
              </p:cNvSpPr>
              <p:nvPr userDrawn="1"/>
            </p:nvSpPr>
            <p:spPr bwMode="auto">
              <a:xfrm>
                <a:off x="8267034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Freeform 549"/>
              <p:cNvSpPr>
                <a:spLocks/>
              </p:cNvSpPr>
              <p:nvPr userDrawn="1"/>
            </p:nvSpPr>
            <p:spPr bwMode="auto">
              <a:xfrm>
                <a:off x="8340362" y="6153970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3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3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Freeform 550"/>
              <p:cNvSpPr>
                <a:spLocks/>
              </p:cNvSpPr>
              <p:nvPr userDrawn="1"/>
            </p:nvSpPr>
            <p:spPr bwMode="auto">
              <a:xfrm>
                <a:off x="8403397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9 w 15"/>
                  <a:gd name="T17" fmla="*/ 0 h 35"/>
                  <a:gd name="T18" fmla="*/ 9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7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0"/>
                      <a:pt x="10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Freeform 551"/>
              <p:cNvSpPr>
                <a:spLocks/>
              </p:cNvSpPr>
              <p:nvPr userDrawn="1"/>
            </p:nvSpPr>
            <p:spPr bwMode="auto">
              <a:xfrm>
                <a:off x="8461288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Freeform 552"/>
              <p:cNvSpPr>
                <a:spLocks noEditPoints="1"/>
              </p:cNvSpPr>
              <p:nvPr userDrawn="1"/>
            </p:nvSpPr>
            <p:spPr bwMode="auto">
              <a:xfrm>
                <a:off x="8506313" y="6153970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3 h 27"/>
                  <a:gd name="T4" fmla="*/ 11 w 23"/>
                  <a:gd name="T5" fmla="*/ 27 h 27"/>
                  <a:gd name="T6" fmla="*/ 0 w 23"/>
                  <a:gd name="T7" fmla="*/ 13 h 27"/>
                  <a:gd name="T8" fmla="*/ 11 w 23"/>
                  <a:gd name="T9" fmla="*/ 0 h 27"/>
                  <a:gd name="T10" fmla="*/ 11 w 23"/>
                  <a:gd name="T11" fmla="*/ 3 h 27"/>
                  <a:gd name="T12" fmla="*/ 4 w 23"/>
                  <a:gd name="T13" fmla="*/ 13 h 27"/>
                  <a:gd name="T14" fmla="*/ 11 w 23"/>
                  <a:gd name="T15" fmla="*/ 23 h 27"/>
                  <a:gd name="T16" fmla="*/ 19 w 23"/>
                  <a:gd name="T17" fmla="*/ 13 h 27"/>
                  <a:gd name="T18" fmla="*/ 11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3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Freeform 553"/>
              <p:cNvSpPr>
                <a:spLocks/>
              </p:cNvSpPr>
              <p:nvPr userDrawn="1"/>
            </p:nvSpPr>
            <p:spPr bwMode="auto">
              <a:xfrm>
                <a:off x="8588646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Freeform 554"/>
              <p:cNvSpPr>
                <a:spLocks noEditPoints="1"/>
              </p:cNvSpPr>
              <p:nvPr userDrawn="1"/>
            </p:nvSpPr>
            <p:spPr bwMode="auto">
              <a:xfrm>
                <a:off x="8673552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2" name="Freeform 555"/>
              <p:cNvSpPr>
                <a:spLocks/>
              </p:cNvSpPr>
              <p:nvPr userDrawn="1"/>
            </p:nvSpPr>
            <p:spPr bwMode="auto">
              <a:xfrm>
                <a:off x="8703141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8 w 19"/>
                  <a:gd name="T9" fmla="*/ 1 h 27"/>
                  <a:gd name="T10" fmla="*/ 18 w 19"/>
                  <a:gd name="T11" fmla="*/ 4 h 27"/>
                  <a:gd name="T12" fmla="*/ 12 w 19"/>
                  <a:gd name="T13" fmla="*/ 3 h 27"/>
                  <a:gd name="T14" fmla="*/ 4 w 19"/>
                  <a:gd name="T15" fmla="*/ 13 h 27"/>
                  <a:gd name="T16" fmla="*/ 12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5" y="0"/>
                      <a:pt x="16" y="0"/>
                      <a:pt x="18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3" name="Freeform 556"/>
              <p:cNvSpPr>
                <a:spLocks/>
              </p:cNvSpPr>
              <p:nvPr userDrawn="1"/>
            </p:nvSpPr>
            <p:spPr bwMode="auto">
              <a:xfrm>
                <a:off x="8770036" y="6153970"/>
                <a:ext cx="48885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4" name="Rectangle 557"/>
              <p:cNvSpPr>
                <a:spLocks noChangeArrowheads="1"/>
              </p:cNvSpPr>
              <p:nvPr userDrawn="1"/>
            </p:nvSpPr>
            <p:spPr bwMode="auto">
              <a:xfrm>
                <a:off x="8836931" y="6228584"/>
                <a:ext cx="18010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87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78" y="5005162"/>
            <a:ext cx="1199944" cy="2782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6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harp Sans Medium" pitchFamily="2" charset="0"/>
                <a:ea typeface="SamsungOneKorean 700" panose="020B0803030303020204" pitchFamily="50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Month, year</a:t>
            </a:r>
          </a:p>
        </p:txBody>
      </p:sp>
      <p:sp>
        <p:nvSpPr>
          <p:cNvPr id="288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279" y="5334425"/>
            <a:ext cx="3346814" cy="31284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799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harp Sans Bold" pitchFamily="2" charset="0"/>
                <a:ea typeface="SamsungOneKorean 700" panose="020B0803030303020204" pitchFamily="50" charset="-127"/>
                <a:cs typeface="Samsung Sharp Sans Bold" pitchFamily="2" charset="0"/>
              </a:defRPr>
            </a:lvl1pPr>
          </a:lstStyle>
          <a:p>
            <a:pPr lvl="0"/>
            <a:r>
              <a:rPr kumimoji="1" lang="en-US" altLang="ja-JP" dirty="0"/>
              <a:t>Marketing Strategy Group(MX)</a:t>
            </a:r>
          </a:p>
        </p:txBody>
      </p:sp>
      <p:sp>
        <p:nvSpPr>
          <p:cNvPr id="291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278" y="3392997"/>
            <a:ext cx="11285713" cy="3128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spcAft>
                <a:spcPts val="300"/>
              </a:spcAft>
              <a:defRPr sz="1799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Samsung Sharp Sans Medium" pitchFamily="2" charset="0"/>
                <a:ea typeface="SamsungOneKorean 700" panose="020B0803030303020204" pitchFamily="50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Type of document (Max. two lines)</a:t>
            </a:r>
          </a:p>
        </p:txBody>
      </p:sp>
    </p:spTree>
    <p:extLst>
      <p:ext uri="{BB962C8B-B14F-4D97-AF65-F5344CB8AC3E}">
        <p14:creationId xmlns:p14="http://schemas.microsoft.com/office/powerpoint/2010/main" val="3780519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32">
          <p15:clr>
            <a:srgbClr val="F26B43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text_v2">
    <p:bg>
      <p:bgPr>
        <a:solidFill>
          <a:srgbClr val="E8EEF8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87005"/>
            <a:ext cx="11161453" cy="40271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366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-3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366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rgbClr val="6E6969">
              <a:lumMod val="60000"/>
              <a:lumOff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R="0" lvl="0" indent="0" defTabSz="1429087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799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One-400"/>
              <a:ea typeface="SamsungOneKorean 400"/>
            </a:endParaRPr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0" y="-363031"/>
            <a:ext cx="1370988" cy="265132"/>
            <a:chOff x="110521" y="-990910"/>
            <a:chExt cx="4504946" cy="871200"/>
          </a:xfrm>
        </p:grpSpPr>
        <p:sp>
          <p:nvSpPr>
            <p:cNvPr id="13" name="Rectangle 190"/>
            <p:cNvSpPr/>
            <p:nvPr/>
          </p:nvSpPr>
          <p:spPr>
            <a:xfrm>
              <a:off x="110521" y="-990910"/>
              <a:ext cx="871200" cy="87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endParaRPr lang="en-US" sz="1000" dirty="0">
                <a:solidFill>
                  <a:srgbClr val="000000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" name="Rectangle 191"/>
            <p:cNvSpPr/>
            <p:nvPr/>
          </p:nvSpPr>
          <p:spPr>
            <a:xfrm>
              <a:off x="1321770" y="-990910"/>
              <a:ext cx="871200" cy="8712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endParaRPr lang="en-US" sz="1200" dirty="0">
                <a:solidFill>
                  <a:srgbClr val="FFFFFF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Rectangle 194"/>
            <p:cNvSpPr/>
            <p:nvPr/>
          </p:nvSpPr>
          <p:spPr>
            <a:xfrm>
              <a:off x="2533019" y="-990910"/>
              <a:ext cx="871200" cy="87120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457154">
                <a:defRPr/>
              </a:pPr>
              <a:endParaRPr lang="en-US" altLang="ko-KR" sz="1200" dirty="0">
                <a:solidFill>
                  <a:srgbClr val="FFFFFF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Rectangle 194"/>
            <p:cNvSpPr/>
            <p:nvPr/>
          </p:nvSpPr>
          <p:spPr>
            <a:xfrm>
              <a:off x="3744267" y="-990910"/>
              <a:ext cx="871200" cy="871200"/>
            </a:xfrm>
            <a:prstGeom prst="rect">
              <a:avLst/>
            </a:prstGeom>
            <a:solidFill>
              <a:srgbClr val="E8EEF8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457154">
                <a:defRPr/>
              </a:pPr>
              <a:endParaRPr lang="en-US" altLang="ko-KR" sz="1200" dirty="0">
                <a:solidFill>
                  <a:srgbClr val="FFFFFF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 userDrawn="1"/>
        </p:nvSpPr>
        <p:spPr>
          <a:xfrm>
            <a:off x="11416377" y="6573671"/>
            <a:ext cx="259687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One-400" panose="020B0503030303020204" pitchFamily="34" charset="0"/>
                <a:ea typeface="SamsungOne-400" panose="020B0503030303020204" pitchFamily="34" charset="0"/>
                <a:cs typeface="Samsung Sharp Sans Bold" pitchFamily="2" charset="0"/>
              </a:rPr>
              <a:pPr algn="r"/>
              <a:t>‹#›</a:t>
            </a:fld>
            <a:r>
              <a:rPr lang="en-US" sz="750" b="0" dirty="0">
                <a:solidFill>
                  <a:srgbClr val="000000">
                    <a:lumMod val="50000"/>
                    <a:lumOff val="50000"/>
                  </a:srgbClr>
                </a:solidFill>
                <a:latin typeface="SamsungOne-400" panose="020B0503030303020204" pitchFamily="34" charset="0"/>
                <a:ea typeface="SamsungOne-400" panose="020B0503030303020204" pitchFamily="34" charset="0"/>
                <a:cs typeface="Samsung Sharp Sans Bold" pitchFamily="2" charset="0"/>
              </a:rPr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3684748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117">
          <p15:clr>
            <a:srgbClr val="F26B43"/>
          </p15:clr>
        </p15:guide>
        <p15:guide id="4" orient="horz" pos="4134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42">
          <p15:clr>
            <a:srgbClr val="FBAE40"/>
          </p15:clr>
        </p15:guide>
        <p15:guide id="7" orient="horz" pos="528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_v2">
    <p:bg>
      <p:bgPr>
        <a:solidFill>
          <a:srgbClr val="ECECEC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87005"/>
            <a:ext cx="11161453" cy="40271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366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-3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366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rgbClr val="6E6969">
              <a:lumMod val="60000"/>
              <a:lumOff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R="0" lvl="0" indent="0" defTabSz="1429087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799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One-400"/>
              <a:ea typeface="SamsungOneKorean 400"/>
            </a:endParaRPr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0" y="-363031"/>
            <a:ext cx="1370988" cy="265132"/>
            <a:chOff x="110521" y="-990910"/>
            <a:chExt cx="4504946" cy="871200"/>
          </a:xfrm>
        </p:grpSpPr>
        <p:sp>
          <p:nvSpPr>
            <p:cNvPr id="13" name="Rectangle 190"/>
            <p:cNvSpPr/>
            <p:nvPr/>
          </p:nvSpPr>
          <p:spPr>
            <a:xfrm>
              <a:off x="110521" y="-990910"/>
              <a:ext cx="871200" cy="87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endParaRPr lang="en-US" sz="1000" dirty="0">
                <a:solidFill>
                  <a:srgbClr val="000000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" name="Rectangle 191"/>
            <p:cNvSpPr/>
            <p:nvPr/>
          </p:nvSpPr>
          <p:spPr>
            <a:xfrm>
              <a:off x="1321770" y="-990910"/>
              <a:ext cx="871200" cy="8712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endParaRPr lang="en-US" sz="1200" dirty="0">
                <a:solidFill>
                  <a:srgbClr val="FFFFFF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Rectangle 194"/>
            <p:cNvSpPr/>
            <p:nvPr/>
          </p:nvSpPr>
          <p:spPr>
            <a:xfrm>
              <a:off x="2533019" y="-990910"/>
              <a:ext cx="871200" cy="87120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457154">
                <a:defRPr/>
              </a:pPr>
              <a:endParaRPr lang="en-US" altLang="ko-KR" sz="1200" dirty="0">
                <a:solidFill>
                  <a:srgbClr val="FFFFFF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Rectangle 194"/>
            <p:cNvSpPr/>
            <p:nvPr/>
          </p:nvSpPr>
          <p:spPr>
            <a:xfrm>
              <a:off x="3744267" y="-990910"/>
              <a:ext cx="871200" cy="871200"/>
            </a:xfrm>
            <a:prstGeom prst="rect">
              <a:avLst/>
            </a:prstGeom>
            <a:solidFill>
              <a:srgbClr val="E8EEF8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457154">
                <a:defRPr/>
              </a:pPr>
              <a:endParaRPr lang="en-US" altLang="ko-KR" sz="1200" dirty="0">
                <a:solidFill>
                  <a:srgbClr val="FFFFFF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 userDrawn="1"/>
        </p:nvSpPr>
        <p:spPr>
          <a:xfrm>
            <a:off x="11405156" y="6573671"/>
            <a:ext cx="270908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One-400" panose="020B0503030303020204" pitchFamily="34" charset="0"/>
                <a:ea typeface="SamsungOne-400" panose="020B0503030303020204" pitchFamily="34" charset="0"/>
                <a:cs typeface="Samsung Sharp Sans Bold" pitchFamily="2" charset="0"/>
              </a:rPr>
              <a:pPr algn="r"/>
              <a:t>‹#›</a:t>
            </a:fld>
            <a:r>
              <a:rPr lang="en-US" sz="750" b="0" dirty="0">
                <a:solidFill>
                  <a:srgbClr val="000000">
                    <a:lumMod val="50000"/>
                    <a:lumOff val="50000"/>
                  </a:srgbClr>
                </a:solidFill>
                <a:latin typeface="SamsungOne-400" panose="020B0503030303020204" pitchFamily="34" charset="0"/>
                <a:ea typeface="SamsungOne-400" panose="020B0503030303020204" pitchFamily="34" charset="0"/>
                <a:cs typeface="Samsung Sharp Sans Bold" pitchFamily="2" charset="0"/>
              </a:rPr>
              <a:t>/42</a:t>
            </a:r>
          </a:p>
        </p:txBody>
      </p:sp>
    </p:spTree>
    <p:extLst>
      <p:ext uri="{BB962C8B-B14F-4D97-AF65-F5344CB8AC3E}">
        <p14:creationId xmlns:p14="http://schemas.microsoft.com/office/powerpoint/2010/main" val="379086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117">
          <p15:clr>
            <a:srgbClr val="F26B43"/>
          </p15:clr>
        </p15:guide>
        <p15:guide id="4" orient="horz" pos="4134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42">
          <p15:clr>
            <a:srgbClr val="FBAE40"/>
          </p15:clr>
        </p15:guide>
        <p15:guide id="7" orient="horz" pos="528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/>
          <p:cNvGrpSpPr/>
          <p:nvPr userDrawn="1"/>
        </p:nvGrpSpPr>
        <p:grpSpPr>
          <a:xfrm>
            <a:off x="3065862" y="3106020"/>
            <a:ext cx="6060277" cy="607871"/>
            <a:chOff x="3152775" y="4341813"/>
            <a:chExt cx="6059488" cy="608012"/>
          </a:xfrm>
          <a:solidFill>
            <a:schemeClr val="bg1"/>
          </a:solidFill>
        </p:grpSpPr>
        <p:sp>
          <p:nvSpPr>
            <p:cNvPr id="22" name="Freeform 5"/>
            <p:cNvSpPr>
              <a:spLocks/>
            </p:cNvSpPr>
            <p:nvPr userDrawn="1"/>
          </p:nvSpPr>
          <p:spPr bwMode="auto">
            <a:xfrm>
              <a:off x="3152775" y="4406900"/>
              <a:ext cx="312738" cy="534987"/>
            </a:xfrm>
            <a:custGeom>
              <a:avLst/>
              <a:gdLst>
                <a:gd name="T0" fmla="*/ 0 w 197"/>
                <a:gd name="T1" fmla="*/ 0 h 337"/>
                <a:gd name="T2" fmla="*/ 197 w 197"/>
                <a:gd name="T3" fmla="*/ 0 h 337"/>
                <a:gd name="T4" fmla="*/ 197 w 197"/>
                <a:gd name="T5" fmla="*/ 60 h 337"/>
                <a:gd name="T6" fmla="*/ 62 w 197"/>
                <a:gd name="T7" fmla="*/ 60 h 337"/>
                <a:gd name="T8" fmla="*/ 62 w 197"/>
                <a:gd name="T9" fmla="*/ 137 h 337"/>
                <a:gd name="T10" fmla="*/ 197 w 197"/>
                <a:gd name="T11" fmla="*/ 137 h 337"/>
                <a:gd name="T12" fmla="*/ 197 w 197"/>
                <a:gd name="T13" fmla="*/ 197 h 337"/>
                <a:gd name="T14" fmla="*/ 62 w 197"/>
                <a:gd name="T15" fmla="*/ 197 h 337"/>
                <a:gd name="T16" fmla="*/ 62 w 197"/>
                <a:gd name="T17" fmla="*/ 277 h 337"/>
                <a:gd name="T18" fmla="*/ 197 w 197"/>
                <a:gd name="T19" fmla="*/ 277 h 337"/>
                <a:gd name="T20" fmla="*/ 197 w 197"/>
                <a:gd name="T21" fmla="*/ 337 h 337"/>
                <a:gd name="T22" fmla="*/ 0 w 197"/>
                <a:gd name="T23" fmla="*/ 337 h 337"/>
                <a:gd name="T24" fmla="*/ 0 w 197"/>
                <a:gd name="T25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7" h="337">
                  <a:moveTo>
                    <a:pt x="0" y="0"/>
                  </a:moveTo>
                  <a:lnTo>
                    <a:pt x="197" y="0"/>
                  </a:lnTo>
                  <a:lnTo>
                    <a:pt x="197" y="60"/>
                  </a:lnTo>
                  <a:lnTo>
                    <a:pt x="62" y="60"/>
                  </a:lnTo>
                  <a:lnTo>
                    <a:pt x="62" y="137"/>
                  </a:lnTo>
                  <a:lnTo>
                    <a:pt x="197" y="137"/>
                  </a:lnTo>
                  <a:lnTo>
                    <a:pt x="197" y="197"/>
                  </a:lnTo>
                  <a:lnTo>
                    <a:pt x="62" y="197"/>
                  </a:lnTo>
                  <a:lnTo>
                    <a:pt x="62" y="277"/>
                  </a:lnTo>
                  <a:lnTo>
                    <a:pt x="197" y="277"/>
                  </a:lnTo>
                  <a:lnTo>
                    <a:pt x="197" y="337"/>
                  </a:lnTo>
                  <a:lnTo>
                    <a:pt x="0" y="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3" name="Freeform 6"/>
            <p:cNvSpPr>
              <a:spLocks/>
            </p:cNvSpPr>
            <p:nvPr userDrawn="1"/>
          </p:nvSpPr>
          <p:spPr bwMode="auto">
            <a:xfrm>
              <a:off x="3517900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60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8 w 104"/>
                <a:gd name="T13" fmla="*/ 115 h 115"/>
                <a:gd name="T14" fmla="*/ 78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60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34"/>
                    <a:pt x="69" y="23"/>
                    <a:pt x="52" y="23"/>
                  </a:cubicBezTo>
                  <a:cubicBezTo>
                    <a:pt x="38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4" name="Freeform 7"/>
            <p:cNvSpPr>
              <a:spLocks noEditPoints="1"/>
            </p:cNvSpPr>
            <p:nvPr userDrawn="1"/>
          </p:nvSpPr>
          <p:spPr bwMode="auto">
            <a:xfrm>
              <a:off x="3949700" y="4398963"/>
              <a:ext cx="442913" cy="550862"/>
            </a:xfrm>
            <a:custGeom>
              <a:avLst/>
              <a:gdLst>
                <a:gd name="T0" fmla="*/ 0 w 118"/>
                <a:gd name="T1" fmla="*/ 86 h 144"/>
                <a:gd name="T2" fmla="*/ 56 w 118"/>
                <a:gd name="T3" fmla="*/ 27 h 144"/>
                <a:gd name="T4" fmla="*/ 92 w 118"/>
                <a:gd name="T5" fmla="*/ 43 h 144"/>
                <a:gd name="T6" fmla="*/ 92 w 118"/>
                <a:gd name="T7" fmla="*/ 0 h 144"/>
                <a:gd name="T8" fmla="*/ 118 w 118"/>
                <a:gd name="T9" fmla="*/ 0 h 144"/>
                <a:gd name="T10" fmla="*/ 118 w 118"/>
                <a:gd name="T11" fmla="*/ 142 h 144"/>
                <a:gd name="T12" fmla="*/ 92 w 118"/>
                <a:gd name="T13" fmla="*/ 142 h 144"/>
                <a:gd name="T14" fmla="*/ 92 w 118"/>
                <a:gd name="T15" fmla="*/ 127 h 144"/>
                <a:gd name="T16" fmla="*/ 56 w 118"/>
                <a:gd name="T17" fmla="*/ 144 h 144"/>
                <a:gd name="T18" fmla="*/ 0 w 118"/>
                <a:gd name="T19" fmla="*/ 86 h 144"/>
                <a:gd name="T20" fmla="*/ 94 w 118"/>
                <a:gd name="T21" fmla="*/ 86 h 144"/>
                <a:gd name="T22" fmla="*/ 60 w 118"/>
                <a:gd name="T23" fmla="*/ 51 h 144"/>
                <a:gd name="T24" fmla="*/ 26 w 118"/>
                <a:gd name="T25" fmla="*/ 86 h 144"/>
                <a:gd name="T26" fmla="*/ 60 w 118"/>
                <a:gd name="T27" fmla="*/ 120 h 144"/>
                <a:gd name="T28" fmla="*/ 94 w 118"/>
                <a:gd name="T29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8" h="144">
                  <a:moveTo>
                    <a:pt x="0" y="86"/>
                  </a:moveTo>
                  <a:cubicBezTo>
                    <a:pt x="0" y="49"/>
                    <a:pt x="28" y="27"/>
                    <a:pt x="56" y="27"/>
                  </a:cubicBezTo>
                  <a:cubicBezTo>
                    <a:pt x="71" y="27"/>
                    <a:pt x="84" y="33"/>
                    <a:pt x="92" y="43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27"/>
                    <a:pt x="92" y="127"/>
                    <a:pt x="92" y="127"/>
                  </a:cubicBezTo>
                  <a:cubicBezTo>
                    <a:pt x="84" y="138"/>
                    <a:pt x="70" y="144"/>
                    <a:pt x="56" y="144"/>
                  </a:cubicBezTo>
                  <a:cubicBezTo>
                    <a:pt x="29" y="144"/>
                    <a:pt x="0" y="123"/>
                    <a:pt x="0" y="86"/>
                  </a:cubicBezTo>
                  <a:close/>
                  <a:moveTo>
                    <a:pt x="94" y="86"/>
                  </a:moveTo>
                  <a:cubicBezTo>
                    <a:pt x="94" y="67"/>
                    <a:pt x="79" y="51"/>
                    <a:pt x="60" y="51"/>
                  </a:cubicBezTo>
                  <a:cubicBezTo>
                    <a:pt x="41" y="51"/>
                    <a:pt x="26" y="66"/>
                    <a:pt x="26" y="86"/>
                  </a:cubicBezTo>
                  <a:cubicBezTo>
                    <a:pt x="26" y="105"/>
                    <a:pt x="41" y="120"/>
                    <a:pt x="60" y="120"/>
                  </a:cubicBezTo>
                  <a:cubicBezTo>
                    <a:pt x="79" y="120"/>
                    <a:pt x="94" y="105"/>
                    <a:pt x="94" y="8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5" name="Freeform 8"/>
            <p:cNvSpPr>
              <a:spLocks noEditPoints="1"/>
            </p:cNvSpPr>
            <p:nvPr userDrawn="1"/>
          </p:nvSpPr>
          <p:spPr bwMode="auto">
            <a:xfrm>
              <a:off x="4611688" y="4502150"/>
              <a:ext cx="438150" cy="447675"/>
            </a:xfrm>
            <a:custGeom>
              <a:avLst/>
              <a:gdLst>
                <a:gd name="T0" fmla="*/ 0 w 117"/>
                <a:gd name="T1" fmla="*/ 59 h 117"/>
                <a:gd name="T2" fmla="*/ 58 w 117"/>
                <a:gd name="T3" fmla="*/ 0 h 117"/>
                <a:gd name="T4" fmla="*/ 117 w 117"/>
                <a:gd name="T5" fmla="*/ 59 h 117"/>
                <a:gd name="T6" fmla="*/ 58 w 117"/>
                <a:gd name="T7" fmla="*/ 117 h 117"/>
                <a:gd name="T8" fmla="*/ 0 w 117"/>
                <a:gd name="T9" fmla="*/ 59 h 117"/>
                <a:gd name="T10" fmla="*/ 91 w 117"/>
                <a:gd name="T11" fmla="*/ 59 h 117"/>
                <a:gd name="T12" fmla="*/ 58 w 117"/>
                <a:gd name="T13" fmla="*/ 25 h 117"/>
                <a:gd name="T14" fmla="*/ 26 w 117"/>
                <a:gd name="T15" fmla="*/ 59 h 117"/>
                <a:gd name="T16" fmla="*/ 58 w 117"/>
                <a:gd name="T17" fmla="*/ 93 h 117"/>
                <a:gd name="T18" fmla="*/ 91 w 117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1" y="0"/>
                    <a:pt x="117" y="26"/>
                    <a:pt x="117" y="59"/>
                  </a:cubicBezTo>
                  <a:cubicBezTo>
                    <a:pt x="117" y="91"/>
                    <a:pt x="91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7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7" y="93"/>
                    <a:pt x="91" y="78"/>
                    <a:pt x="9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5060950" y="4341813"/>
              <a:ext cx="255588" cy="600075"/>
            </a:xfrm>
            <a:custGeom>
              <a:avLst/>
              <a:gdLst>
                <a:gd name="T0" fmla="*/ 0 w 68"/>
                <a:gd name="T1" fmla="*/ 45 h 157"/>
                <a:gd name="T2" fmla="*/ 19 w 68"/>
                <a:gd name="T3" fmla="*/ 45 h 157"/>
                <a:gd name="T4" fmla="*/ 19 w 68"/>
                <a:gd name="T5" fmla="*/ 44 h 157"/>
                <a:gd name="T6" fmla="*/ 66 w 68"/>
                <a:gd name="T7" fmla="*/ 0 h 157"/>
                <a:gd name="T8" fmla="*/ 68 w 68"/>
                <a:gd name="T9" fmla="*/ 0 h 157"/>
                <a:gd name="T10" fmla="*/ 68 w 68"/>
                <a:gd name="T11" fmla="*/ 24 h 157"/>
                <a:gd name="T12" fmla="*/ 45 w 68"/>
                <a:gd name="T13" fmla="*/ 45 h 157"/>
                <a:gd name="T14" fmla="*/ 68 w 68"/>
                <a:gd name="T15" fmla="*/ 45 h 157"/>
                <a:gd name="T16" fmla="*/ 68 w 68"/>
                <a:gd name="T17" fmla="*/ 68 h 157"/>
                <a:gd name="T18" fmla="*/ 45 w 68"/>
                <a:gd name="T19" fmla="*/ 68 h 157"/>
                <a:gd name="T20" fmla="*/ 45 w 68"/>
                <a:gd name="T21" fmla="*/ 157 h 157"/>
                <a:gd name="T22" fmla="*/ 19 w 68"/>
                <a:gd name="T23" fmla="*/ 157 h 157"/>
                <a:gd name="T24" fmla="*/ 19 w 68"/>
                <a:gd name="T25" fmla="*/ 68 h 157"/>
                <a:gd name="T26" fmla="*/ 0 w 68"/>
                <a:gd name="T27" fmla="*/ 68 h 157"/>
                <a:gd name="T28" fmla="*/ 0 w 68"/>
                <a:gd name="T29" fmla="*/ 4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157">
                  <a:moveTo>
                    <a:pt x="0" y="45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12"/>
                    <a:pt x="32" y="0"/>
                    <a:pt x="6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48" y="24"/>
                    <a:pt x="45" y="28"/>
                    <a:pt x="45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19" y="157"/>
                    <a:pt x="19" y="157"/>
                    <a:pt x="19" y="157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0" y="68"/>
                    <a:pt x="0" y="68"/>
                    <a:pt x="0" y="68"/>
                  </a:cubicBezTo>
                  <a:lnTo>
                    <a:pt x="0" y="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 userDrawn="1"/>
          </p:nvSpPr>
          <p:spPr bwMode="auto">
            <a:xfrm>
              <a:off x="5538788" y="4406900"/>
              <a:ext cx="420688" cy="534987"/>
            </a:xfrm>
            <a:custGeom>
              <a:avLst/>
              <a:gdLst>
                <a:gd name="T0" fmla="*/ 0 w 112"/>
                <a:gd name="T1" fmla="*/ 0 h 140"/>
                <a:gd name="T2" fmla="*/ 38 w 112"/>
                <a:gd name="T3" fmla="*/ 0 h 140"/>
                <a:gd name="T4" fmla="*/ 112 w 112"/>
                <a:gd name="T5" fmla="*/ 70 h 140"/>
                <a:gd name="T6" fmla="*/ 39 w 112"/>
                <a:gd name="T7" fmla="*/ 140 h 140"/>
                <a:gd name="T8" fmla="*/ 0 w 112"/>
                <a:gd name="T9" fmla="*/ 140 h 140"/>
                <a:gd name="T10" fmla="*/ 0 w 112"/>
                <a:gd name="T11" fmla="*/ 0 h 140"/>
                <a:gd name="T12" fmla="*/ 26 w 112"/>
                <a:gd name="T13" fmla="*/ 24 h 140"/>
                <a:gd name="T14" fmla="*/ 26 w 112"/>
                <a:gd name="T15" fmla="*/ 116 h 140"/>
                <a:gd name="T16" fmla="*/ 36 w 112"/>
                <a:gd name="T17" fmla="*/ 116 h 140"/>
                <a:gd name="T18" fmla="*/ 86 w 112"/>
                <a:gd name="T19" fmla="*/ 70 h 140"/>
                <a:gd name="T20" fmla="*/ 35 w 112"/>
                <a:gd name="T21" fmla="*/ 24 h 140"/>
                <a:gd name="T22" fmla="*/ 26 w 112"/>
                <a:gd name="T23" fmla="*/ 2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40">
                  <a:moveTo>
                    <a:pt x="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85" y="0"/>
                    <a:pt x="112" y="30"/>
                    <a:pt x="112" y="70"/>
                  </a:cubicBezTo>
                  <a:cubicBezTo>
                    <a:pt x="112" y="110"/>
                    <a:pt x="82" y="140"/>
                    <a:pt x="39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6" y="24"/>
                  </a:moveTo>
                  <a:cubicBezTo>
                    <a:pt x="26" y="116"/>
                    <a:pt x="26" y="116"/>
                    <a:pt x="26" y="116"/>
                  </a:cubicBezTo>
                  <a:cubicBezTo>
                    <a:pt x="36" y="116"/>
                    <a:pt x="36" y="116"/>
                    <a:pt x="36" y="116"/>
                  </a:cubicBezTo>
                  <a:cubicBezTo>
                    <a:pt x="67" y="116"/>
                    <a:pt x="86" y="96"/>
                    <a:pt x="86" y="70"/>
                  </a:cubicBezTo>
                  <a:cubicBezTo>
                    <a:pt x="86" y="43"/>
                    <a:pt x="70" y="24"/>
                    <a:pt x="35" y="24"/>
                  </a:cubicBezTo>
                  <a:lnTo>
                    <a:pt x="26" y="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8" name="Freeform 11"/>
            <p:cNvSpPr>
              <a:spLocks noEditPoints="1"/>
            </p:cNvSpPr>
            <p:nvPr userDrawn="1"/>
          </p:nvSpPr>
          <p:spPr bwMode="auto">
            <a:xfrm>
              <a:off x="5989638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8 w 116"/>
                <a:gd name="T3" fmla="*/ 0 h 117"/>
                <a:gd name="T4" fmla="*/ 116 w 116"/>
                <a:gd name="T5" fmla="*/ 59 h 117"/>
                <a:gd name="T6" fmla="*/ 58 w 116"/>
                <a:gd name="T7" fmla="*/ 117 h 117"/>
                <a:gd name="T8" fmla="*/ 0 w 116"/>
                <a:gd name="T9" fmla="*/ 59 h 117"/>
                <a:gd name="T10" fmla="*/ 91 w 116"/>
                <a:gd name="T11" fmla="*/ 59 h 117"/>
                <a:gd name="T12" fmla="*/ 58 w 116"/>
                <a:gd name="T13" fmla="*/ 25 h 117"/>
                <a:gd name="T14" fmla="*/ 26 w 116"/>
                <a:gd name="T15" fmla="*/ 59 h 117"/>
                <a:gd name="T16" fmla="*/ 58 w 116"/>
                <a:gd name="T17" fmla="*/ 93 h 117"/>
                <a:gd name="T18" fmla="*/ 91 w 116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0" y="0"/>
                    <a:pt x="116" y="26"/>
                    <a:pt x="116" y="59"/>
                  </a:cubicBezTo>
                  <a:cubicBezTo>
                    <a:pt x="116" y="91"/>
                    <a:pt x="90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6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6" y="93"/>
                    <a:pt x="91" y="78"/>
                    <a:pt x="9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9" name="Freeform 12"/>
            <p:cNvSpPr>
              <a:spLocks/>
            </p:cNvSpPr>
            <p:nvPr userDrawn="1"/>
          </p:nvSpPr>
          <p:spPr bwMode="auto">
            <a:xfrm>
              <a:off x="6459538" y="4502150"/>
              <a:ext cx="420688" cy="447675"/>
            </a:xfrm>
            <a:custGeom>
              <a:avLst/>
              <a:gdLst>
                <a:gd name="T0" fmla="*/ 0 w 112"/>
                <a:gd name="T1" fmla="*/ 59 h 117"/>
                <a:gd name="T2" fmla="*/ 58 w 112"/>
                <a:gd name="T3" fmla="*/ 0 h 117"/>
                <a:gd name="T4" fmla="*/ 112 w 112"/>
                <a:gd name="T5" fmla="*/ 35 h 117"/>
                <a:gd name="T6" fmla="*/ 89 w 112"/>
                <a:gd name="T7" fmla="*/ 45 h 117"/>
                <a:gd name="T8" fmla="*/ 59 w 112"/>
                <a:gd name="T9" fmla="*/ 25 h 117"/>
                <a:gd name="T10" fmla="*/ 25 w 112"/>
                <a:gd name="T11" fmla="*/ 59 h 117"/>
                <a:gd name="T12" fmla="*/ 59 w 112"/>
                <a:gd name="T13" fmla="*/ 93 h 117"/>
                <a:gd name="T14" fmla="*/ 89 w 112"/>
                <a:gd name="T15" fmla="*/ 72 h 117"/>
                <a:gd name="T16" fmla="*/ 112 w 112"/>
                <a:gd name="T17" fmla="*/ 82 h 117"/>
                <a:gd name="T18" fmla="*/ 58 w 112"/>
                <a:gd name="T19" fmla="*/ 117 h 117"/>
                <a:gd name="T20" fmla="*/ 0 w 112"/>
                <a:gd name="T21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84" y="0"/>
                    <a:pt x="103" y="15"/>
                    <a:pt x="112" y="35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84" y="33"/>
                    <a:pt x="72" y="25"/>
                    <a:pt x="59" y="25"/>
                  </a:cubicBezTo>
                  <a:cubicBezTo>
                    <a:pt x="40" y="25"/>
                    <a:pt x="25" y="40"/>
                    <a:pt x="25" y="59"/>
                  </a:cubicBezTo>
                  <a:cubicBezTo>
                    <a:pt x="25" y="78"/>
                    <a:pt x="40" y="93"/>
                    <a:pt x="59" y="93"/>
                  </a:cubicBezTo>
                  <a:cubicBezTo>
                    <a:pt x="73" y="93"/>
                    <a:pt x="84" y="84"/>
                    <a:pt x="89" y="72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03" y="103"/>
                    <a:pt x="84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0" name="Freeform 13"/>
            <p:cNvSpPr>
              <a:spLocks/>
            </p:cNvSpPr>
            <p:nvPr userDrawn="1"/>
          </p:nvSpPr>
          <p:spPr bwMode="auto">
            <a:xfrm>
              <a:off x="6916738" y="4513263"/>
              <a:ext cx="379413" cy="436562"/>
            </a:xfrm>
            <a:custGeom>
              <a:avLst/>
              <a:gdLst>
                <a:gd name="T0" fmla="*/ 101 w 101"/>
                <a:gd name="T1" fmla="*/ 112 h 114"/>
                <a:gd name="T2" fmla="*/ 76 w 101"/>
                <a:gd name="T3" fmla="*/ 112 h 114"/>
                <a:gd name="T4" fmla="*/ 76 w 101"/>
                <a:gd name="T5" fmla="*/ 99 h 114"/>
                <a:gd name="T6" fmla="*/ 43 w 101"/>
                <a:gd name="T7" fmla="*/ 114 h 114"/>
                <a:gd name="T8" fmla="*/ 0 w 101"/>
                <a:gd name="T9" fmla="*/ 66 h 114"/>
                <a:gd name="T10" fmla="*/ 0 w 101"/>
                <a:gd name="T11" fmla="*/ 0 h 114"/>
                <a:gd name="T12" fmla="*/ 26 w 101"/>
                <a:gd name="T13" fmla="*/ 0 h 114"/>
                <a:gd name="T14" fmla="*/ 26 w 101"/>
                <a:gd name="T15" fmla="*/ 64 h 114"/>
                <a:gd name="T16" fmla="*/ 50 w 101"/>
                <a:gd name="T17" fmla="*/ 92 h 114"/>
                <a:gd name="T18" fmla="*/ 75 w 101"/>
                <a:gd name="T19" fmla="*/ 61 h 114"/>
                <a:gd name="T20" fmla="*/ 75 w 101"/>
                <a:gd name="T21" fmla="*/ 0 h 114"/>
                <a:gd name="T22" fmla="*/ 101 w 101"/>
                <a:gd name="T23" fmla="*/ 0 h 114"/>
                <a:gd name="T24" fmla="*/ 101 w 101"/>
                <a:gd name="T25" fmla="*/ 1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1" h="114">
                  <a:moveTo>
                    <a:pt x="101" y="112"/>
                  </a:moveTo>
                  <a:cubicBezTo>
                    <a:pt x="76" y="112"/>
                    <a:pt x="76" y="112"/>
                    <a:pt x="76" y="112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68" y="109"/>
                    <a:pt x="58" y="114"/>
                    <a:pt x="43" y="114"/>
                  </a:cubicBezTo>
                  <a:cubicBezTo>
                    <a:pt x="17" y="114"/>
                    <a:pt x="0" y="96"/>
                    <a:pt x="0" y="6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81"/>
                    <a:pt x="34" y="92"/>
                    <a:pt x="50" y="92"/>
                  </a:cubicBezTo>
                  <a:cubicBezTo>
                    <a:pt x="65" y="92"/>
                    <a:pt x="75" y="81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101" y="0"/>
                    <a:pt x="101" y="0"/>
                    <a:pt x="101" y="0"/>
                  </a:cubicBezTo>
                  <a:lnTo>
                    <a:pt x="101" y="1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1" name="Freeform 14"/>
            <p:cNvSpPr>
              <a:spLocks/>
            </p:cNvSpPr>
            <p:nvPr userDrawn="1"/>
          </p:nvSpPr>
          <p:spPr bwMode="auto">
            <a:xfrm>
              <a:off x="7356475" y="4502150"/>
              <a:ext cx="665163" cy="439737"/>
            </a:xfrm>
            <a:custGeom>
              <a:avLst/>
              <a:gdLst>
                <a:gd name="T0" fmla="*/ 0 w 177"/>
                <a:gd name="T1" fmla="*/ 3 h 115"/>
                <a:gd name="T2" fmla="*/ 26 w 177"/>
                <a:gd name="T3" fmla="*/ 3 h 115"/>
                <a:gd name="T4" fmla="*/ 26 w 177"/>
                <a:gd name="T5" fmla="*/ 16 h 115"/>
                <a:gd name="T6" fmla="*/ 58 w 177"/>
                <a:gd name="T7" fmla="*/ 0 h 115"/>
                <a:gd name="T8" fmla="*/ 94 w 177"/>
                <a:gd name="T9" fmla="*/ 20 h 115"/>
                <a:gd name="T10" fmla="*/ 131 w 177"/>
                <a:gd name="T11" fmla="*/ 0 h 115"/>
                <a:gd name="T12" fmla="*/ 177 w 177"/>
                <a:gd name="T13" fmla="*/ 47 h 115"/>
                <a:gd name="T14" fmla="*/ 177 w 177"/>
                <a:gd name="T15" fmla="*/ 115 h 115"/>
                <a:gd name="T16" fmla="*/ 151 w 177"/>
                <a:gd name="T17" fmla="*/ 115 h 115"/>
                <a:gd name="T18" fmla="*/ 151 w 177"/>
                <a:gd name="T19" fmla="*/ 50 h 115"/>
                <a:gd name="T20" fmla="*/ 126 w 177"/>
                <a:gd name="T21" fmla="*/ 23 h 115"/>
                <a:gd name="T22" fmla="*/ 101 w 177"/>
                <a:gd name="T23" fmla="*/ 52 h 115"/>
                <a:gd name="T24" fmla="*/ 101 w 177"/>
                <a:gd name="T25" fmla="*/ 115 h 115"/>
                <a:gd name="T26" fmla="*/ 75 w 177"/>
                <a:gd name="T27" fmla="*/ 115 h 115"/>
                <a:gd name="T28" fmla="*/ 75 w 177"/>
                <a:gd name="T29" fmla="*/ 49 h 115"/>
                <a:gd name="T30" fmla="*/ 51 w 177"/>
                <a:gd name="T31" fmla="*/ 23 h 115"/>
                <a:gd name="T32" fmla="*/ 26 w 177"/>
                <a:gd name="T33" fmla="*/ 53 h 115"/>
                <a:gd name="T34" fmla="*/ 26 w 177"/>
                <a:gd name="T35" fmla="*/ 115 h 115"/>
                <a:gd name="T36" fmla="*/ 0 w 177"/>
                <a:gd name="T37" fmla="*/ 115 h 115"/>
                <a:gd name="T38" fmla="*/ 0 w 177"/>
                <a:gd name="T39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7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6"/>
                    <a:pt x="44" y="0"/>
                    <a:pt x="58" y="0"/>
                  </a:cubicBezTo>
                  <a:cubicBezTo>
                    <a:pt x="75" y="0"/>
                    <a:pt x="88" y="8"/>
                    <a:pt x="94" y="20"/>
                  </a:cubicBezTo>
                  <a:cubicBezTo>
                    <a:pt x="102" y="8"/>
                    <a:pt x="115" y="0"/>
                    <a:pt x="131" y="0"/>
                  </a:cubicBezTo>
                  <a:cubicBezTo>
                    <a:pt x="162" y="0"/>
                    <a:pt x="177" y="18"/>
                    <a:pt x="177" y="47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33"/>
                    <a:pt x="142" y="23"/>
                    <a:pt x="126" y="23"/>
                  </a:cubicBezTo>
                  <a:cubicBezTo>
                    <a:pt x="112" y="23"/>
                    <a:pt x="101" y="33"/>
                    <a:pt x="101" y="52"/>
                  </a:cubicBezTo>
                  <a:cubicBezTo>
                    <a:pt x="101" y="115"/>
                    <a:pt x="101" y="115"/>
                    <a:pt x="101" y="115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33"/>
                    <a:pt x="67" y="23"/>
                    <a:pt x="51" y="23"/>
                  </a:cubicBezTo>
                  <a:cubicBezTo>
                    <a:pt x="37" y="23"/>
                    <a:pt x="26" y="33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2" name="Freeform 15"/>
            <p:cNvSpPr>
              <a:spLocks noEditPoints="1"/>
            </p:cNvSpPr>
            <p:nvPr userDrawn="1"/>
          </p:nvSpPr>
          <p:spPr bwMode="auto">
            <a:xfrm>
              <a:off x="8062913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9 w 116"/>
                <a:gd name="T3" fmla="*/ 0 h 117"/>
                <a:gd name="T4" fmla="*/ 116 w 116"/>
                <a:gd name="T5" fmla="*/ 58 h 117"/>
                <a:gd name="T6" fmla="*/ 116 w 116"/>
                <a:gd name="T7" fmla="*/ 68 h 117"/>
                <a:gd name="T8" fmla="*/ 25 w 116"/>
                <a:gd name="T9" fmla="*/ 68 h 117"/>
                <a:gd name="T10" fmla="*/ 60 w 116"/>
                <a:gd name="T11" fmla="*/ 94 h 117"/>
                <a:gd name="T12" fmla="*/ 91 w 116"/>
                <a:gd name="T13" fmla="*/ 75 h 117"/>
                <a:gd name="T14" fmla="*/ 112 w 116"/>
                <a:gd name="T15" fmla="*/ 87 h 117"/>
                <a:gd name="T16" fmla="*/ 60 w 116"/>
                <a:gd name="T17" fmla="*/ 117 h 117"/>
                <a:gd name="T18" fmla="*/ 0 w 116"/>
                <a:gd name="T19" fmla="*/ 59 h 117"/>
                <a:gd name="T20" fmla="*/ 26 w 116"/>
                <a:gd name="T21" fmla="*/ 46 h 117"/>
                <a:gd name="T22" fmla="*/ 90 w 116"/>
                <a:gd name="T23" fmla="*/ 46 h 117"/>
                <a:gd name="T24" fmla="*/ 59 w 116"/>
                <a:gd name="T25" fmla="*/ 23 h 117"/>
                <a:gd name="T26" fmla="*/ 26 w 116"/>
                <a:gd name="T27" fmla="*/ 4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9" y="0"/>
                  </a:cubicBezTo>
                  <a:cubicBezTo>
                    <a:pt x="92" y="0"/>
                    <a:pt x="116" y="25"/>
                    <a:pt x="116" y="58"/>
                  </a:cubicBezTo>
                  <a:cubicBezTo>
                    <a:pt x="116" y="68"/>
                    <a:pt x="116" y="68"/>
                    <a:pt x="116" y="68"/>
                  </a:cubicBezTo>
                  <a:cubicBezTo>
                    <a:pt x="25" y="68"/>
                    <a:pt x="25" y="68"/>
                    <a:pt x="25" y="68"/>
                  </a:cubicBezTo>
                  <a:cubicBezTo>
                    <a:pt x="28" y="84"/>
                    <a:pt x="41" y="94"/>
                    <a:pt x="60" y="94"/>
                  </a:cubicBezTo>
                  <a:cubicBezTo>
                    <a:pt x="74" y="94"/>
                    <a:pt x="85" y="87"/>
                    <a:pt x="91" y="75"/>
                  </a:cubicBezTo>
                  <a:cubicBezTo>
                    <a:pt x="112" y="87"/>
                    <a:pt x="112" y="87"/>
                    <a:pt x="112" y="87"/>
                  </a:cubicBezTo>
                  <a:cubicBezTo>
                    <a:pt x="102" y="105"/>
                    <a:pt x="84" y="117"/>
                    <a:pt x="60" y="117"/>
                  </a:cubicBezTo>
                  <a:cubicBezTo>
                    <a:pt x="24" y="117"/>
                    <a:pt x="0" y="92"/>
                    <a:pt x="0" y="59"/>
                  </a:cubicBezTo>
                  <a:close/>
                  <a:moveTo>
                    <a:pt x="26" y="46"/>
                  </a:moveTo>
                  <a:cubicBezTo>
                    <a:pt x="90" y="46"/>
                    <a:pt x="90" y="46"/>
                    <a:pt x="90" y="46"/>
                  </a:cubicBezTo>
                  <a:cubicBezTo>
                    <a:pt x="86" y="31"/>
                    <a:pt x="75" y="23"/>
                    <a:pt x="59" y="23"/>
                  </a:cubicBezTo>
                  <a:cubicBezTo>
                    <a:pt x="43" y="23"/>
                    <a:pt x="31" y="33"/>
                    <a:pt x="26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3" name="Freeform 16"/>
            <p:cNvSpPr>
              <a:spLocks/>
            </p:cNvSpPr>
            <p:nvPr userDrawn="1"/>
          </p:nvSpPr>
          <p:spPr bwMode="auto">
            <a:xfrm>
              <a:off x="8543925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59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7 w 104"/>
                <a:gd name="T13" fmla="*/ 115 h 115"/>
                <a:gd name="T14" fmla="*/ 77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59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34"/>
                    <a:pt x="69" y="23"/>
                    <a:pt x="52" y="23"/>
                  </a:cubicBezTo>
                  <a:cubicBezTo>
                    <a:pt x="37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Freeform 17"/>
            <p:cNvSpPr>
              <a:spLocks/>
            </p:cNvSpPr>
            <p:nvPr userDrawn="1"/>
          </p:nvSpPr>
          <p:spPr bwMode="auto">
            <a:xfrm>
              <a:off x="8956675" y="4379913"/>
              <a:ext cx="255588" cy="561975"/>
            </a:xfrm>
            <a:custGeom>
              <a:avLst/>
              <a:gdLst>
                <a:gd name="T0" fmla="*/ 0 w 68"/>
                <a:gd name="T1" fmla="*/ 35 h 147"/>
                <a:gd name="T2" fmla="*/ 19 w 68"/>
                <a:gd name="T3" fmla="*/ 35 h 147"/>
                <a:gd name="T4" fmla="*/ 19 w 68"/>
                <a:gd name="T5" fmla="*/ 18 h 147"/>
                <a:gd name="T6" fmla="*/ 45 w 68"/>
                <a:gd name="T7" fmla="*/ 0 h 147"/>
                <a:gd name="T8" fmla="*/ 45 w 68"/>
                <a:gd name="T9" fmla="*/ 35 h 147"/>
                <a:gd name="T10" fmla="*/ 68 w 68"/>
                <a:gd name="T11" fmla="*/ 35 h 147"/>
                <a:gd name="T12" fmla="*/ 68 w 68"/>
                <a:gd name="T13" fmla="*/ 58 h 147"/>
                <a:gd name="T14" fmla="*/ 45 w 68"/>
                <a:gd name="T15" fmla="*/ 58 h 147"/>
                <a:gd name="T16" fmla="*/ 45 w 68"/>
                <a:gd name="T17" fmla="*/ 100 h 147"/>
                <a:gd name="T18" fmla="*/ 68 w 68"/>
                <a:gd name="T19" fmla="*/ 123 h 147"/>
                <a:gd name="T20" fmla="*/ 68 w 68"/>
                <a:gd name="T21" fmla="*/ 147 h 147"/>
                <a:gd name="T22" fmla="*/ 64 w 68"/>
                <a:gd name="T23" fmla="*/ 147 h 147"/>
                <a:gd name="T24" fmla="*/ 19 w 68"/>
                <a:gd name="T25" fmla="*/ 100 h 147"/>
                <a:gd name="T26" fmla="*/ 19 w 68"/>
                <a:gd name="T27" fmla="*/ 58 h 147"/>
                <a:gd name="T28" fmla="*/ 0 w 68"/>
                <a:gd name="T29" fmla="*/ 58 h 147"/>
                <a:gd name="T30" fmla="*/ 0 w 68"/>
                <a:gd name="T31" fmla="*/ 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147">
                  <a:moveTo>
                    <a:pt x="0" y="35"/>
                  </a:moveTo>
                  <a:cubicBezTo>
                    <a:pt x="19" y="35"/>
                    <a:pt x="19" y="35"/>
                    <a:pt x="19" y="35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8" y="58"/>
                    <a:pt x="68" y="58"/>
                    <a:pt x="68" y="58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20"/>
                    <a:pt x="48" y="123"/>
                    <a:pt x="68" y="123"/>
                  </a:cubicBezTo>
                  <a:cubicBezTo>
                    <a:pt x="68" y="147"/>
                    <a:pt x="68" y="147"/>
                    <a:pt x="68" y="147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30" y="147"/>
                    <a:pt x="19" y="136"/>
                    <a:pt x="19" y="100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1640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_v2">
    <p:bg>
      <p:bgPr>
        <a:solidFill>
          <a:srgbClr val="0000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3278" y="2270272"/>
            <a:ext cx="11282119" cy="88024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 sz="4400" b="0" baseline="0">
                <a:solidFill>
                  <a:schemeClr val="bg1"/>
                </a:solidFill>
                <a:latin typeface="Samsung Sharp Sans Bold" pitchFamily="2" charset="0"/>
                <a:ea typeface="SamsungOneKorean 700" panose="020B0803030303020204" pitchFamily="50" charset="-127"/>
                <a:cs typeface="Samsung Sharp Sans Bold" pitchFamily="2" charset="0"/>
              </a:defRPr>
            </a:lvl1pPr>
            <a:lvl2pPr>
              <a:defRPr sz="4800">
                <a:solidFill>
                  <a:schemeClr val="bg1"/>
                </a:solidFill>
                <a:latin typeface="+mj-lt"/>
                <a:ea typeface="+mn-ea"/>
              </a:defRPr>
            </a:lvl2pPr>
            <a:lvl3pPr>
              <a:defRPr sz="4800">
                <a:solidFill>
                  <a:schemeClr val="bg1"/>
                </a:solidFill>
                <a:latin typeface="+mj-lt"/>
                <a:ea typeface="+mn-ea"/>
              </a:defRPr>
            </a:lvl3pPr>
            <a:lvl4pPr>
              <a:defRPr sz="4800">
                <a:solidFill>
                  <a:schemeClr val="bg1"/>
                </a:solidFill>
                <a:latin typeface="+mj-lt"/>
                <a:ea typeface="+mn-ea"/>
              </a:defRPr>
            </a:lvl4pPr>
            <a:lvl5pPr>
              <a:defRPr sz="4800">
                <a:solidFill>
                  <a:schemeClr val="bg1"/>
                </a:solidFill>
                <a:latin typeface="+mj-lt"/>
                <a:ea typeface="+mn-ea"/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/>
            </a:pPr>
            <a:r>
              <a:rPr lang="en-US" altLang="ko-KR" dirty="0"/>
              <a:t>Project name or document title</a:t>
            </a:r>
          </a:p>
        </p:txBody>
      </p:sp>
      <p:pic>
        <p:nvPicPr>
          <p:cNvPr id="8" name="Shape 230" descr="Samsung logo white.png"/>
          <p:cNvPicPr preferRelativeResize="0"/>
          <p:nvPr userDrawn="1"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6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직선 연결선 4"/>
          <p:cNvCxnSpPr/>
          <p:nvPr userDrawn="1"/>
        </p:nvCxnSpPr>
        <p:spPr>
          <a:xfrm>
            <a:off x="446709" y="6130905"/>
            <a:ext cx="11300746" cy="0"/>
          </a:xfrm>
          <a:prstGeom prst="lin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1" name="그룹 570"/>
          <p:cNvGrpSpPr/>
          <p:nvPr userDrawn="1"/>
        </p:nvGrpSpPr>
        <p:grpSpPr>
          <a:xfrm>
            <a:off x="446709" y="6204370"/>
            <a:ext cx="11300746" cy="285330"/>
            <a:chOff x="446708" y="5942993"/>
            <a:chExt cx="11315609" cy="321612"/>
          </a:xfrm>
        </p:grpSpPr>
        <p:grpSp>
          <p:nvGrpSpPr>
            <p:cNvPr id="570" name="그룹 569"/>
            <p:cNvGrpSpPr/>
            <p:nvPr userDrawn="1"/>
          </p:nvGrpSpPr>
          <p:grpSpPr>
            <a:xfrm>
              <a:off x="446708" y="5942993"/>
              <a:ext cx="939109" cy="114494"/>
              <a:chOff x="446708" y="5942993"/>
              <a:chExt cx="939109" cy="114494"/>
            </a:xfrm>
          </p:grpSpPr>
          <p:sp>
            <p:nvSpPr>
              <p:cNvPr id="365" name="Freeform 285"/>
              <p:cNvSpPr>
                <a:spLocks/>
              </p:cNvSpPr>
              <p:nvPr userDrawn="1"/>
            </p:nvSpPr>
            <p:spPr bwMode="auto">
              <a:xfrm>
                <a:off x="446708" y="5942993"/>
                <a:ext cx="78474" cy="114494"/>
              </a:xfrm>
              <a:custGeom>
                <a:avLst/>
                <a:gdLst>
                  <a:gd name="T0" fmla="*/ 26 w 26"/>
                  <a:gd name="T1" fmla="*/ 35 h 37"/>
                  <a:gd name="T2" fmla="*/ 17 w 26"/>
                  <a:gd name="T3" fmla="*/ 37 h 37"/>
                  <a:gd name="T4" fmla="*/ 0 w 26"/>
                  <a:gd name="T5" fmla="*/ 19 h 37"/>
                  <a:gd name="T6" fmla="*/ 17 w 26"/>
                  <a:gd name="T7" fmla="*/ 0 h 37"/>
                  <a:gd name="T8" fmla="*/ 26 w 26"/>
                  <a:gd name="T9" fmla="*/ 3 h 37"/>
                  <a:gd name="T10" fmla="*/ 25 w 26"/>
                  <a:gd name="T11" fmla="*/ 8 h 37"/>
                  <a:gd name="T12" fmla="*/ 17 w 26"/>
                  <a:gd name="T13" fmla="*/ 6 h 37"/>
                  <a:gd name="T14" fmla="*/ 7 w 26"/>
                  <a:gd name="T15" fmla="*/ 19 h 37"/>
                  <a:gd name="T16" fmla="*/ 17 w 26"/>
                  <a:gd name="T17" fmla="*/ 31 h 37"/>
                  <a:gd name="T18" fmla="*/ 25 w 26"/>
                  <a:gd name="T19" fmla="*/ 29 h 37"/>
                  <a:gd name="T20" fmla="*/ 26 w 26"/>
                  <a:gd name="T21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37">
                    <a:moveTo>
                      <a:pt x="26" y="35"/>
                    </a:moveTo>
                    <a:cubicBezTo>
                      <a:pt x="24" y="36"/>
                      <a:pt x="21" y="37"/>
                      <a:pt x="17" y="37"/>
                    </a:cubicBezTo>
                    <a:cubicBezTo>
                      <a:pt x="6" y="37"/>
                      <a:pt x="0" y="29"/>
                      <a:pt x="0" y="19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2" y="7"/>
                      <a:pt x="20" y="6"/>
                      <a:pt x="17" y="6"/>
                    </a:cubicBezTo>
                    <a:cubicBezTo>
                      <a:pt x="10" y="6"/>
                      <a:pt x="7" y="12"/>
                      <a:pt x="7" y="19"/>
                    </a:cubicBezTo>
                    <a:cubicBezTo>
                      <a:pt x="7" y="26"/>
                      <a:pt x="9" y="31"/>
                      <a:pt x="17" y="31"/>
                    </a:cubicBezTo>
                    <a:cubicBezTo>
                      <a:pt x="20" y="31"/>
                      <a:pt x="22" y="30"/>
                      <a:pt x="25" y="29"/>
                    </a:cubicBezTo>
                    <a:lnTo>
                      <a:pt x="26" y="35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6" name="Freeform 286"/>
              <p:cNvSpPr>
                <a:spLocks noEditPoints="1"/>
              </p:cNvSpPr>
              <p:nvPr userDrawn="1"/>
            </p:nvSpPr>
            <p:spPr bwMode="auto">
              <a:xfrm>
                <a:off x="534187" y="5942993"/>
                <a:ext cx="91338" cy="114494"/>
              </a:xfrm>
              <a:custGeom>
                <a:avLst/>
                <a:gdLst>
                  <a:gd name="T0" fmla="*/ 15 w 30"/>
                  <a:gd name="T1" fmla="*/ 0 h 37"/>
                  <a:gd name="T2" fmla="*/ 30 w 30"/>
                  <a:gd name="T3" fmla="*/ 19 h 37"/>
                  <a:gd name="T4" fmla="*/ 15 w 30"/>
                  <a:gd name="T5" fmla="*/ 37 h 37"/>
                  <a:gd name="T6" fmla="*/ 0 w 30"/>
                  <a:gd name="T7" fmla="*/ 19 h 37"/>
                  <a:gd name="T8" fmla="*/ 15 w 30"/>
                  <a:gd name="T9" fmla="*/ 0 h 37"/>
                  <a:gd name="T10" fmla="*/ 15 w 30"/>
                  <a:gd name="T11" fmla="*/ 6 h 37"/>
                  <a:gd name="T12" fmla="*/ 6 w 30"/>
                  <a:gd name="T13" fmla="*/ 19 h 37"/>
                  <a:gd name="T14" fmla="*/ 15 w 30"/>
                  <a:gd name="T15" fmla="*/ 31 h 37"/>
                  <a:gd name="T16" fmla="*/ 24 w 30"/>
                  <a:gd name="T17" fmla="*/ 19 h 37"/>
                  <a:gd name="T18" fmla="*/ 15 w 30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37">
                    <a:moveTo>
                      <a:pt x="15" y="0"/>
                    </a:moveTo>
                    <a:cubicBezTo>
                      <a:pt x="25" y="0"/>
                      <a:pt x="30" y="9"/>
                      <a:pt x="30" y="19"/>
                    </a:cubicBezTo>
                    <a:cubicBezTo>
                      <a:pt x="30" y="29"/>
                      <a:pt x="25" y="37"/>
                      <a:pt x="15" y="37"/>
                    </a:cubicBezTo>
                    <a:cubicBezTo>
                      <a:pt x="5" y="37"/>
                      <a:pt x="0" y="29"/>
                      <a:pt x="0" y="19"/>
                    </a:cubicBezTo>
                    <a:cubicBezTo>
                      <a:pt x="0" y="9"/>
                      <a:pt x="5" y="0"/>
                      <a:pt x="15" y="0"/>
                    </a:cubicBezTo>
                    <a:close/>
                    <a:moveTo>
                      <a:pt x="15" y="6"/>
                    </a:moveTo>
                    <a:cubicBezTo>
                      <a:pt x="8" y="6"/>
                      <a:pt x="6" y="12"/>
                      <a:pt x="6" y="19"/>
                    </a:cubicBezTo>
                    <a:cubicBezTo>
                      <a:pt x="6" y="25"/>
                      <a:pt x="8" y="31"/>
                      <a:pt x="15" y="31"/>
                    </a:cubicBezTo>
                    <a:cubicBezTo>
                      <a:pt x="21" y="31"/>
                      <a:pt x="24" y="25"/>
                      <a:pt x="24" y="19"/>
                    </a:cubicBezTo>
                    <a:cubicBezTo>
                      <a:pt x="24" y="12"/>
                      <a:pt x="21" y="6"/>
                      <a:pt x="15" y="6"/>
                    </a:cubicBez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7" name="Freeform 287"/>
              <p:cNvSpPr>
                <a:spLocks/>
              </p:cNvSpPr>
              <p:nvPr userDrawn="1"/>
            </p:nvSpPr>
            <p:spPr bwMode="auto">
              <a:xfrm>
                <a:off x="640962" y="5945566"/>
                <a:ext cx="78474" cy="111921"/>
              </a:xfrm>
              <a:custGeom>
                <a:avLst/>
                <a:gdLst>
                  <a:gd name="T0" fmla="*/ 61 w 61"/>
                  <a:gd name="T1" fmla="*/ 87 h 87"/>
                  <a:gd name="T2" fmla="*/ 44 w 61"/>
                  <a:gd name="T3" fmla="*/ 87 h 87"/>
                  <a:gd name="T4" fmla="*/ 14 w 61"/>
                  <a:gd name="T5" fmla="*/ 27 h 87"/>
                  <a:gd name="T6" fmla="*/ 14 w 61"/>
                  <a:gd name="T7" fmla="*/ 87 h 87"/>
                  <a:gd name="T8" fmla="*/ 0 w 61"/>
                  <a:gd name="T9" fmla="*/ 87 h 87"/>
                  <a:gd name="T10" fmla="*/ 0 w 61"/>
                  <a:gd name="T11" fmla="*/ 0 h 87"/>
                  <a:gd name="T12" fmla="*/ 14 w 61"/>
                  <a:gd name="T13" fmla="*/ 0 h 87"/>
                  <a:gd name="T14" fmla="*/ 47 w 61"/>
                  <a:gd name="T15" fmla="*/ 60 h 87"/>
                  <a:gd name="T16" fmla="*/ 47 w 61"/>
                  <a:gd name="T17" fmla="*/ 0 h 87"/>
                  <a:gd name="T18" fmla="*/ 61 w 61"/>
                  <a:gd name="T19" fmla="*/ 0 h 87"/>
                  <a:gd name="T20" fmla="*/ 61 w 61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87">
                    <a:moveTo>
                      <a:pt x="61" y="87"/>
                    </a:moveTo>
                    <a:lnTo>
                      <a:pt x="44" y="87"/>
                    </a:lnTo>
                    <a:lnTo>
                      <a:pt x="14" y="27"/>
                    </a:lnTo>
                    <a:lnTo>
                      <a:pt x="14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47" y="60"/>
                    </a:lnTo>
                    <a:lnTo>
                      <a:pt x="47" y="0"/>
                    </a:lnTo>
                    <a:lnTo>
                      <a:pt x="61" y="0"/>
                    </a:lnTo>
                    <a:lnTo>
                      <a:pt x="61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8" name="Freeform 288"/>
              <p:cNvSpPr>
                <a:spLocks/>
              </p:cNvSpPr>
              <p:nvPr userDrawn="1"/>
            </p:nvSpPr>
            <p:spPr bwMode="auto">
              <a:xfrm>
                <a:off x="740018" y="5945566"/>
                <a:ext cx="57891" cy="111921"/>
              </a:xfrm>
              <a:custGeom>
                <a:avLst/>
                <a:gdLst>
                  <a:gd name="T0" fmla="*/ 45 w 45"/>
                  <a:gd name="T1" fmla="*/ 14 h 87"/>
                  <a:gd name="T2" fmla="*/ 17 w 45"/>
                  <a:gd name="T3" fmla="*/ 14 h 87"/>
                  <a:gd name="T4" fmla="*/ 17 w 45"/>
                  <a:gd name="T5" fmla="*/ 34 h 87"/>
                  <a:gd name="T6" fmla="*/ 43 w 45"/>
                  <a:gd name="T7" fmla="*/ 34 h 87"/>
                  <a:gd name="T8" fmla="*/ 43 w 45"/>
                  <a:gd name="T9" fmla="*/ 48 h 87"/>
                  <a:gd name="T10" fmla="*/ 17 w 45"/>
                  <a:gd name="T11" fmla="*/ 48 h 87"/>
                  <a:gd name="T12" fmla="*/ 17 w 45"/>
                  <a:gd name="T13" fmla="*/ 87 h 87"/>
                  <a:gd name="T14" fmla="*/ 0 w 45"/>
                  <a:gd name="T15" fmla="*/ 87 h 87"/>
                  <a:gd name="T16" fmla="*/ 0 w 45"/>
                  <a:gd name="T17" fmla="*/ 0 h 87"/>
                  <a:gd name="T18" fmla="*/ 45 w 45"/>
                  <a:gd name="T19" fmla="*/ 0 h 87"/>
                  <a:gd name="T20" fmla="*/ 45 w 45"/>
                  <a:gd name="T21" fmla="*/ 1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87">
                    <a:moveTo>
                      <a:pt x="45" y="14"/>
                    </a:moveTo>
                    <a:lnTo>
                      <a:pt x="17" y="14"/>
                    </a:lnTo>
                    <a:lnTo>
                      <a:pt x="17" y="34"/>
                    </a:lnTo>
                    <a:lnTo>
                      <a:pt x="43" y="34"/>
                    </a:lnTo>
                    <a:lnTo>
                      <a:pt x="43" y="48"/>
                    </a:lnTo>
                    <a:lnTo>
                      <a:pt x="17" y="48"/>
                    </a:lnTo>
                    <a:lnTo>
                      <a:pt x="17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45" y="0"/>
                    </a:lnTo>
                    <a:lnTo>
                      <a:pt x="45" y="14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9" name="Rectangle 289"/>
              <p:cNvSpPr>
                <a:spLocks noChangeArrowheads="1"/>
              </p:cNvSpPr>
              <p:nvPr userDrawn="1"/>
            </p:nvSpPr>
            <p:spPr bwMode="auto">
              <a:xfrm>
                <a:off x="810774" y="5945566"/>
                <a:ext cx="20583" cy="111921"/>
              </a:xfrm>
              <a:prstGeom prst="rect">
                <a:avLst/>
              </a:pr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0" name="Freeform 290"/>
              <p:cNvSpPr>
                <a:spLocks noEditPoints="1"/>
              </p:cNvSpPr>
              <p:nvPr userDrawn="1"/>
            </p:nvSpPr>
            <p:spPr bwMode="auto">
              <a:xfrm>
                <a:off x="849367" y="5945566"/>
                <a:ext cx="78474" cy="111921"/>
              </a:xfrm>
              <a:custGeom>
                <a:avLst/>
                <a:gdLst>
                  <a:gd name="T0" fmla="*/ 0 w 26"/>
                  <a:gd name="T1" fmla="*/ 0 h 36"/>
                  <a:gd name="T2" fmla="*/ 10 w 26"/>
                  <a:gd name="T3" fmla="*/ 0 h 36"/>
                  <a:gd name="T4" fmla="*/ 26 w 26"/>
                  <a:gd name="T5" fmla="*/ 17 h 36"/>
                  <a:gd name="T6" fmla="*/ 10 w 26"/>
                  <a:gd name="T7" fmla="*/ 36 h 36"/>
                  <a:gd name="T8" fmla="*/ 0 w 26"/>
                  <a:gd name="T9" fmla="*/ 36 h 36"/>
                  <a:gd name="T10" fmla="*/ 0 w 26"/>
                  <a:gd name="T11" fmla="*/ 0 h 36"/>
                  <a:gd name="T12" fmla="*/ 7 w 26"/>
                  <a:gd name="T13" fmla="*/ 30 h 36"/>
                  <a:gd name="T14" fmla="*/ 8 w 26"/>
                  <a:gd name="T15" fmla="*/ 30 h 36"/>
                  <a:gd name="T16" fmla="*/ 19 w 26"/>
                  <a:gd name="T17" fmla="*/ 17 h 36"/>
                  <a:gd name="T18" fmla="*/ 8 w 26"/>
                  <a:gd name="T19" fmla="*/ 6 h 36"/>
                  <a:gd name="T20" fmla="*/ 7 w 26"/>
                  <a:gd name="T21" fmla="*/ 6 h 36"/>
                  <a:gd name="T22" fmla="*/ 7 w 26"/>
                  <a:gd name="T23" fmla="*/ 3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" h="36">
                    <a:moveTo>
                      <a:pt x="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8" y="0"/>
                      <a:pt x="26" y="6"/>
                      <a:pt x="26" y="17"/>
                    </a:cubicBezTo>
                    <a:cubicBezTo>
                      <a:pt x="26" y="29"/>
                      <a:pt x="18" y="36"/>
                      <a:pt x="10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7" y="30"/>
                    </a:moveTo>
                    <a:cubicBezTo>
                      <a:pt x="8" y="30"/>
                      <a:pt x="8" y="30"/>
                      <a:pt x="8" y="30"/>
                    </a:cubicBezTo>
                    <a:cubicBezTo>
                      <a:pt x="15" y="30"/>
                      <a:pt x="19" y="25"/>
                      <a:pt x="19" y="17"/>
                    </a:cubicBezTo>
                    <a:cubicBezTo>
                      <a:pt x="19" y="10"/>
                      <a:pt x="15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7" y="30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1" name="Freeform 291"/>
              <p:cNvSpPr>
                <a:spLocks/>
              </p:cNvSpPr>
              <p:nvPr userDrawn="1"/>
            </p:nvSpPr>
            <p:spPr bwMode="auto">
              <a:xfrm>
                <a:off x="940705" y="5945566"/>
                <a:ext cx="57891" cy="111921"/>
              </a:xfrm>
              <a:custGeom>
                <a:avLst/>
                <a:gdLst>
                  <a:gd name="T0" fmla="*/ 45 w 45"/>
                  <a:gd name="T1" fmla="*/ 87 h 87"/>
                  <a:gd name="T2" fmla="*/ 0 w 45"/>
                  <a:gd name="T3" fmla="*/ 87 h 87"/>
                  <a:gd name="T4" fmla="*/ 0 w 45"/>
                  <a:gd name="T5" fmla="*/ 0 h 87"/>
                  <a:gd name="T6" fmla="*/ 45 w 45"/>
                  <a:gd name="T7" fmla="*/ 0 h 87"/>
                  <a:gd name="T8" fmla="*/ 45 w 45"/>
                  <a:gd name="T9" fmla="*/ 14 h 87"/>
                  <a:gd name="T10" fmla="*/ 16 w 45"/>
                  <a:gd name="T11" fmla="*/ 14 h 87"/>
                  <a:gd name="T12" fmla="*/ 16 w 45"/>
                  <a:gd name="T13" fmla="*/ 34 h 87"/>
                  <a:gd name="T14" fmla="*/ 42 w 45"/>
                  <a:gd name="T15" fmla="*/ 34 h 87"/>
                  <a:gd name="T16" fmla="*/ 42 w 45"/>
                  <a:gd name="T17" fmla="*/ 48 h 87"/>
                  <a:gd name="T18" fmla="*/ 16 w 45"/>
                  <a:gd name="T19" fmla="*/ 48 h 87"/>
                  <a:gd name="T20" fmla="*/ 16 w 45"/>
                  <a:gd name="T21" fmla="*/ 72 h 87"/>
                  <a:gd name="T22" fmla="*/ 45 w 45"/>
                  <a:gd name="T23" fmla="*/ 72 h 87"/>
                  <a:gd name="T24" fmla="*/ 45 w 45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87">
                    <a:moveTo>
                      <a:pt x="45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5" y="0"/>
                    </a:lnTo>
                    <a:lnTo>
                      <a:pt x="45" y="14"/>
                    </a:lnTo>
                    <a:lnTo>
                      <a:pt x="16" y="14"/>
                    </a:lnTo>
                    <a:lnTo>
                      <a:pt x="16" y="34"/>
                    </a:lnTo>
                    <a:lnTo>
                      <a:pt x="42" y="34"/>
                    </a:lnTo>
                    <a:lnTo>
                      <a:pt x="42" y="48"/>
                    </a:lnTo>
                    <a:lnTo>
                      <a:pt x="16" y="48"/>
                    </a:lnTo>
                    <a:lnTo>
                      <a:pt x="16" y="72"/>
                    </a:lnTo>
                    <a:lnTo>
                      <a:pt x="45" y="72"/>
                    </a:lnTo>
                    <a:lnTo>
                      <a:pt x="45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2" name="Freeform 292"/>
              <p:cNvSpPr>
                <a:spLocks/>
              </p:cNvSpPr>
              <p:nvPr userDrawn="1"/>
            </p:nvSpPr>
            <p:spPr bwMode="auto">
              <a:xfrm>
                <a:off x="1012746" y="5945566"/>
                <a:ext cx="79760" cy="111921"/>
              </a:xfrm>
              <a:custGeom>
                <a:avLst/>
                <a:gdLst>
                  <a:gd name="T0" fmla="*/ 62 w 62"/>
                  <a:gd name="T1" fmla="*/ 87 h 87"/>
                  <a:gd name="T2" fmla="*/ 45 w 62"/>
                  <a:gd name="T3" fmla="*/ 87 h 87"/>
                  <a:gd name="T4" fmla="*/ 15 w 62"/>
                  <a:gd name="T5" fmla="*/ 27 h 87"/>
                  <a:gd name="T6" fmla="*/ 15 w 62"/>
                  <a:gd name="T7" fmla="*/ 87 h 87"/>
                  <a:gd name="T8" fmla="*/ 0 w 62"/>
                  <a:gd name="T9" fmla="*/ 87 h 87"/>
                  <a:gd name="T10" fmla="*/ 0 w 62"/>
                  <a:gd name="T11" fmla="*/ 0 h 87"/>
                  <a:gd name="T12" fmla="*/ 15 w 62"/>
                  <a:gd name="T13" fmla="*/ 0 h 87"/>
                  <a:gd name="T14" fmla="*/ 48 w 62"/>
                  <a:gd name="T15" fmla="*/ 60 h 87"/>
                  <a:gd name="T16" fmla="*/ 48 w 62"/>
                  <a:gd name="T17" fmla="*/ 0 h 87"/>
                  <a:gd name="T18" fmla="*/ 62 w 62"/>
                  <a:gd name="T19" fmla="*/ 0 h 87"/>
                  <a:gd name="T20" fmla="*/ 62 w 62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2" h="87">
                    <a:moveTo>
                      <a:pt x="62" y="87"/>
                    </a:moveTo>
                    <a:lnTo>
                      <a:pt x="45" y="87"/>
                    </a:lnTo>
                    <a:lnTo>
                      <a:pt x="15" y="27"/>
                    </a:lnTo>
                    <a:lnTo>
                      <a:pt x="15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48" y="60"/>
                    </a:lnTo>
                    <a:lnTo>
                      <a:pt x="48" y="0"/>
                    </a:lnTo>
                    <a:lnTo>
                      <a:pt x="62" y="0"/>
                    </a:lnTo>
                    <a:lnTo>
                      <a:pt x="62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3" name="Freeform 293"/>
              <p:cNvSpPr>
                <a:spLocks/>
              </p:cNvSpPr>
              <p:nvPr userDrawn="1"/>
            </p:nvSpPr>
            <p:spPr bwMode="auto">
              <a:xfrm>
                <a:off x="1106657" y="5945566"/>
                <a:ext cx="70755" cy="111921"/>
              </a:xfrm>
              <a:custGeom>
                <a:avLst/>
                <a:gdLst>
                  <a:gd name="T0" fmla="*/ 55 w 55"/>
                  <a:gd name="T1" fmla="*/ 14 h 87"/>
                  <a:gd name="T2" fmla="*/ 36 w 55"/>
                  <a:gd name="T3" fmla="*/ 14 h 87"/>
                  <a:gd name="T4" fmla="*/ 36 w 55"/>
                  <a:gd name="T5" fmla="*/ 87 h 87"/>
                  <a:gd name="T6" fmla="*/ 22 w 55"/>
                  <a:gd name="T7" fmla="*/ 87 h 87"/>
                  <a:gd name="T8" fmla="*/ 22 w 55"/>
                  <a:gd name="T9" fmla="*/ 14 h 87"/>
                  <a:gd name="T10" fmla="*/ 0 w 55"/>
                  <a:gd name="T11" fmla="*/ 14 h 87"/>
                  <a:gd name="T12" fmla="*/ 0 w 55"/>
                  <a:gd name="T13" fmla="*/ 0 h 87"/>
                  <a:gd name="T14" fmla="*/ 55 w 55"/>
                  <a:gd name="T15" fmla="*/ 0 h 87"/>
                  <a:gd name="T16" fmla="*/ 55 w 55"/>
                  <a:gd name="T17" fmla="*/ 1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87">
                    <a:moveTo>
                      <a:pt x="55" y="14"/>
                    </a:moveTo>
                    <a:lnTo>
                      <a:pt x="36" y="14"/>
                    </a:lnTo>
                    <a:lnTo>
                      <a:pt x="36" y="87"/>
                    </a:lnTo>
                    <a:lnTo>
                      <a:pt x="22" y="87"/>
                    </a:lnTo>
                    <a:lnTo>
                      <a:pt x="22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55" y="0"/>
                    </a:lnTo>
                    <a:lnTo>
                      <a:pt x="55" y="14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4" name="Rectangle 294"/>
              <p:cNvSpPr>
                <a:spLocks noChangeArrowheads="1"/>
              </p:cNvSpPr>
              <p:nvPr userDrawn="1"/>
            </p:nvSpPr>
            <p:spPr bwMode="auto">
              <a:xfrm>
                <a:off x="1191563" y="5945566"/>
                <a:ext cx="19297" cy="111921"/>
              </a:xfrm>
              <a:prstGeom prst="rect">
                <a:avLst/>
              </a:pr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5" name="Freeform 295"/>
              <p:cNvSpPr>
                <a:spLocks noEditPoints="1"/>
              </p:cNvSpPr>
              <p:nvPr userDrawn="1"/>
            </p:nvSpPr>
            <p:spPr bwMode="auto">
              <a:xfrm>
                <a:off x="1219864" y="5945566"/>
                <a:ext cx="99057" cy="111921"/>
              </a:xfrm>
              <a:custGeom>
                <a:avLst/>
                <a:gdLst>
                  <a:gd name="T0" fmla="*/ 0 w 77"/>
                  <a:gd name="T1" fmla="*/ 87 h 87"/>
                  <a:gd name="T2" fmla="*/ 33 w 77"/>
                  <a:gd name="T3" fmla="*/ 0 h 87"/>
                  <a:gd name="T4" fmla="*/ 44 w 77"/>
                  <a:gd name="T5" fmla="*/ 0 h 87"/>
                  <a:gd name="T6" fmla="*/ 77 w 77"/>
                  <a:gd name="T7" fmla="*/ 87 h 87"/>
                  <a:gd name="T8" fmla="*/ 61 w 77"/>
                  <a:gd name="T9" fmla="*/ 87 h 87"/>
                  <a:gd name="T10" fmla="*/ 54 w 77"/>
                  <a:gd name="T11" fmla="*/ 65 h 87"/>
                  <a:gd name="T12" fmla="*/ 23 w 77"/>
                  <a:gd name="T13" fmla="*/ 65 h 87"/>
                  <a:gd name="T14" fmla="*/ 16 w 77"/>
                  <a:gd name="T15" fmla="*/ 87 h 87"/>
                  <a:gd name="T16" fmla="*/ 0 w 77"/>
                  <a:gd name="T17" fmla="*/ 87 h 87"/>
                  <a:gd name="T18" fmla="*/ 40 w 77"/>
                  <a:gd name="T19" fmla="*/ 22 h 87"/>
                  <a:gd name="T20" fmla="*/ 28 w 77"/>
                  <a:gd name="T21" fmla="*/ 51 h 87"/>
                  <a:gd name="T22" fmla="*/ 49 w 77"/>
                  <a:gd name="T23" fmla="*/ 51 h 87"/>
                  <a:gd name="T24" fmla="*/ 40 w 77"/>
                  <a:gd name="T25" fmla="*/ 22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7" h="87">
                    <a:moveTo>
                      <a:pt x="0" y="87"/>
                    </a:moveTo>
                    <a:lnTo>
                      <a:pt x="33" y="0"/>
                    </a:lnTo>
                    <a:lnTo>
                      <a:pt x="44" y="0"/>
                    </a:lnTo>
                    <a:lnTo>
                      <a:pt x="77" y="87"/>
                    </a:lnTo>
                    <a:lnTo>
                      <a:pt x="61" y="87"/>
                    </a:lnTo>
                    <a:lnTo>
                      <a:pt x="54" y="65"/>
                    </a:lnTo>
                    <a:lnTo>
                      <a:pt x="23" y="65"/>
                    </a:lnTo>
                    <a:lnTo>
                      <a:pt x="16" y="87"/>
                    </a:lnTo>
                    <a:lnTo>
                      <a:pt x="0" y="87"/>
                    </a:lnTo>
                    <a:close/>
                    <a:moveTo>
                      <a:pt x="40" y="22"/>
                    </a:moveTo>
                    <a:lnTo>
                      <a:pt x="28" y="51"/>
                    </a:lnTo>
                    <a:lnTo>
                      <a:pt x="49" y="51"/>
                    </a:lnTo>
                    <a:lnTo>
                      <a:pt x="40" y="22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6" name="Freeform 296"/>
              <p:cNvSpPr>
                <a:spLocks/>
              </p:cNvSpPr>
              <p:nvPr userDrawn="1"/>
            </p:nvSpPr>
            <p:spPr bwMode="auto">
              <a:xfrm>
                <a:off x="1327926" y="5945566"/>
                <a:ext cx="57891" cy="111921"/>
              </a:xfrm>
              <a:custGeom>
                <a:avLst/>
                <a:gdLst>
                  <a:gd name="T0" fmla="*/ 45 w 45"/>
                  <a:gd name="T1" fmla="*/ 87 h 87"/>
                  <a:gd name="T2" fmla="*/ 0 w 45"/>
                  <a:gd name="T3" fmla="*/ 87 h 87"/>
                  <a:gd name="T4" fmla="*/ 0 w 45"/>
                  <a:gd name="T5" fmla="*/ 0 h 87"/>
                  <a:gd name="T6" fmla="*/ 15 w 45"/>
                  <a:gd name="T7" fmla="*/ 0 h 87"/>
                  <a:gd name="T8" fmla="*/ 15 w 45"/>
                  <a:gd name="T9" fmla="*/ 72 h 87"/>
                  <a:gd name="T10" fmla="*/ 45 w 45"/>
                  <a:gd name="T11" fmla="*/ 72 h 87"/>
                  <a:gd name="T12" fmla="*/ 45 w 45"/>
                  <a:gd name="T13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87">
                    <a:moveTo>
                      <a:pt x="45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72"/>
                    </a:lnTo>
                    <a:lnTo>
                      <a:pt x="45" y="72"/>
                    </a:lnTo>
                    <a:lnTo>
                      <a:pt x="45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9" name="그룹 568"/>
            <p:cNvGrpSpPr/>
            <p:nvPr userDrawn="1"/>
          </p:nvGrpSpPr>
          <p:grpSpPr>
            <a:xfrm>
              <a:off x="449281" y="5942993"/>
              <a:ext cx="11313036" cy="321612"/>
              <a:chOff x="449281" y="5942993"/>
              <a:chExt cx="11313036" cy="321612"/>
            </a:xfrm>
          </p:grpSpPr>
          <p:sp>
            <p:nvSpPr>
              <p:cNvPr id="377" name="Freeform 297"/>
              <p:cNvSpPr>
                <a:spLocks/>
              </p:cNvSpPr>
              <p:nvPr userDrawn="1"/>
            </p:nvSpPr>
            <p:spPr bwMode="auto">
              <a:xfrm>
                <a:off x="1428269" y="5945566"/>
                <a:ext cx="73328" cy="111921"/>
              </a:xfrm>
              <a:custGeom>
                <a:avLst/>
                <a:gdLst>
                  <a:gd name="T0" fmla="*/ 57 w 57"/>
                  <a:gd name="T1" fmla="*/ 10 h 87"/>
                  <a:gd name="T2" fmla="*/ 33 w 57"/>
                  <a:gd name="T3" fmla="*/ 10 h 87"/>
                  <a:gd name="T4" fmla="*/ 33 w 57"/>
                  <a:gd name="T5" fmla="*/ 87 h 87"/>
                  <a:gd name="T6" fmla="*/ 24 w 57"/>
                  <a:gd name="T7" fmla="*/ 87 h 87"/>
                  <a:gd name="T8" fmla="*/ 24 w 57"/>
                  <a:gd name="T9" fmla="*/ 10 h 87"/>
                  <a:gd name="T10" fmla="*/ 0 w 57"/>
                  <a:gd name="T11" fmla="*/ 10 h 87"/>
                  <a:gd name="T12" fmla="*/ 0 w 57"/>
                  <a:gd name="T13" fmla="*/ 0 h 87"/>
                  <a:gd name="T14" fmla="*/ 57 w 57"/>
                  <a:gd name="T15" fmla="*/ 0 h 87"/>
                  <a:gd name="T16" fmla="*/ 57 w 57"/>
                  <a:gd name="T17" fmla="*/ 1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87">
                    <a:moveTo>
                      <a:pt x="57" y="10"/>
                    </a:moveTo>
                    <a:lnTo>
                      <a:pt x="33" y="10"/>
                    </a:lnTo>
                    <a:lnTo>
                      <a:pt x="33" y="87"/>
                    </a:lnTo>
                    <a:lnTo>
                      <a:pt x="24" y="87"/>
                    </a:lnTo>
                    <a:lnTo>
                      <a:pt x="24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57" y="0"/>
                    </a:lnTo>
                    <a:lnTo>
                      <a:pt x="57" y="1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8" name="Freeform 298"/>
              <p:cNvSpPr>
                <a:spLocks/>
              </p:cNvSpPr>
              <p:nvPr userDrawn="1"/>
            </p:nvSpPr>
            <p:spPr bwMode="auto">
              <a:xfrm>
                <a:off x="1517034" y="5945566"/>
                <a:ext cx="60464" cy="111921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0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4 h 36"/>
                  <a:gd name="T20" fmla="*/ 11 w 20"/>
                  <a:gd name="T21" fmla="*/ 9 h 36"/>
                  <a:gd name="T22" fmla="*/ 20 w 20"/>
                  <a:gd name="T23" fmla="*/ 20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6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8" y="9"/>
                      <a:pt x="11" y="9"/>
                    </a:cubicBezTo>
                    <a:cubicBezTo>
                      <a:pt x="17" y="9"/>
                      <a:pt x="20" y="13"/>
                      <a:pt x="20" y="20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9" name="Freeform 299"/>
              <p:cNvSpPr>
                <a:spLocks noEditPoints="1"/>
              </p:cNvSpPr>
              <p:nvPr userDrawn="1"/>
            </p:nvSpPr>
            <p:spPr bwMode="auto">
              <a:xfrm>
                <a:off x="1601939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0" name="Freeform 300"/>
              <p:cNvSpPr>
                <a:spLocks/>
              </p:cNvSpPr>
              <p:nvPr userDrawn="1"/>
            </p:nvSpPr>
            <p:spPr bwMode="auto">
              <a:xfrm>
                <a:off x="1631528" y="5973868"/>
                <a:ext cx="48885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1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8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1" name="Freeform 301"/>
              <p:cNvSpPr>
                <a:spLocks/>
              </p:cNvSpPr>
              <p:nvPr userDrawn="1"/>
            </p:nvSpPr>
            <p:spPr bwMode="auto">
              <a:xfrm>
                <a:off x="1734444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10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20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10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2" name="Freeform 302"/>
              <p:cNvSpPr>
                <a:spLocks noEditPoints="1"/>
              </p:cNvSpPr>
              <p:nvPr userDrawn="1"/>
            </p:nvSpPr>
            <p:spPr bwMode="auto">
              <a:xfrm>
                <a:off x="1846365" y="5973868"/>
                <a:ext cx="61750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3" name="Freeform 303"/>
              <p:cNvSpPr>
                <a:spLocks/>
              </p:cNvSpPr>
              <p:nvPr userDrawn="1"/>
            </p:nvSpPr>
            <p:spPr bwMode="auto">
              <a:xfrm>
                <a:off x="1919693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2" y="32"/>
                    </a:cubicBezTo>
                    <a:cubicBezTo>
                      <a:pt x="13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4" name="Freeform 304"/>
              <p:cNvSpPr>
                <a:spLocks noEditPoints="1"/>
              </p:cNvSpPr>
              <p:nvPr userDrawn="1"/>
            </p:nvSpPr>
            <p:spPr bwMode="auto">
              <a:xfrm>
                <a:off x="1971151" y="5973868"/>
                <a:ext cx="63036" cy="83620"/>
              </a:xfrm>
              <a:custGeom>
                <a:avLst/>
                <a:gdLst>
                  <a:gd name="T0" fmla="*/ 12 w 21"/>
                  <a:gd name="T1" fmla="*/ 24 h 27"/>
                  <a:gd name="T2" fmla="*/ 20 w 21"/>
                  <a:gd name="T3" fmla="*/ 22 h 27"/>
                  <a:gd name="T4" fmla="*/ 20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5" name="Freeform 305"/>
              <p:cNvSpPr>
                <a:spLocks/>
              </p:cNvSpPr>
              <p:nvPr userDrawn="1"/>
            </p:nvSpPr>
            <p:spPr bwMode="auto">
              <a:xfrm>
                <a:off x="2049624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0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6" name="Freeform 306"/>
              <p:cNvSpPr>
                <a:spLocks noEditPoints="1"/>
              </p:cNvSpPr>
              <p:nvPr userDrawn="1"/>
            </p:nvSpPr>
            <p:spPr bwMode="auto">
              <a:xfrm>
                <a:off x="2104942" y="5945566"/>
                <a:ext cx="14151" cy="111921"/>
              </a:xfrm>
              <a:custGeom>
                <a:avLst/>
                <a:gdLst>
                  <a:gd name="T0" fmla="*/ 11 w 11"/>
                  <a:gd name="T1" fmla="*/ 12 h 87"/>
                  <a:gd name="T2" fmla="*/ 0 w 11"/>
                  <a:gd name="T3" fmla="*/ 12 h 87"/>
                  <a:gd name="T4" fmla="*/ 0 w 11"/>
                  <a:gd name="T5" fmla="*/ 0 h 87"/>
                  <a:gd name="T6" fmla="*/ 11 w 11"/>
                  <a:gd name="T7" fmla="*/ 0 h 87"/>
                  <a:gd name="T8" fmla="*/ 11 w 11"/>
                  <a:gd name="T9" fmla="*/ 12 h 87"/>
                  <a:gd name="T10" fmla="*/ 11 w 11"/>
                  <a:gd name="T11" fmla="*/ 87 h 87"/>
                  <a:gd name="T12" fmla="*/ 0 w 11"/>
                  <a:gd name="T13" fmla="*/ 87 h 87"/>
                  <a:gd name="T14" fmla="*/ 0 w 11"/>
                  <a:gd name="T15" fmla="*/ 24 h 87"/>
                  <a:gd name="T16" fmla="*/ 11 w 11"/>
                  <a:gd name="T17" fmla="*/ 24 h 87"/>
                  <a:gd name="T18" fmla="*/ 11 w 11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87">
                    <a:moveTo>
                      <a:pt x="11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1" y="0"/>
                    </a:lnTo>
                    <a:lnTo>
                      <a:pt x="11" y="12"/>
                    </a:lnTo>
                    <a:close/>
                    <a:moveTo>
                      <a:pt x="11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1" y="24"/>
                    </a:lnTo>
                    <a:lnTo>
                      <a:pt x="11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7" name="Freeform 307"/>
              <p:cNvSpPr>
                <a:spLocks noEditPoints="1"/>
              </p:cNvSpPr>
              <p:nvPr userDrawn="1"/>
            </p:nvSpPr>
            <p:spPr bwMode="auto">
              <a:xfrm>
                <a:off x="2134530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8" name="Rectangle 308"/>
              <p:cNvSpPr>
                <a:spLocks noChangeArrowheads="1"/>
              </p:cNvSpPr>
              <p:nvPr userDrawn="1"/>
            </p:nvSpPr>
            <p:spPr bwMode="auto">
              <a:xfrm>
                <a:off x="2216862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9" name="Freeform 309"/>
              <p:cNvSpPr>
                <a:spLocks noEditPoints="1"/>
              </p:cNvSpPr>
              <p:nvPr userDrawn="1"/>
            </p:nvSpPr>
            <p:spPr bwMode="auto">
              <a:xfrm>
                <a:off x="2292763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0" name="Freeform 310"/>
              <p:cNvSpPr>
                <a:spLocks/>
              </p:cNvSpPr>
              <p:nvPr userDrawn="1"/>
            </p:nvSpPr>
            <p:spPr bwMode="auto">
              <a:xfrm>
                <a:off x="2322351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0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1" name="Freeform 311"/>
              <p:cNvSpPr>
                <a:spLocks noEditPoints="1"/>
              </p:cNvSpPr>
              <p:nvPr userDrawn="1"/>
            </p:nvSpPr>
            <p:spPr bwMode="auto">
              <a:xfrm>
                <a:off x="2425267" y="5973868"/>
                <a:ext cx="66895" cy="111921"/>
              </a:xfrm>
              <a:custGeom>
                <a:avLst/>
                <a:gdLst>
                  <a:gd name="T0" fmla="*/ 0 w 22"/>
                  <a:gd name="T1" fmla="*/ 1 h 36"/>
                  <a:gd name="T2" fmla="*/ 4 w 22"/>
                  <a:gd name="T3" fmla="*/ 1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4 h 36"/>
                  <a:gd name="T10" fmla="*/ 11 w 22"/>
                  <a:gd name="T11" fmla="*/ 27 h 36"/>
                  <a:gd name="T12" fmla="*/ 4 w 22"/>
                  <a:gd name="T13" fmla="*/ 23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1 h 36"/>
                  <a:gd name="T20" fmla="*/ 11 w 22"/>
                  <a:gd name="T21" fmla="*/ 24 h 36"/>
                  <a:gd name="T22" fmla="*/ 18 w 22"/>
                  <a:gd name="T23" fmla="*/ 14 h 36"/>
                  <a:gd name="T24" fmla="*/ 11 w 22"/>
                  <a:gd name="T25" fmla="*/ 4 h 36"/>
                  <a:gd name="T26" fmla="*/ 4 w 22"/>
                  <a:gd name="T27" fmla="*/ 14 h 36"/>
                  <a:gd name="T28" fmla="*/ 11 w 22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4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6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2" name="Freeform 312"/>
              <p:cNvSpPr>
                <a:spLocks/>
              </p:cNvSpPr>
              <p:nvPr userDrawn="1"/>
            </p:nvSpPr>
            <p:spPr bwMode="auto">
              <a:xfrm>
                <a:off x="2507600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3" name="Freeform 313"/>
              <p:cNvSpPr>
                <a:spLocks noEditPoints="1"/>
              </p:cNvSpPr>
              <p:nvPr userDrawn="1"/>
            </p:nvSpPr>
            <p:spPr bwMode="auto">
              <a:xfrm>
                <a:off x="2552626" y="5973868"/>
                <a:ext cx="70755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4" name="Freeform 314"/>
              <p:cNvSpPr>
                <a:spLocks noEditPoints="1"/>
              </p:cNvSpPr>
              <p:nvPr userDrawn="1"/>
            </p:nvSpPr>
            <p:spPr bwMode="auto">
              <a:xfrm>
                <a:off x="2634959" y="5973868"/>
                <a:ext cx="69468" cy="111921"/>
              </a:xfrm>
              <a:custGeom>
                <a:avLst/>
                <a:gdLst>
                  <a:gd name="T0" fmla="*/ 0 w 23"/>
                  <a:gd name="T1" fmla="*/ 1 h 36"/>
                  <a:gd name="T2" fmla="*/ 4 w 23"/>
                  <a:gd name="T3" fmla="*/ 1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4 h 36"/>
                  <a:gd name="T10" fmla="*/ 12 w 23"/>
                  <a:gd name="T11" fmla="*/ 27 h 36"/>
                  <a:gd name="T12" fmla="*/ 4 w 23"/>
                  <a:gd name="T13" fmla="*/ 23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1 h 36"/>
                  <a:gd name="T20" fmla="*/ 11 w 23"/>
                  <a:gd name="T21" fmla="*/ 24 h 36"/>
                  <a:gd name="T22" fmla="*/ 18 w 23"/>
                  <a:gd name="T23" fmla="*/ 14 h 36"/>
                  <a:gd name="T24" fmla="*/ 11 w 23"/>
                  <a:gd name="T25" fmla="*/ 4 h 36"/>
                  <a:gd name="T26" fmla="*/ 4 w 23"/>
                  <a:gd name="T27" fmla="*/ 14 h 36"/>
                  <a:gd name="T28" fmla="*/ 11 w 23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7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5" name="Freeform 315"/>
              <p:cNvSpPr>
                <a:spLocks/>
              </p:cNvSpPr>
              <p:nvPr userDrawn="1"/>
            </p:nvSpPr>
            <p:spPr bwMode="auto">
              <a:xfrm>
                <a:off x="2719864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6" name="Freeform 316"/>
              <p:cNvSpPr>
                <a:spLocks noEditPoints="1"/>
              </p:cNvSpPr>
              <p:nvPr userDrawn="1"/>
            </p:nvSpPr>
            <p:spPr bwMode="auto">
              <a:xfrm>
                <a:off x="2773895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7" name="Freeform 317"/>
              <p:cNvSpPr>
                <a:spLocks noEditPoints="1"/>
              </p:cNvSpPr>
              <p:nvPr userDrawn="1"/>
            </p:nvSpPr>
            <p:spPr bwMode="auto">
              <a:xfrm>
                <a:off x="2802197" y="5973868"/>
                <a:ext cx="65609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1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8" name="Freeform 318"/>
              <p:cNvSpPr>
                <a:spLocks/>
              </p:cNvSpPr>
              <p:nvPr userDrawn="1"/>
            </p:nvSpPr>
            <p:spPr bwMode="auto">
              <a:xfrm>
                <a:off x="2874238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9" name="Freeform 319"/>
              <p:cNvSpPr>
                <a:spLocks noEditPoints="1"/>
              </p:cNvSpPr>
              <p:nvPr userDrawn="1"/>
            </p:nvSpPr>
            <p:spPr bwMode="auto">
              <a:xfrm>
                <a:off x="2925696" y="5973868"/>
                <a:ext cx="60464" cy="83620"/>
              </a:xfrm>
              <a:custGeom>
                <a:avLst/>
                <a:gdLst>
                  <a:gd name="T0" fmla="*/ 17 w 20"/>
                  <a:gd name="T1" fmla="*/ 27 h 27"/>
                  <a:gd name="T2" fmla="*/ 17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7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0" name="Freeform 320"/>
              <p:cNvSpPr>
                <a:spLocks/>
              </p:cNvSpPr>
              <p:nvPr userDrawn="1"/>
            </p:nvSpPr>
            <p:spPr bwMode="auto">
              <a:xfrm>
                <a:off x="3004169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0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1" name="Freeform 321"/>
              <p:cNvSpPr>
                <a:spLocks/>
              </p:cNvSpPr>
              <p:nvPr userDrawn="1"/>
            </p:nvSpPr>
            <p:spPr bwMode="auto">
              <a:xfrm>
                <a:off x="3046622" y="5976441"/>
                <a:ext cx="70755" cy="111921"/>
              </a:xfrm>
              <a:custGeom>
                <a:avLst/>
                <a:gdLst>
                  <a:gd name="T0" fmla="*/ 18 w 23"/>
                  <a:gd name="T1" fmla="*/ 0 h 36"/>
                  <a:gd name="T2" fmla="*/ 23 w 23"/>
                  <a:gd name="T3" fmla="*/ 0 h 36"/>
                  <a:gd name="T4" fmla="*/ 12 w 23"/>
                  <a:gd name="T5" fmla="*/ 29 h 36"/>
                  <a:gd name="T6" fmla="*/ 5 w 23"/>
                  <a:gd name="T7" fmla="*/ 36 h 36"/>
                  <a:gd name="T8" fmla="*/ 1 w 23"/>
                  <a:gd name="T9" fmla="*/ 35 h 36"/>
                  <a:gd name="T10" fmla="*/ 2 w 23"/>
                  <a:gd name="T11" fmla="*/ 32 h 36"/>
                  <a:gd name="T12" fmla="*/ 5 w 23"/>
                  <a:gd name="T13" fmla="*/ 32 h 36"/>
                  <a:gd name="T14" fmla="*/ 8 w 23"/>
                  <a:gd name="T15" fmla="*/ 28 h 36"/>
                  <a:gd name="T16" fmla="*/ 10 w 23"/>
                  <a:gd name="T17" fmla="*/ 24 h 36"/>
                  <a:gd name="T18" fmla="*/ 0 w 23"/>
                  <a:gd name="T19" fmla="*/ 0 h 36"/>
                  <a:gd name="T20" fmla="*/ 5 w 23"/>
                  <a:gd name="T21" fmla="*/ 0 h 36"/>
                  <a:gd name="T22" fmla="*/ 12 w 23"/>
                  <a:gd name="T23" fmla="*/ 19 h 36"/>
                  <a:gd name="T24" fmla="*/ 18 w 2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33"/>
                      <a:pt x="9" y="36"/>
                      <a:pt x="5" y="36"/>
                    </a:cubicBezTo>
                    <a:cubicBezTo>
                      <a:pt x="4" y="36"/>
                      <a:pt x="2" y="36"/>
                      <a:pt x="1" y="35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2"/>
                      <a:pt x="4" y="32"/>
                      <a:pt x="5" y="32"/>
                    </a:cubicBezTo>
                    <a:cubicBezTo>
                      <a:pt x="7" y="32"/>
                      <a:pt x="8" y="31"/>
                      <a:pt x="8" y="28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19"/>
                      <a:pt x="12" y="19"/>
                      <a:pt x="12" y="19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2" name="Freeform 322"/>
              <p:cNvSpPr>
                <a:spLocks/>
              </p:cNvSpPr>
              <p:nvPr userDrawn="1"/>
            </p:nvSpPr>
            <p:spPr bwMode="auto">
              <a:xfrm>
                <a:off x="3155970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3" name="Freeform 323"/>
              <p:cNvSpPr>
                <a:spLocks noEditPoints="1"/>
              </p:cNvSpPr>
              <p:nvPr userDrawn="1"/>
            </p:nvSpPr>
            <p:spPr bwMode="auto">
              <a:xfrm>
                <a:off x="3207428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4" name="Freeform 324"/>
              <p:cNvSpPr>
                <a:spLocks/>
              </p:cNvSpPr>
              <p:nvPr userDrawn="1"/>
            </p:nvSpPr>
            <p:spPr bwMode="auto">
              <a:xfrm>
                <a:off x="3325782" y="5942993"/>
                <a:ext cx="60464" cy="114494"/>
              </a:xfrm>
              <a:custGeom>
                <a:avLst/>
                <a:gdLst>
                  <a:gd name="T0" fmla="*/ 18 w 20"/>
                  <a:gd name="T1" fmla="*/ 5 h 37"/>
                  <a:gd name="T2" fmla="*/ 12 w 20"/>
                  <a:gd name="T3" fmla="*/ 4 h 37"/>
                  <a:gd name="T4" fmla="*/ 5 w 20"/>
                  <a:gd name="T5" fmla="*/ 10 h 37"/>
                  <a:gd name="T6" fmla="*/ 11 w 20"/>
                  <a:gd name="T7" fmla="*/ 16 h 37"/>
                  <a:gd name="T8" fmla="*/ 20 w 20"/>
                  <a:gd name="T9" fmla="*/ 27 h 37"/>
                  <a:gd name="T10" fmla="*/ 9 w 20"/>
                  <a:gd name="T11" fmla="*/ 37 h 37"/>
                  <a:gd name="T12" fmla="*/ 0 w 20"/>
                  <a:gd name="T13" fmla="*/ 35 h 37"/>
                  <a:gd name="T14" fmla="*/ 1 w 20"/>
                  <a:gd name="T15" fmla="*/ 31 h 37"/>
                  <a:gd name="T16" fmla="*/ 9 w 20"/>
                  <a:gd name="T17" fmla="*/ 33 h 37"/>
                  <a:gd name="T18" fmla="*/ 16 w 20"/>
                  <a:gd name="T19" fmla="*/ 27 h 37"/>
                  <a:gd name="T20" fmla="*/ 9 w 20"/>
                  <a:gd name="T21" fmla="*/ 19 h 37"/>
                  <a:gd name="T22" fmla="*/ 1 w 20"/>
                  <a:gd name="T23" fmla="*/ 10 h 37"/>
                  <a:gd name="T24" fmla="*/ 12 w 20"/>
                  <a:gd name="T25" fmla="*/ 0 h 37"/>
                  <a:gd name="T26" fmla="*/ 19 w 20"/>
                  <a:gd name="T27" fmla="*/ 2 h 37"/>
                  <a:gd name="T28" fmla="*/ 18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8" y="5"/>
                    </a:move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5" y="6"/>
                      <a:pt x="5" y="10"/>
                    </a:cubicBezTo>
                    <a:cubicBezTo>
                      <a:pt x="5" y="12"/>
                      <a:pt x="7" y="14"/>
                      <a:pt x="11" y="16"/>
                    </a:cubicBezTo>
                    <a:cubicBezTo>
                      <a:pt x="17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9" y="37"/>
                    </a:cubicBezTo>
                    <a:cubicBezTo>
                      <a:pt x="6" y="37"/>
                      <a:pt x="3" y="36"/>
                      <a:pt x="0" y="35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4" y="32"/>
                      <a:pt x="6" y="33"/>
                      <a:pt x="9" y="33"/>
                    </a:cubicBezTo>
                    <a:cubicBezTo>
                      <a:pt x="14" y="33"/>
                      <a:pt x="16" y="31"/>
                      <a:pt x="16" y="27"/>
                    </a:cubicBezTo>
                    <a:cubicBezTo>
                      <a:pt x="16" y="24"/>
                      <a:pt x="14" y="21"/>
                      <a:pt x="9" y="19"/>
                    </a:cubicBezTo>
                    <a:cubicBezTo>
                      <a:pt x="4" y="17"/>
                      <a:pt x="1" y="14"/>
                      <a:pt x="1" y="10"/>
                    </a:cubicBezTo>
                    <a:cubicBezTo>
                      <a:pt x="1" y="3"/>
                      <a:pt x="6" y="0"/>
                      <a:pt x="12" y="0"/>
                    </a:cubicBezTo>
                    <a:cubicBezTo>
                      <a:pt x="14" y="0"/>
                      <a:pt x="17" y="1"/>
                      <a:pt x="19" y="2"/>
                    </a:cubicBezTo>
                    <a:lnTo>
                      <a:pt x="18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5" name="Freeform 325"/>
              <p:cNvSpPr>
                <a:spLocks noEditPoints="1"/>
              </p:cNvSpPr>
              <p:nvPr userDrawn="1"/>
            </p:nvSpPr>
            <p:spPr bwMode="auto">
              <a:xfrm>
                <a:off x="3395250" y="5973868"/>
                <a:ext cx="61750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6" name="Freeform 326"/>
              <p:cNvSpPr>
                <a:spLocks/>
              </p:cNvSpPr>
              <p:nvPr userDrawn="1"/>
            </p:nvSpPr>
            <p:spPr bwMode="auto">
              <a:xfrm>
                <a:off x="3475010" y="5973868"/>
                <a:ext cx="99057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9 w 33"/>
                  <a:gd name="T9" fmla="*/ 12 h 27"/>
                  <a:gd name="T10" fmla="*/ 19 w 33"/>
                  <a:gd name="T11" fmla="*/ 27 h 27"/>
                  <a:gd name="T12" fmla="*/ 15 w 33"/>
                  <a:gd name="T13" fmla="*/ 27 h 27"/>
                  <a:gd name="T14" fmla="*/ 15 w 33"/>
                  <a:gd name="T15" fmla="*/ 9 h 27"/>
                  <a:gd name="T16" fmla="*/ 10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8" y="4"/>
                      <a:pt x="24" y="4"/>
                    </a:cubicBezTo>
                    <a:cubicBezTo>
                      <a:pt x="20" y="4"/>
                      <a:pt x="19" y="8"/>
                      <a:pt x="19" y="12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6"/>
                      <a:pt x="13" y="4"/>
                      <a:pt x="10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7" name="Freeform 327"/>
              <p:cNvSpPr>
                <a:spLocks/>
              </p:cNvSpPr>
              <p:nvPr userDrawn="1"/>
            </p:nvSpPr>
            <p:spPr bwMode="auto">
              <a:xfrm>
                <a:off x="3589504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8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6"/>
                      <a:pt x="17" y="20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8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8" name="Freeform 328"/>
              <p:cNvSpPr>
                <a:spLocks/>
              </p:cNvSpPr>
              <p:nvPr userDrawn="1"/>
            </p:nvSpPr>
            <p:spPr bwMode="auto">
              <a:xfrm>
                <a:off x="3656399" y="5976441"/>
                <a:ext cx="64322" cy="81047"/>
              </a:xfrm>
              <a:custGeom>
                <a:avLst/>
                <a:gdLst>
                  <a:gd name="T0" fmla="*/ 16 w 21"/>
                  <a:gd name="T1" fmla="*/ 26 h 26"/>
                  <a:gd name="T2" fmla="*/ 16 w 21"/>
                  <a:gd name="T3" fmla="*/ 22 h 26"/>
                  <a:gd name="T4" fmla="*/ 9 w 21"/>
                  <a:gd name="T5" fmla="*/ 26 h 26"/>
                  <a:gd name="T6" fmla="*/ 0 w 21"/>
                  <a:gd name="T7" fmla="*/ 16 h 26"/>
                  <a:gd name="T8" fmla="*/ 0 w 21"/>
                  <a:gd name="T9" fmla="*/ 0 h 26"/>
                  <a:gd name="T10" fmla="*/ 4 w 21"/>
                  <a:gd name="T11" fmla="*/ 0 h 26"/>
                  <a:gd name="T12" fmla="*/ 4 w 21"/>
                  <a:gd name="T13" fmla="*/ 16 h 26"/>
                  <a:gd name="T14" fmla="*/ 9 w 21"/>
                  <a:gd name="T15" fmla="*/ 23 h 26"/>
                  <a:gd name="T16" fmla="*/ 16 w 21"/>
                  <a:gd name="T17" fmla="*/ 15 h 26"/>
                  <a:gd name="T18" fmla="*/ 16 w 21"/>
                  <a:gd name="T19" fmla="*/ 0 h 26"/>
                  <a:gd name="T20" fmla="*/ 20 w 21"/>
                  <a:gd name="T21" fmla="*/ 0 h 26"/>
                  <a:gd name="T22" fmla="*/ 20 w 21"/>
                  <a:gd name="T23" fmla="*/ 19 h 26"/>
                  <a:gd name="T24" fmla="*/ 21 w 21"/>
                  <a:gd name="T25" fmla="*/ 26 h 26"/>
                  <a:gd name="T26" fmla="*/ 16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6"/>
                      <a:pt x="9" y="26"/>
                    </a:cubicBezTo>
                    <a:cubicBezTo>
                      <a:pt x="3" y="26"/>
                      <a:pt x="0" y="22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0"/>
                      <a:pt x="6" y="23"/>
                      <a:pt x="9" y="23"/>
                    </a:cubicBezTo>
                    <a:cubicBezTo>
                      <a:pt x="14" y="23"/>
                      <a:pt x="16" y="19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2"/>
                      <a:pt x="20" y="24"/>
                      <a:pt x="21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9" name="Freeform 329"/>
              <p:cNvSpPr>
                <a:spLocks/>
              </p:cNvSpPr>
              <p:nvPr userDrawn="1"/>
            </p:nvSpPr>
            <p:spPr bwMode="auto">
              <a:xfrm>
                <a:off x="3738732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4 w 20"/>
                  <a:gd name="T19" fmla="*/ 1 h 27"/>
                  <a:gd name="T20" fmla="*/ 4 w 20"/>
                  <a:gd name="T21" fmla="*/ 5 h 27"/>
                  <a:gd name="T22" fmla="*/ 12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5" y="1"/>
                      <a:pt x="9" y="0"/>
                      <a:pt x="12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0" name="Freeform 330"/>
              <p:cNvSpPr>
                <a:spLocks noEditPoints="1"/>
              </p:cNvSpPr>
              <p:nvPr userDrawn="1"/>
            </p:nvSpPr>
            <p:spPr bwMode="auto">
              <a:xfrm>
                <a:off x="3814632" y="5973868"/>
                <a:ext cx="65609" cy="114494"/>
              </a:xfrm>
              <a:custGeom>
                <a:avLst/>
                <a:gdLst>
                  <a:gd name="T0" fmla="*/ 22 w 22"/>
                  <a:gd name="T1" fmla="*/ 1 h 37"/>
                  <a:gd name="T2" fmla="*/ 22 w 22"/>
                  <a:gd name="T3" fmla="*/ 22 h 37"/>
                  <a:gd name="T4" fmla="*/ 10 w 22"/>
                  <a:gd name="T5" fmla="*/ 37 h 37"/>
                  <a:gd name="T6" fmla="*/ 2 w 22"/>
                  <a:gd name="T7" fmla="*/ 35 h 37"/>
                  <a:gd name="T8" fmla="*/ 3 w 22"/>
                  <a:gd name="T9" fmla="*/ 31 h 37"/>
                  <a:gd name="T10" fmla="*/ 10 w 22"/>
                  <a:gd name="T11" fmla="*/ 33 h 37"/>
                  <a:gd name="T12" fmla="*/ 18 w 22"/>
                  <a:gd name="T13" fmla="*/ 21 h 37"/>
                  <a:gd name="T14" fmla="*/ 11 w 22"/>
                  <a:gd name="T15" fmla="*/ 26 h 37"/>
                  <a:gd name="T16" fmla="*/ 0 w 22"/>
                  <a:gd name="T17" fmla="*/ 13 h 37"/>
                  <a:gd name="T18" fmla="*/ 11 w 22"/>
                  <a:gd name="T19" fmla="*/ 0 h 37"/>
                  <a:gd name="T20" fmla="*/ 18 w 22"/>
                  <a:gd name="T21" fmla="*/ 4 h 37"/>
                  <a:gd name="T22" fmla="*/ 18 w 22"/>
                  <a:gd name="T23" fmla="*/ 1 h 37"/>
                  <a:gd name="T24" fmla="*/ 22 w 22"/>
                  <a:gd name="T25" fmla="*/ 1 h 37"/>
                  <a:gd name="T26" fmla="*/ 11 w 22"/>
                  <a:gd name="T27" fmla="*/ 4 h 37"/>
                  <a:gd name="T28" fmla="*/ 4 w 22"/>
                  <a:gd name="T29" fmla="*/ 13 h 37"/>
                  <a:gd name="T30" fmla="*/ 11 w 22"/>
                  <a:gd name="T31" fmla="*/ 22 h 37"/>
                  <a:gd name="T32" fmla="*/ 18 w 22"/>
                  <a:gd name="T33" fmla="*/ 13 h 37"/>
                  <a:gd name="T34" fmla="*/ 11 w 22"/>
                  <a:gd name="T35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7">
                    <a:moveTo>
                      <a:pt x="22" y="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32"/>
                      <a:pt x="18" y="37"/>
                      <a:pt x="10" y="37"/>
                    </a:cubicBezTo>
                    <a:cubicBezTo>
                      <a:pt x="7" y="37"/>
                      <a:pt x="4" y="36"/>
                      <a:pt x="2" y="35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3"/>
                      <a:pt x="7" y="33"/>
                      <a:pt x="10" y="33"/>
                    </a:cubicBezTo>
                    <a:cubicBezTo>
                      <a:pt x="15" y="33"/>
                      <a:pt x="18" y="30"/>
                      <a:pt x="18" y="21"/>
                    </a:cubicBezTo>
                    <a:cubicBezTo>
                      <a:pt x="17" y="24"/>
                      <a:pt x="14" y="26"/>
                      <a:pt x="11" y="26"/>
                    </a:cubicBezTo>
                    <a:cubicBezTo>
                      <a:pt x="4" y="26"/>
                      <a:pt x="0" y="20"/>
                      <a:pt x="0" y="13"/>
                    </a:cubicBezTo>
                    <a:cubicBezTo>
                      <a:pt x="0" y="5"/>
                      <a:pt x="4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cubicBezTo>
                      <a:pt x="18" y="1"/>
                      <a:pt x="18" y="1"/>
                      <a:pt x="18" y="1"/>
                    </a:cubicBezTo>
                    <a:lnTo>
                      <a:pt x="22" y="1"/>
                    </a:lnTo>
                    <a:close/>
                    <a:moveTo>
                      <a:pt x="11" y="4"/>
                    </a:moveTo>
                    <a:cubicBezTo>
                      <a:pt x="7" y="4"/>
                      <a:pt x="4" y="6"/>
                      <a:pt x="4" y="13"/>
                    </a:cubicBezTo>
                    <a:cubicBezTo>
                      <a:pt x="4" y="19"/>
                      <a:pt x="7" y="22"/>
                      <a:pt x="11" y="22"/>
                    </a:cubicBezTo>
                    <a:cubicBezTo>
                      <a:pt x="16" y="22"/>
                      <a:pt x="18" y="18"/>
                      <a:pt x="18" y="13"/>
                    </a:cubicBezTo>
                    <a:cubicBezTo>
                      <a:pt x="18" y="6"/>
                      <a:pt x="15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1" name="Freeform 331"/>
              <p:cNvSpPr>
                <a:spLocks/>
              </p:cNvSpPr>
              <p:nvPr userDrawn="1"/>
            </p:nvSpPr>
            <p:spPr bwMode="auto">
              <a:xfrm>
                <a:off x="3941991" y="5945566"/>
                <a:ext cx="54031" cy="111921"/>
              </a:xfrm>
              <a:custGeom>
                <a:avLst/>
                <a:gdLst>
                  <a:gd name="T0" fmla="*/ 42 w 42"/>
                  <a:gd name="T1" fmla="*/ 87 h 87"/>
                  <a:gd name="T2" fmla="*/ 0 w 42"/>
                  <a:gd name="T3" fmla="*/ 87 h 87"/>
                  <a:gd name="T4" fmla="*/ 0 w 42"/>
                  <a:gd name="T5" fmla="*/ 0 h 87"/>
                  <a:gd name="T6" fmla="*/ 40 w 42"/>
                  <a:gd name="T7" fmla="*/ 0 h 87"/>
                  <a:gd name="T8" fmla="*/ 40 w 42"/>
                  <a:gd name="T9" fmla="*/ 10 h 87"/>
                  <a:gd name="T10" fmla="*/ 9 w 42"/>
                  <a:gd name="T11" fmla="*/ 10 h 87"/>
                  <a:gd name="T12" fmla="*/ 9 w 42"/>
                  <a:gd name="T13" fmla="*/ 36 h 87"/>
                  <a:gd name="T14" fmla="*/ 37 w 42"/>
                  <a:gd name="T15" fmla="*/ 36 h 87"/>
                  <a:gd name="T16" fmla="*/ 37 w 42"/>
                  <a:gd name="T17" fmla="*/ 46 h 87"/>
                  <a:gd name="T18" fmla="*/ 9 w 42"/>
                  <a:gd name="T19" fmla="*/ 46 h 87"/>
                  <a:gd name="T20" fmla="*/ 9 w 42"/>
                  <a:gd name="T21" fmla="*/ 77 h 87"/>
                  <a:gd name="T22" fmla="*/ 42 w 42"/>
                  <a:gd name="T23" fmla="*/ 77 h 87"/>
                  <a:gd name="T24" fmla="*/ 42 w 42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7">
                    <a:moveTo>
                      <a:pt x="42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0" y="0"/>
                    </a:lnTo>
                    <a:lnTo>
                      <a:pt x="40" y="10"/>
                    </a:lnTo>
                    <a:lnTo>
                      <a:pt x="9" y="10"/>
                    </a:lnTo>
                    <a:lnTo>
                      <a:pt x="9" y="36"/>
                    </a:lnTo>
                    <a:lnTo>
                      <a:pt x="37" y="36"/>
                    </a:lnTo>
                    <a:lnTo>
                      <a:pt x="37" y="46"/>
                    </a:lnTo>
                    <a:lnTo>
                      <a:pt x="9" y="46"/>
                    </a:lnTo>
                    <a:lnTo>
                      <a:pt x="9" y="77"/>
                    </a:lnTo>
                    <a:lnTo>
                      <a:pt x="42" y="77"/>
                    </a:lnTo>
                    <a:lnTo>
                      <a:pt x="4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2" name="Rectangle 332"/>
              <p:cNvSpPr>
                <a:spLocks noChangeArrowheads="1"/>
              </p:cNvSpPr>
              <p:nvPr userDrawn="1"/>
            </p:nvSpPr>
            <p:spPr bwMode="auto">
              <a:xfrm>
                <a:off x="4011459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3" name="Freeform 333"/>
              <p:cNvSpPr>
                <a:spLocks noEditPoints="1"/>
              </p:cNvSpPr>
              <p:nvPr userDrawn="1"/>
            </p:nvSpPr>
            <p:spPr bwMode="auto">
              <a:xfrm>
                <a:off x="4041047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4" name="Freeform 334"/>
              <p:cNvSpPr>
                <a:spLocks/>
              </p:cNvSpPr>
              <p:nvPr userDrawn="1"/>
            </p:nvSpPr>
            <p:spPr bwMode="auto">
              <a:xfrm>
                <a:off x="4114375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5 w 19"/>
                  <a:gd name="T15" fmla="*/ 14 h 27"/>
                  <a:gd name="T16" fmla="*/ 13 w 19"/>
                  <a:gd name="T17" fmla="*/ 24 h 27"/>
                  <a:gd name="T18" fmla="*/ 19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8" y="4"/>
                      <a:pt x="5" y="7"/>
                      <a:pt x="5" y="14"/>
                    </a:cubicBezTo>
                    <a:cubicBezTo>
                      <a:pt x="5" y="20"/>
                      <a:pt x="8" y="24"/>
                      <a:pt x="13" y="24"/>
                    </a:cubicBezTo>
                    <a:cubicBezTo>
                      <a:pt x="15" y="24"/>
                      <a:pt x="17" y="23"/>
                      <a:pt x="19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5" name="Freeform 335"/>
              <p:cNvSpPr>
                <a:spLocks/>
              </p:cNvSpPr>
              <p:nvPr userDrawn="1"/>
            </p:nvSpPr>
            <p:spPr bwMode="auto">
              <a:xfrm>
                <a:off x="4177411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6" name="Freeform 336"/>
              <p:cNvSpPr>
                <a:spLocks/>
              </p:cNvSpPr>
              <p:nvPr userDrawn="1"/>
            </p:nvSpPr>
            <p:spPr bwMode="auto">
              <a:xfrm>
                <a:off x="4235302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7" name="Freeform 337"/>
              <p:cNvSpPr>
                <a:spLocks noEditPoints="1"/>
              </p:cNvSpPr>
              <p:nvPr userDrawn="1"/>
            </p:nvSpPr>
            <p:spPr bwMode="auto">
              <a:xfrm>
                <a:off x="4281614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8" name="Freeform 338"/>
              <p:cNvSpPr>
                <a:spLocks/>
              </p:cNvSpPr>
              <p:nvPr userDrawn="1"/>
            </p:nvSpPr>
            <p:spPr bwMode="auto">
              <a:xfrm>
                <a:off x="4362660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2 w 21"/>
                  <a:gd name="T7" fmla="*/ 4 h 27"/>
                  <a:gd name="T8" fmla="*/ 5 w 21"/>
                  <a:gd name="T9" fmla="*/ 12 h 27"/>
                  <a:gd name="T10" fmla="*/ 5 w 21"/>
                  <a:gd name="T11" fmla="*/ 27 h 27"/>
                  <a:gd name="T12" fmla="*/ 1 w 21"/>
                  <a:gd name="T13" fmla="*/ 27 h 27"/>
                  <a:gd name="T14" fmla="*/ 1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2" y="4"/>
                    </a:cubicBezTo>
                    <a:cubicBezTo>
                      <a:pt x="7" y="4"/>
                      <a:pt x="5" y="8"/>
                      <a:pt x="5" y="1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5"/>
                      <a:pt x="1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9" name="Freeform 339"/>
              <p:cNvSpPr>
                <a:spLocks noEditPoints="1"/>
              </p:cNvSpPr>
              <p:nvPr userDrawn="1"/>
            </p:nvSpPr>
            <p:spPr bwMode="auto">
              <a:xfrm>
                <a:off x="4447565" y="5945566"/>
                <a:ext cx="15437" cy="111921"/>
              </a:xfrm>
              <a:custGeom>
                <a:avLst/>
                <a:gdLst>
                  <a:gd name="T0" fmla="*/ 12 w 12"/>
                  <a:gd name="T1" fmla="*/ 12 h 87"/>
                  <a:gd name="T2" fmla="*/ 0 w 12"/>
                  <a:gd name="T3" fmla="*/ 12 h 87"/>
                  <a:gd name="T4" fmla="*/ 0 w 12"/>
                  <a:gd name="T5" fmla="*/ 0 h 87"/>
                  <a:gd name="T6" fmla="*/ 12 w 12"/>
                  <a:gd name="T7" fmla="*/ 0 h 87"/>
                  <a:gd name="T8" fmla="*/ 12 w 12"/>
                  <a:gd name="T9" fmla="*/ 12 h 87"/>
                  <a:gd name="T10" fmla="*/ 12 w 12"/>
                  <a:gd name="T11" fmla="*/ 87 h 87"/>
                  <a:gd name="T12" fmla="*/ 0 w 12"/>
                  <a:gd name="T13" fmla="*/ 87 h 87"/>
                  <a:gd name="T14" fmla="*/ 0 w 12"/>
                  <a:gd name="T15" fmla="*/ 24 h 87"/>
                  <a:gd name="T16" fmla="*/ 12 w 12"/>
                  <a:gd name="T17" fmla="*/ 24 h 87"/>
                  <a:gd name="T18" fmla="*/ 12 w 12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87">
                    <a:moveTo>
                      <a:pt x="1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12" y="12"/>
                    </a:lnTo>
                    <a:close/>
                    <a:moveTo>
                      <a:pt x="12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2" y="24"/>
                    </a:lnTo>
                    <a:lnTo>
                      <a:pt x="1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0" name="Freeform 340"/>
              <p:cNvSpPr>
                <a:spLocks/>
              </p:cNvSpPr>
              <p:nvPr userDrawn="1"/>
            </p:nvSpPr>
            <p:spPr bwMode="auto">
              <a:xfrm>
                <a:off x="4478440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1" name="Freeform 341"/>
              <p:cNvSpPr>
                <a:spLocks/>
              </p:cNvSpPr>
              <p:nvPr userDrawn="1"/>
            </p:nvSpPr>
            <p:spPr bwMode="auto">
              <a:xfrm>
                <a:off x="4545336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7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2" name="Rectangle 342"/>
              <p:cNvSpPr>
                <a:spLocks noChangeArrowheads="1"/>
              </p:cNvSpPr>
              <p:nvPr userDrawn="1"/>
            </p:nvSpPr>
            <p:spPr bwMode="auto">
              <a:xfrm>
                <a:off x="4614804" y="6048482"/>
                <a:ext cx="14151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3" name="Rectangle 343"/>
              <p:cNvSpPr>
                <a:spLocks noChangeArrowheads="1"/>
              </p:cNvSpPr>
              <p:nvPr userDrawn="1"/>
            </p:nvSpPr>
            <p:spPr bwMode="auto">
              <a:xfrm>
                <a:off x="4693278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4" name="Freeform 344"/>
              <p:cNvSpPr>
                <a:spLocks/>
              </p:cNvSpPr>
              <p:nvPr userDrawn="1"/>
            </p:nvSpPr>
            <p:spPr bwMode="auto">
              <a:xfrm>
                <a:off x="4720293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5" name="Freeform 345"/>
              <p:cNvSpPr>
                <a:spLocks/>
              </p:cNvSpPr>
              <p:nvPr userDrawn="1"/>
            </p:nvSpPr>
            <p:spPr bwMode="auto">
              <a:xfrm>
                <a:off x="4811631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8 w 19"/>
                  <a:gd name="T9" fmla="*/ 1 h 27"/>
                  <a:gd name="T10" fmla="*/ 18 w 19"/>
                  <a:gd name="T11" fmla="*/ 5 h 27"/>
                  <a:gd name="T12" fmla="*/ 12 w 19"/>
                  <a:gd name="T13" fmla="*/ 4 h 27"/>
                  <a:gd name="T14" fmla="*/ 4 w 19"/>
                  <a:gd name="T15" fmla="*/ 14 h 27"/>
                  <a:gd name="T16" fmla="*/ 12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5" y="0"/>
                      <a:pt x="17" y="0"/>
                      <a:pt x="18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2" y="24"/>
                    </a:cubicBezTo>
                    <a:cubicBezTo>
                      <a:pt x="14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6" name="Freeform 346"/>
              <p:cNvSpPr>
                <a:spLocks noEditPoints="1"/>
              </p:cNvSpPr>
              <p:nvPr userDrawn="1"/>
            </p:nvSpPr>
            <p:spPr bwMode="auto">
              <a:xfrm>
                <a:off x="4874667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7" name="Freeform 347"/>
              <p:cNvSpPr>
                <a:spLocks/>
              </p:cNvSpPr>
              <p:nvPr userDrawn="1"/>
            </p:nvSpPr>
            <p:spPr bwMode="auto">
              <a:xfrm>
                <a:off x="4959572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8" name="Freeform 348"/>
              <p:cNvSpPr>
                <a:spLocks/>
              </p:cNvSpPr>
              <p:nvPr userDrawn="1"/>
            </p:nvSpPr>
            <p:spPr bwMode="auto">
              <a:xfrm>
                <a:off x="5035473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4 w 14"/>
                  <a:gd name="T21" fmla="*/ 9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9" name="Freeform 349"/>
              <p:cNvSpPr>
                <a:spLocks noEditPoints="1"/>
              </p:cNvSpPr>
              <p:nvPr userDrawn="1"/>
            </p:nvSpPr>
            <p:spPr bwMode="auto">
              <a:xfrm>
                <a:off x="5086931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0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0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0" name="Freeform 350"/>
              <p:cNvSpPr>
                <a:spLocks noEditPoints="1"/>
              </p:cNvSpPr>
              <p:nvPr userDrawn="1"/>
            </p:nvSpPr>
            <p:spPr bwMode="auto">
              <a:xfrm>
                <a:off x="5169264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1" name="Freeform 351"/>
              <p:cNvSpPr>
                <a:spLocks/>
              </p:cNvSpPr>
              <p:nvPr userDrawn="1"/>
            </p:nvSpPr>
            <p:spPr bwMode="auto">
              <a:xfrm>
                <a:off x="5202712" y="5973868"/>
                <a:ext cx="63036" cy="83620"/>
              </a:xfrm>
              <a:custGeom>
                <a:avLst/>
                <a:gdLst>
                  <a:gd name="T0" fmla="*/ 21 w 21"/>
                  <a:gd name="T1" fmla="*/ 27 h 27"/>
                  <a:gd name="T2" fmla="*/ 16 w 21"/>
                  <a:gd name="T3" fmla="*/ 27 h 27"/>
                  <a:gd name="T4" fmla="*/ 16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2" name="Freeform 352"/>
              <p:cNvSpPr>
                <a:spLocks/>
              </p:cNvSpPr>
              <p:nvPr userDrawn="1"/>
            </p:nvSpPr>
            <p:spPr bwMode="auto">
              <a:xfrm>
                <a:off x="5281185" y="5973868"/>
                <a:ext cx="48885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3" name="Freeform 353"/>
              <p:cNvSpPr>
                <a:spLocks/>
              </p:cNvSpPr>
              <p:nvPr userDrawn="1"/>
            </p:nvSpPr>
            <p:spPr bwMode="auto">
              <a:xfrm>
                <a:off x="5375096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4" name="Freeform 354"/>
              <p:cNvSpPr>
                <a:spLocks/>
              </p:cNvSpPr>
              <p:nvPr userDrawn="1"/>
            </p:nvSpPr>
            <p:spPr bwMode="auto">
              <a:xfrm>
                <a:off x="5432986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5" name="Freeform 355"/>
              <p:cNvSpPr>
                <a:spLocks noEditPoints="1"/>
              </p:cNvSpPr>
              <p:nvPr userDrawn="1"/>
            </p:nvSpPr>
            <p:spPr bwMode="auto">
              <a:xfrm>
                <a:off x="5475439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6" name="Freeform 356"/>
              <p:cNvSpPr>
                <a:spLocks noEditPoints="1"/>
              </p:cNvSpPr>
              <p:nvPr userDrawn="1"/>
            </p:nvSpPr>
            <p:spPr bwMode="auto">
              <a:xfrm>
                <a:off x="5551339" y="5945566"/>
                <a:ext cx="66895" cy="111921"/>
              </a:xfrm>
              <a:custGeom>
                <a:avLst/>
                <a:gdLst>
                  <a:gd name="T0" fmla="*/ 22 w 22"/>
                  <a:gd name="T1" fmla="*/ 36 h 36"/>
                  <a:gd name="T2" fmla="*/ 18 w 22"/>
                  <a:gd name="T3" fmla="*/ 36 h 36"/>
                  <a:gd name="T4" fmla="*/ 18 w 22"/>
                  <a:gd name="T5" fmla="*/ 32 h 36"/>
                  <a:gd name="T6" fmla="*/ 10 w 22"/>
                  <a:gd name="T7" fmla="*/ 36 h 36"/>
                  <a:gd name="T8" fmla="*/ 0 w 22"/>
                  <a:gd name="T9" fmla="*/ 23 h 36"/>
                  <a:gd name="T10" fmla="*/ 10 w 22"/>
                  <a:gd name="T11" fmla="*/ 9 h 36"/>
                  <a:gd name="T12" fmla="*/ 18 w 22"/>
                  <a:gd name="T13" fmla="*/ 14 h 36"/>
                  <a:gd name="T14" fmla="*/ 18 w 22"/>
                  <a:gd name="T15" fmla="*/ 0 h 36"/>
                  <a:gd name="T16" fmla="*/ 22 w 22"/>
                  <a:gd name="T17" fmla="*/ 0 h 36"/>
                  <a:gd name="T18" fmla="*/ 22 w 22"/>
                  <a:gd name="T19" fmla="*/ 36 h 36"/>
                  <a:gd name="T20" fmla="*/ 11 w 22"/>
                  <a:gd name="T21" fmla="*/ 13 h 36"/>
                  <a:gd name="T22" fmla="*/ 4 w 22"/>
                  <a:gd name="T23" fmla="*/ 23 h 36"/>
                  <a:gd name="T24" fmla="*/ 11 w 22"/>
                  <a:gd name="T25" fmla="*/ 32 h 36"/>
                  <a:gd name="T26" fmla="*/ 18 w 22"/>
                  <a:gd name="T27" fmla="*/ 23 h 36"/>
                  <a:gd name="T28" fmla="*/ 11 w 22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6" y="35"/>
                      <a:pt x="13" y="36"/>
                      <a:pt x="10" y="36"/>
                    </a:cubicBezTo>
                    <a:cubicBezTo>
                      <a:pt x="3" y="36"/>
                      <a:pt x="0" y="30"/>
                      <a:pt x="0" y="23"/>
                    </a:cubicBezTo>
                    <a:cubicBezTo>
                      <a:pt x="0" y="15"/>
                      <a:pt x="2" y="9"/>
                      <a:pt x="10" y="9"/>
                    </a:cubicBezTo>
                    <a:cubicBezTo>
                      <a:pt x="13" y="9"/>
                      <a:pt x="16" y="10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5" y="13"/>
                      <a:pt x="4" y="18"/>
                      <a:pt x="4" y="23"/>
                    </a:cubicBezTo>
                    <a:cubicBezTo>
                      <a:pt x="4" y="30"/>
                      <a:pt x="6" y="32"/>
                      <a:pt x="11" y="32"/>
                    </a:cubicBezTo>
                    <a:cubicBezTo>
                      <a:pt x="16" y="32"/>
                      <a:pt x="18" y="27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7" name="Freeform 357"/>
              <p:cNvSpPr>
                <a:spLocks noEditPoints="1"/>
              </p:cNvSpPr>
              <p:nvPr userDrawn="1"/>
            </p:nvSpPr>
            <p:spPr bwMode="auto">
              <a:xfrm>
                <a:off x="5632386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4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8" name="Freeform 358"/>
              <p:cNvSpPr>
                <a:spLocks/>
              </p:cNvSpPr>
              <p:nvPr userDrawn="1"/>
            </p:nvSpPr>
            <p:spPr bwMode="auto">
              <a:xfrm>
                <a:off x="5745593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10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8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10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6"/>
                      <a:pt x="17" y="20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8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2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9" name="Freeform 359"/>
              <p:cNvSpPr>
                <a:spLocks noEditPoints="1"/>
              </p:cNvSpPr>
              <p:nvPr userDrawn="1"/>
            </p:nvSpPr>
            <p:spPr bwMode="auto">
              <a:xfrm>
                <a:off x="5806056" y="5973868"/>
                <a:ext cx="66895" cy="83620"/>
              </a:xfrm>
              <a:custGeom>
                <a:avLst/>
                <a:gdLst>
                  <a:gd name="T0" fmla="*/ 12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4 w 22"/>
                  <a:gd name="T17" fmla="*/ 15 h 27"/>
                  <a:gd name="T18" fmla="*/ 12 w 22"/>
                  <a:gd name="T19" fmla="*/ 24 h 27"/>
                  <a:gd name="T20" fmla="*/ 17 w 22"/>
                  <a:gd name="T21" fmla="*/ 11 h 27"/>
                  <a:gd name="T22" fmla="*/ 11 w 22"/>
                  <a:gd name="T23" fmla="*/ 3 h 27"/>
                  <a:gd name="T24" fmla="*/ 4 w 22"/>
                  <a:gd name="T25" fmla="*/ 11 h 27"/>
                  <a:gd name="T26" fmla="*/ 17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0" name="Freeform 360"/>
              <p:cNvSpPr>
                <a:spLocks/>
              </p:cNvSpPr>
              <p:nvPr userDrawn="1"/>
            </p:nvSpPr>
            <p:spPr bwMode="auto">
              <a:xfrm>
                <a:off x="5881957" y="5973868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4 h 27"/>
                  <a:gd name="T6" fmla="*/ 12 w 18"/>
                  <a:gd name="T7" fmla="*/ 0 h 27"/>
                  <a:gd name="T8" fmla="*/ 18 w 18"/>
                  <a:gd name="T9" fmla="*/ 1 h 27"/>
                  <a:gd name="T10" fmla="*/ 18 w 18"/>
                  <a:gd name="T11" fmla="*/ 5 h 27"/>
                  <a:gd name="T12" fmla="*/ 12 w 18"/>
                  <a:gd name="T13" fmla="*/ 4 h 27"/>
                  <a:gd name="T14" fmla="*/ 4 w 18"/>
                  <a:gd name="T15" fmla="*/ 14 h 27"/>
                  <a:gd name="T16" fmla="*/ 12 w 18"/>
                  <a:gd name="T17" fmla="*/ 24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2" y="24"/>
                    </a:cubicBezTo>
                    <a:cubicBezTo>
                      <a:pt x="14" y="24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1" name="Freeform 361"/>
              <p:cNvSpPr>
                <a:spLocks/>
              </p:cNvSpPr>
              <p:nvPr userDrawn="1"/>
            </p:nvSpPr>
            <p:spPr bwMode="auto">
              <a:xfrm>
                <a:off x="5951425" y="5973868"/>
                <a:ext cx="38593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2" name="Freeform 362"/>
              <p:cNvSpPr>
                <a:spLocks noEditPoints="1"/>
              </p:cNvSpPr>
              <p:nvPr userDrawn="1"/>
            </p:nvSpPr>
            <p:spPr bwMode="auto">
              <a:xfrm>
                <a:off x="5993877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3" name="Freeform 363"/>
              <p:cNvSpPr>
                <a:spLocks/>
              </p:cNvSpPr>
              <p:nvPr userDrawn="1"/>
            </p:nvSpPr>
            <p:spPr bwMode="auto">
              <a:xfrm>
                <a:off x="6065919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4" name="Freeform 364"/>
              <p:cNvSpPr>
                <a:spLocks/>
              </p:cNvSpPr>
              <p:nvPr userDrawn="1"/>
            </p:nvSpPr>
            <p:spPr bwMode="auto">
              <a:xfrm>
                <a:off x="6121236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5" name="Freeform 365"/>
              <p:cNvSpPr>
                <a:spLocks noEditPoints="1"/>
              </p:cNvSpPr>
              <p:nvPr userDrawn="1"/>
            </p:nvSpPr>
            <p:spPr bwMode="auto">
              <a:xfrm>
                <a:off x="6217720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6" name="Freeform 366"/>
              <p:cNvSpPr>
                <a:spLocks/>
              </p:cNvSpPr>
              <p:nvPr userDrawn="1"/>
            </p:nvSpPr>
            <p:spPr bwMode="auto">
              <a:xfrm>
                <a:off x="6296193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7" name="Freeform 367"/>
              <p:cNvSpPr>
                <a:spLocks noEditPoints="1"/>
              </p:cNvSpPr>
              <p:nvPr userDrawn="1"/>
            </p:nvSpPr>
            <p:spPr bwMode="auto">
              <a:xfrm>
                <a:off x="6372094" y="5945566"/>
                <a:ext cx="70755" cy="111921"/>
              </a:xfrm>
              <a:custGeom>
                <a:avLst/>
                <a:gdLst>
                  <a:gd name="T0" fmla="*/ 23 w 23"/>
                  <a:gd name="T1" fmla="*/ 36 h 36"/>
                  <a:gd name="T2" fmla="*/ 19 w 23"/>
                  <a:gd name="T3" fmla="*/ 36 h 36"/>
                  <a:gd name="T4" fmla="*/ 19 w 23"/>
                  <a:gd name="T5" fmla="*/ 32 h 36"/>
                  <a:gd name="T6" fmla="*/ 11 w 23"/>
                  <a:gd name="T7" fmla="*/ 36 h 36"/>
                  <a:gd name="T8" fmla="*/ 0 w 23"/>
                  <a:gd name="T9" fmla="*/ 23 h 36"/>
                  <a:gd name="T10" fmla="*/ 11 w 23"/>
                  <a:gd name="T11" fmla="*/ 9 h 36"/>
                  <a:gd name="T12" fmla="*/ 19 w 23"/>
                  <a:gd name="T13" fmla="*/ 14 h 36"/>
                  <a:gd name="T14" fmla="*/ 19 w 23"/>
                  <a:gd name="T15" fmla="*/ 0 h 36"/>
                  <a:gd name="T16" fmla="*/ 23 w 23"/>
                  <a:gd name="T17" fmla="*/ 0 h 36"/>
                  <a:gd name="T18" fmla="*/ 23 w 23"/>
                  <a:gd name="T19" fmla="*/ 36 h 36"/>
                  <a:gd name="T20" fmla="*/ 12 w 23"/>
                  <a:gd name="T21" fmla="*/ 13 h 36"/>
                  <a:gd name="T22" fmla="*/ 5 w 23"/>
                  <a:gd name="T23" fmla="*/ 23 h 36"/>
                  <a:gd name="T24" fmla="*/ 12 w 23"/>
                  <a:gd name="T25" fmla="*/ 32 h 36"/>
                  <a:gd name="T26" fmla="*/ 19 w 23"/>
                  <a:gd name="T27" fmla="*/ 23 h 36"/>
                  <a:gd name="T28" fmla="*/ 12 w 23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7" y="35"/>
                      <a:pt x="14" y="36"/>
                      <a:pt x="11" y="36"/>
                    </a:cubicBezTo>
                    <a:cubicBezTo>
                      <a:pt x="4" y="36"/>
                      <a:pt x="0" y="30"/>
                      <a:pt x="0" y="23"/>
                    </a:cubicBezTo>
                    <a:cubicBezTo>
                      <a:pt x="0" y="15"/>
                      <a:pt x="3" y="9"/>
                      <a:pt x="11" y="9"/>
                    </a:cubicBezTo>
                    <a:cubicBezTo>
                      <a:pt x="14" y="9"/>
                      <a:pt x="17" y="10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5" y="18"/>
                      <a:pt x="5" y="23"/>
                    </a:cubicBezTo>
                    <a:cubicBezTo>
                      <a:pt x="5" y="30"/>
                      <a:pt x="7" y="32"/>
                      <a:pt x="12" y="32"/>
                    </a:cubicBezTo>
                    <a:cubicBezTo>
                      <a:pt x="17" y="32"/>
                      <a:pt x="19" y="27"/>
                      <a:pt x="19" y="23"/>
                    </a:cubicBezTo>
                    <a:cubicBezTo>
                      <a:pt x="19" y="18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8" name="Freeform 368"/>
              <p:cNvSpPr>
                <a:spLocks/>
              </p:cNvSpPr>
              <p:nvPr userDrawn="1"/>
            </p:nvSpPr>
            <p:spPr bwMode="auto">
              <a:xfrm>
                <a:off x="6494307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9" name="Freeform 369"/>
              <p:cNvSpPr>
                <a:spLocks noEditPoints="1"/>
              </p:cNvSpPr>
              <p:nvPr userDrawn="1"/>
            </p:nvSpPr>
            <p:spPr bwMode="auto">
              <a:xfrm>
                <a:off x="6559916" y="5973868"/>
                <a:ext cx="70755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5" y="4"/>
                      <a:pt x="4" y="8"/>
                      <a:pt x="4" y="14"/>
                    </a:cubicBezTo>
                    <a:cubicBezTo>
                      <a:pt x="4" y="19"/>
                      <a:pt x="5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0" name="Freeform 370"/>
              <p:cNvSpPr>
                <a:spLocks/>
              </p:cNvSpPr>
              <p:nvPr userDrawn="1"/>
            </p:nvSpPr>
            <p:spPr bwMode="auto">
              <a:xfrm>
                <a:off x="6642249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1" name="Freeform 371"/>
              <p:cNvSpPr>
                <a:spLocks/>
              </p:cNvSpPr>
              <p:nvPr userDrawn="1"/>
            </p:nvSpPr>
            <p:spPr bwMode="auto">
              <a:xfrm>
                <a:off x="6715576" y="5942993"/>
                <a:ext cx="45026" cy="114494"/>
              </a:xfrm>
              <a:custGeom>
                <a:avLst/>
                <a:gdLst>
                  <a:gd name="T0" fmla="*/ 15 w 15"/>
                  <a:gd name="T1" fmla="*/ 4 h 37"/>
                  <a:gd name="T2" fmla="*/ 12 w 15"/>
                  <a:gd name="T3" fmla="*/ 4 h 37"/>
                  <a:gd name="T4" fmla="*/ 9 w 15"/>
                  <a:gd name="T5" fmla="*/ 9 h 37"/>
                  <a:gd name="T6" fmla="*/ 9 w 15"/>
                  <a:gd name="T7" fmla="*/ 11 h 37"/>
                  <a:gd name="T8" fmla="*/ 14 w 15"/>
                  <a:gd name="T9" fmla="*/ 11 h 37"/>
                  <a:gd name="T10" fmla="*/ 14 w 15"/>
                  <a:gd name="T11" fmla="*/ 14 h 37"/>
                  <a:gd name="T12" fmla="*/ 9 w 15"/>
                  <a:gd name="T13" fmla="*/ 14 h 37"/>
                  <a:gd name="T14" fmla="*/ 9 w 15"/>
                  <a:gd name="T15" fmla="*/ 37 h 37"/>
                  <a:gd name="T16" fmla="*/ 5 w 15"/>
                  <a:gd name="T17" fmla="*/ 37 h 37"/>
                  <a:gd name="T18" fmla="*/ 5 w 15"/>
                  <a:gd name="T19" fmla="*/ 14 h 37"/>
                  <a:gd name="T20" fmla="*/ 0 w 15"/>
                  <a:gd name="T21" fmla="*/ 14 h 37"/>
                  <a:gd name="T22" fmla="*/ 0 w 15"/>
                  <a:gd name="T23" fmla="*/ 11 h 37"/>
                  <a:gd name="T24" fmla="*/ 5 w 15"/>
                  <a:gd name="T25" fmla="*/ 11 h 37"/>
                  <a:gd name="T26" fmla="*/ 5 w 15"/>
                  <a:gd name="T27" fmla="*/ 9 h 37"/>
                  <a:gd name="T28" fmla="*/ 12 w 15"/>
                  <a:gd name="T29" fmla="*/ 0 h 37"/>
                  <a:gd name="T30" fmla="*/ 15 w 15"/>
                  <a:gd name="T31" fmla="*/ 1 h 37"/>
                  <a:gd name="T32" fmla="*/ 15 w 15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7">
                    <a:moveTo>
                      <a:pt x="15" y="4"/>
                    </a:moveTo>
                    <a:cubicBezTo>
                      <a:pt x="14" y="4"/>
                      <a:pt x="13" y="4"/>
                      <a:pt x="12" y="4"/>
                    </a:cubicBezTo>
                    <a:cubicBezTo>
                      <a:pt x="9" y="4"/>
                      <a:pt x="9" y="5"/>
                      <a:pt x="9" y="9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3"/>
                      <a:pt x="6" y="0"/>
                      <a:pt x="12" y="0"/>
                    </a:cubicBezTo>
                    <a:cubicBezTo>
                      <a:pt x="13" y="0"/>
                      <a:pt x="14" y="1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2" name="Freeform 372"/>
              <p:cNvSpPr>
                <a:spLocks noEditPoints="1"/>
              </p:cNvSpPr>
              <p:nvPr userDrawn="1"/>
            </p:nvSpPr>
            <p:spPr bwMode="auto">
              <a:xfrm>
                <a:off x="6776039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3" name="Freeform 373"/>
              <p:cNvSpPr>
                <a:spLocks noEditPoints="1"/>
              </p:cNvSpPr>
              <p:nvPr userDrawn="1"/>
            </p:nvSpPr>
            <p:spPr bwMode="auto">
              <a:xfrm>
                <a:off x="6805627" y="5945566"/>
                <a:ext cx="66895" cy="111921"/>
              </a:xfrm>
              <a:custGeom>
                <a:avLst/>
                <a:gdLst>
                  <a:gd name="T0" fmla="*/ 22 w 22"/>
                  <a:gd name="T1" fmla="*/ 36 h 36"/>
                  <a:gd name="T2" fmla="*/ 18 w 22"/>
                  <a:gd name="T3" fmla="*/ 36 h 36"/>
                  <a:gd name="T4" fmla="*/ 18 w 22"/>
                  <a:gd name="T5" fmla="*/ 32 h 36"/>
                  <a:gd name="T6" fmla="*/ 11 w 22"/>
                  <a:gd name="T7" fmla="*/ 36 h 36"/>
                  <a:gd name="T8" fmla="*/ 0 w 22"/>
                  <a:gd name="T9" fmla="*/ 23 h 36"/>
                  <a:gd name="T10" fmla="*/ 11 w 22"/>
                  <a:gd name="T11" fmla="*/ 9 h 36"/>
                  <a:gd name="T12" fmla="*/ 18 w 22"/>
                  <a:gd name="T13" fmla="*/ 14 h 36"/>
                  <a:gd name="T14" fmla="*/ 18 w 22"/>
                  <a:gd name="T15" fmla="*/ 0 h 36"/>
                  <a:gd name="T16" fmla="*/ 22 w 22"/>
                  <a:gd name="T17" fmla="*/ 0 h 36"/>
                  <a:gd name="T18" fmla="*/ 22 w 22"/>
                  <a:gd name="T19" fmla="*/ 36 h 36"/>
                  <a:gd name="T20" fmla="*/ 11 w 22"/>
                  <a:gd name="T21" fmla="*/ 13 h 36"/>
                  <a:gd name="T22" fmla="*/ 4 w 22"/>
                  <a:gd name="T23" fmla="*/ 23 h 36"/>
                  <a:gd name="T24" fmla="*/ 11 w 22"/>
                  <a:gd name="T25" fmla="*/ 32 h 36"/>
                  <a:gd name="T26" fmla="*/ 18 w 22"/>
                  <a:gd name="T27" fmla="*/ 23 h 36"/>
                  <a:gd name="T28" fmla="*/ 11 w 22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6" y="35"/>
                      <a:pt x="14" y="36"/>
                      <a:pt x="11" y="36"/>
                    </a:cubicBezTo>
                    <a:cubicBezTo>
                      <a:pt x="3" y="36"/>
                      <a:pt x="0" y="30"/>
                      <a:pt x="0" y="23"/>
                    </a:cubicBezTo>
                    <a:cubicBezTo>
                      <a:pt x="0" y="15"/>
                      <a:pt x="3" y="9"/>
                      <a:pt x="11" y="9"/>
                    </a:cubicBezTo>
                    <a:cubicBezTo>
                      <a:pt x="13" y="9"/>
                      <a:pt x="16" y="10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6" y="32"/>
                      <a:pt x="11" y="32"/>
                    </a:cubicBezTo>
                    <a:cubicBezTo>
                      <a:pt x="16" y="32"/>
                      <a:pt x="18" y="27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4" name="Freeform 374"/>
              <p:cNvSpPr>
                <a:spLocks noEditPoints="1"/>
              </p:cNvSpPr>
              <p:nvPr userDrawn="1"/>
            </p:nvSpPr>
            <p:spPr bwMode="auto">
              <a:xfrm>
                <a:off x="6887960" y="5973868"/>
                <a:ext cx="66895" cy="83620"/>
              </a:xfrm>
              <a:custGeom>
                <a:avLst/>
                <a:gdLst>
                  <a:gd name="T0" fmla="*/ 12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4 w 22"/>
                  <a:gd name="T17" fmla="*/ 15 h 27"/>
                  <a:gd name="T18" fmla="*/ 12 w 22"/>
                  <a:gd name="T19" fmla="*/ 24 h 27"/>
                  <a:gd name="T20" fmla="*/ 17 w 22"/>
                  <a:gd name="T21" fmla="*/ 11 h 27"/>
                  <a:gd name="T22" fmla="*/ 11 w 22"/>
                  <a:gd name="T23" fmla="*/ 3 h 27"/>
                  <a:gd name="T24" fmla="*/ 4 w 22"/>
                  <a:gd name="T25" fmla="*/ 11 h 27"/>
                  <a:gd name="T26" fmla="*/ 17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5" name="Freeform 375"/>
              <p:cNvSpPr>
                <a:spLocks/>
              </p:cNvSpPr>
              <p:nvPr userDrawn="1"/>
            </p:nvSpPr>
            <p:spPr bwMode="auto">
              <a:xfrm>
                <a:off x="6966434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2 w 21"/>
                  <a:gd name="T7" fmla="*/ 4 h 27"/>
                  <a:gd name="T8" fmla="*/ 5 w 21"/>
                  <a:gd name="T9" fmla="*/ 12 h 27"/>
                  <a:gd name="T10" fmla="*/ 5 w 21"/>
                  <a:gd name="T11" fmla="*/ 27 h 27"/>
                  <a:gd name="T12" fmla="*/ 1 w 21"/>
                  <a:gd name="T13" fmla="*/ 27 h 27"/>
                  <a:gd name="T14" fmla="*/ 1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2" y="4"/>
                    </a:cubicBezTo>
                    <a:cubicBezTo>
                      <a:pt x="7" y="4"/>
                      <a:pt x="5" y="8"/>
                      <a:pt x="5" y="1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6" name="Freeform 376"/>
              <p:cNvSpPr>
                <a:spLocks/>
              </p:cNvSpPr>
              <p:nvPr userDrawn="1"/>
            </p:nvSpPr>
            <p:spPr bwMode="auto">
              <a:xfrm>
                <a:off x="7042334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2" y="32"/>
                    </a:cubicBezTo>
                    <a:cubicBezTo>
                      <a:pt x="13" y="32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7" name="Freeform 377"/>
              <p:cNvSpPr>
                <a:spLocks noEditPoints="1"/>
              </p:cNvSpPr>
              <p:nvPr userDrawn="1"/>
            </p:nvSpPr>
            <p:spPr bwMode="auto">
              <a:xfrm>
                <a:off x="7102798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8" name="Freeform 378"/>
              <p:cNvSpPr>
                <a:spLocks noEditPoints="1"/>
              </p:cNvSpPr>
              <p:nvPr userDrawn="1"/>
            </p:nvSpPr>
            <p:spPr bwMode="auto">
              <a:xfrm>
                <a:off x="7129813" y="5973868"/>
                <a:ext cx="61750" cy="83620"/>
              </a:xfrm>
              <a:custGeom>
                <a:avLst/>
                <a:gdLst>
                  <a:gd name="T0" fmla="*/ 17 w 20"/>
                  <a:gd name="T1" fmla="*/ 27 h 27"/>
                  <a:gd name="T2" fmla="*/ 17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7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Rectangle 379"/>
              <p:cNvSpPr>
                <a:spLocks noChangeArrowheads="1"/>
              </p:cNvSpPr>
              <p:nvPr userDrawn="1"/>
            </p:nvSpPr>
            <p:spPr bwMode="auto">
              <a:xfrm>
                <a:off x="7212145" y="5945566"/>
                <a:ext cx="15437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Freeform 380"/>
              <p:cNvSpPr>
                <a:spLocks noEditPoints="1"/>
              </p:cNvSpPr>
              <p:nvPr userDrawn="1"/>
            </p:nvSpPr>
            <p:spPr bwMode="auto">
              <a:xfrm>
                <a:off x="7288046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Freeform 381"/>
              <p:cNvSpPr>
                <a:spLocks/>
              </p:cNvSpPr>
              <p:nvPr userDrawn="1"/>
            </p:nvSpPr>
            <p:spPr bwMode="auto">
              <a:xfrm>
                <a:off x="7324067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3 w 20"/>
                  <a:gd name="T19" fmla="*/ 1 h 27"/>
                  <a:gd name="T20" fmla="*/ 3 w 20"/>
                  <a:gd name="T21" fmla="*/ 5 h 27"/>
                  <a:gd name="T22" fmla="*/ 11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4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Freeform 382"/>
              <p:cNvSpPr>
                <a:spLocks/>
              </p:cNvSpPr>
              <p:nvPr userDrawn="1"/>
            </p:nvSpPr>
            <p:spPr bwMode="auto">
              <a:xfrm>
                <a:off x="7397394" y="5942993"/>
                <a:ext cx="42453" cy="114494"/>
              </a:xfrm>
              <a:custGeom>
                <a:avLst/>
                <a:gdLst>
                  <a:gd name="T0" fmla="*/ 14 w 14"/>
                  <a:gd name="T1" fmla="*/ 4 h 37"/>
                  <a:gd name="T2" fmla="*/ 12 w 14"/>
                  <a:gd name="T3" fmla="*/ 4 h 37"/>
                  <a:gd name="T4" fmla="*/ 8 w 14"/>
                  <a:gd name="T5" fmla="*/ 9 h 37"/>
                  <a:gd name="T6" fmla="*/ 8 w 14"/>
                  <a:gd name="T7" fmla="*/ 11 h 37"/>
                  <a:gd name="T8" fmla="*/ 14 w 14"/>
                  <a:gd name="T9" fmla="*/ 11 h 37"/>
                  <a:gd name="T10" fmla="*/ 14 w 14"/>
                  <a:gd name="T11" fmla="*/ 14 h 37"/>
                  <a:gd name="T12" fmla="*/ 8 w 14"/>
                  <a:gd name="T13" fmla="*/ 14 h 37"/>
                  <a:gd name="T14" fmla="*/ 8 w 14"/>
                  <a:gd name="T15" fmla="*/ 37 h 37"/>
                  <a:gd name="T16" fmla="*/ 4 w 14"/>
                  <a:gd name="T17" fmla="*/ 37 h 37"/>
                  <a:gd name="T18" fmla="*/ 4 w 14"/>
                  <a:gd name="T19" fmla="*/ 14 h 37"/>
                  <a:gd name="T20" fmla="*/ 0 w 14"/>
                  <a:gd name="T21" fmla="*/ 14 h 37"/>
                  <a:gd name="T22" fmla="*/ 0 w 14"/>
                  <a:gd name="T23" fmla="*/ 11 h 37"/>
                  <a:gd name="T24" fmla="*/ 4 w 14"/>
                  <a:gd name="T25" fmla="*/ 11 h 37"/>
                  <a:gd name="T26" fmla="*/ 4 w 14"/>
                  <a:gd name="T27" fmla="*/ 9 h 37"/>
                  <a:gd name="T28" fmla="*/ 11 w 14"/>
                  <a:gd name="T29" fmla="*/ 0 h 37"/>
                  <a:gd name="T30" fmla="*/ 14 w 14"/>
                  <a:gd name="T31" fmla="*/ 1 h 37"/>
                  <a:gd name="T32" fmla="*/ 14 w 14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7">
                    <a:moveTo>
                      <a:pt x="14" y="4"/>
                    </a:moveTo>
                    <a:cubicBezTo>
                      <a:pt x="13" y="4"/>
                      <a:pt x="12" y="4"/>
                      <a:pt x="12" y="4"/>
                    </a:cubicBezTo>
                    <a:cubicBezTo>
                      <a:pt x="8" y="4"/>
                      <a:pt x="8" y="5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3" y="1"/>
                      <a:pt x="14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Freeform 383"/>
              <p:cNvSpPr>
                <a:spLocks noEditPoints="1"/>
              </p:cNvSpPr>
              <p:nvPr userDrawn="1"/>
            </p:nvSpPr>
            <p:spPr bwMode="auto">
              <a:xfrm>
                <a:off x="7448852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Freeform 384"/>
              <p:cNvSpPr>
                <a:spLocks/>
              </p:cNvSpPr>
              <p:nvPr userDrawn="1"/>
            </p:nvSpPr>
            <p:spPr bwMode="auto">
              <a:xfrm>
                <a:off x="7529899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1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Freeform 385"/>
              <p:cNvSpPr>
                <a:spLocks/>
              </p:cNvSpPr>
              <p:nvPr userDrawn="1"/>
            </p:nvSpPr>
            <p:spPr bwMode="auto">
              <a:xfrm>
                <a:off x="7585216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Freeform 386"/>
              <p:cNvSpPr>
                <a:spLocks noEditPoints="1"/>
              </p:cNvSpPr>
              <p:nvPr userDrawn="1"/>
            </p:nvSpPr>
            <p:spPr bwMode="auto">
              <a:xfrm>
                <a:off x="7697137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Freeform 387"/>
              <p:cNvSpPr>
                <a:spLocks/>
              </p:cNvSpPr>
              <p:nvPr userDrawn="1"/>
            </p:nvSpPr>
            <p:spPr bwMode="auto">
              <a:xfrm>
                <a:off x="7770464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Freeform 388"/>
              <p:cNvSpPr>
                <a:spLocks noEditPoints="1"/>
              </p:cNvSpPr>
              <p:nvPr userDrawn="1"/>
            </p:nvSpPr>
            <p:spPr bwMode="auto">
              <a:xfrm>
                <a:off x="7830928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Freeform 389"/>
              <p:cNvSpPr>
                <a:spLocks noEditPoints="1"/>
              </p:cNvSpPr>
              <p:nvPr userDrawn="1"/>
            </p:nvSpPr>
            <p:spPr bwMode="auto">
              <a:xfrm>
                <a:off x="7857943" y="5973868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0" name="Freeform 390"/>
              <p:cNvSpPr>
                <a:spLocks/>
              </p:cNvSpPr>
              <p:nvPr userDrawn="1"/>
            </p:nvSpPr>
            <p:spPr bwMode="auto">
              <a:xfrm>
                <a:off x="7942849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4 w 20"/>
                  <a:gd name="T19" fmla="*/ 1 h 27"/>
                  <a:gd name="T20" fmla="*/ 4 w 20"/>
                  <a:gd name="T21" fmla="*/ 5 h 27"/>
                  <a:gd name="T22" fmla="*/ 12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1" name="Freeform 391"/>
              <p:cNvSpPr>
                <a:spLocks/>
              </p:cNvSpPr>
              <p:nvPr userDrawn="1"/>
            </p:nvSpPr>
            <p:spPr bwMode="auto">
              <a:xfrm>
                <a:off x="8052197" y="5976441"/>
                <a:ext cx="111921" cy="81047"/>
              </a:xfrm>
              <a:custGeom>
                <a:avLst/>
                <a:gdLst>
                  <a:gd name="T0" fmla="*/ 87 w 87"/>
                  <a:gd name="T1" fmla="*/ 0 h 63"/>
                  <a:gd name="T2" fmla="*/ 68 w 87"/>
                  <a:gd name="T3" fmla="*/ 63 h 63"/>
                  <a:gd name="T4" fmla="*/ 59 w 87"/>
                  <a:gd name="T5" fmla="*/ 63 h 63"/>
                  <a:gd name="T6" fmla="*/ 45 w 87"/>
                  <a:gd name="T7" fmla="*/ 10 h 63"/>
                  <a:gd name="T8" fmla="*/ 30 w 87"/>
                  <a:gd name="T9" fmla="*/ 63 h 63"/>
                  <a:gd name="T10" fmla="*/ 19 w 87"/>
                  <a:gd name="T11" fmla="*/ 63 h 63"/>
                  <a:gd name="T12" fmla="*/ 0 w 87"/>
                  <a:gd name="T13" fmla="*/ 0 h 63"/>
                  <a:gd name="T14" fmla="*/ 12 w 87"/>
                  <a:gd name="T15" fmla="*/ 0 h 63"/>
                  <a:gd name="T16" fmla="*/ 26 w 87"/>
                  <a:gd name="T17" fmla="*/ 51 h 63"/>
                  <a:gd name="T18" fmla="*/ 40 w 87"/>
                  <a:gd name="T19" fmla="*/ 0 h 63"/>
                  <a:gd name="T20" fmla="*/ 49 w 87"/>
                  <a:gd name="T21" fmla="*/ 0 h 63"/>
                  <a:gd name="T22" fmla="*/ 63 w 87"/>
                  <a:gd name="T23" fmla="*/ 51 h 63"/>
                  <a:gd name="T24" fmla="*/ 78 w 87"/>
                  <a:gd name="T25" fmla="*/ 0 h 63"/>
                  <a:gd name="T26" fmla="*/ 87 w 87"/>
                  <a:gd name="T2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63">
                    <a:moveTo>
                      <a:pt x="87" y="0"/>
                    </a:moveTo>
                    <a:lnTo>
                      <a:pt x="68" y="63"/>
                    </a:lnTo>
                    <a:lnTo>
                      <a:pt x="59" y="63"/>
                    </a:lnTo>
                    <a:lnTo>
                      <a:pt x="45" y="10"/>
                    </a:lnTo>
                    <a:lnTo>
                      <a:pt x="30" y="63"/>
                    </a:lnTo>
                    <a:lnTo>
                      <a:pt x="19" y="63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6" y="51"/>
                    </a:lnTo>
                    <a:lnTo>
                      <a:pt x="40" y="0"/>
                    </a:lnTo>
                    <a:lnTo>
                      <a:pt x="49" y="0"/>
                    </a:lnTo>
                    <a:lnTo>
                      <a:pt x="63" y="51"/>
                    </a:lnTo>
                    <a:lnTo>
                      <a:pt x="78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2" name="Freeform 392"/>
              <p:cNvSpPr>
                <a:spLocks/>
              </p:cNvSpPr>
              <p:nvPr userDrawn="1"/>
            </p:nvSpPr>
            <p:spPr bwMode="auto">
              <a:xfrm>
                <a:off x="8179555" y="5945566"/>
                <a:ext cx="60464" cy="111921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0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4 h 36"/>
                  <a:gd name="T20" fmla="*/ 11 w 20"/>
                  <a:gd name="T21" fmla="*/ 9 h 36"/>
                  <a:gd name="T22" fmla="*/ 20 w 20"/>
                  <a:gd name="T23" fmla="*/ 20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8" y="9"/>
                      <a:pt x="11" y="9"/>
                    </a:cubicBezTo>
                    <a:cubicBezTo>
                      <a:pt x="17" y="9"/>
                      <a:pt x="20" y="13"/>
                      <a:pt x="20" y="20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3" name="Freeform 393"/>
              <p:cNvSpPr>
                <a:spLocks noEditPoints="1"/>
              </p:cNvSpPr>
              <p:nvPr userDrawn="1"/>
            </p:nvSpPr>
            <p:spPr bwMode="auto">
              <a:xfrm>
                <a:off x="8264461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4" name="Freeform 394"/>
              <p:cNvSpPr>
                <a:spLocks/>
              </p:cNvSpPr>
              <p:nvPr userDrawn="1"/>
            </p:nvSpPr>
            <p:spPr bwMode="auto">
              <a:xfrm>
                <a:off x="8291477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" name="Freeform 395"/>
              <p:cNvSpPr>
                <a:spLocks/>
              </p:cNvSpPr>
              <p:nvPr userDrawn="1"/>
            </p:nvSpPr>
            <p:spPr bwMode="auto">
              <a:xfrm>
                <a:off x="8363518" y="5945566"/>
                <a:ext cx="64322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4 w 21"/>
                  <a:gd name="T9" fmla="*/ 22 h 36"/>
                  <a:gd name="T10" fmla="*/ 4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4 w 21"/>
                  <a:gd name="T17" fmla="*/ 0 h 36"/>
                  <a:gd name="T18" fmla="*/ 4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5" y="13"/>
                      <a:pt x="11" y="13"/>
                    </a:cubicBezTo>
                    <a:cubicBezTo>
                      <a:pt x="7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6" name="Freeform 396"/>
              <p:cNvSpPr>
                <a:spLocks noEditPoints="1"/>
              </p:cNvSpPr>
              <p:nvPr userDrawn="1"/>
            </p:nvSpPr>
            <p:spPr bwMode="auto">
              <a:xfrm>
                <a:off x="8488303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7" name="Freeform 397"/>
              <p:cNvSpPr>
                <a:spLocks/>
              </p:cNvSpPr>
              <p:nvPr userDrawn="1"/>
            </p:nvSpPr>
            <p:spPr bwMode="auto">
              <a:xfrm>
                <a:off x="8519178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8" name="Freeform 398"/>
              <p:cNvSpPr>
                <a:spLocks/>
              </p:cNvSpPr>
              <p:nvPr userDrawn="1"/>
            </p:nvSpPr>
            <p:spPr bwMode="auto">
              <a:xfrm>
                <a:off x="8615662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4 w 14"/>
                  <a:gd name="T21" fmla="*/ 9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9" name="Freeform 399"/>
              <p:cNvSpPr>
                <a:spLocks/>
              </p:cNvSpPr>
              <p:nvPr userDrawn="1"/>
            </p:nvSpPr>
            <p:spPr bwMode="auto">
              <a:xfrm>
                <a:off x="8673552" y="5945566"/>
                <a:ext cx="63036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7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0" name="Freeform 400"/>
              <p:cNvSpPr>
                <a:spLocks noEditPoints="1"/>
              </p:cNvSpPr>
              <p:nvPr userDrawn="1"/>
            </p:nvSpPr>
            <p:spPr bwMode="auto">
              <a:xfrm>
                <a:off x="8752026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4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" name="Freeform 401"/>
              <p:cNvSpPr>
                <a:spLocks noEditPoints="1"/>
              </p:cNvSpPr>
              <p:nvPr userDrawn="1"/>
            </p:nvSpPr>
            <p:spPr bwMode="auto">
              <a:xfrm>
                <a:off x="8867806" y="5973868"/>
                <a:ext cx="69468" cy="111921"/>
              </a:xfrm>
              <a:custGeom>
                <a:avLst/>
                <a:gdLst>
                  <a:gd name="T0" fmla="*/ 0 w 23"/>
                  <a:gd name="T1" fmla="*/ 1 h 36"/>
                  <a:gd name="T2" fmla="*/ 4 w 23"/>
                  <a:gd name="T3" fmla="*/ 1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4 h 36"/>
                  <a:gd name="T10" fmla="*/ 12 w 23"/>
                  <a:gd name="T11" fmla="*/ 27 h 36"/>
                  <a:gd name="T12" fmla="*/ 4 w 23"/>
                  <a:gd name="T13" fmla="*/ 23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1 h 36"/>
                  <a:gd name="T20" fmla="*/ 11 w 23"/>
                  <a:gd name="T21" fmla="*/ 24 h 36"/>
                  <a:gd name="T22" fmla="*/ 18 w 23"/>
                  <a:gd name="T23" fmla="*/ 14 h 36"/>
                  <a:gd name="T24" fmla="*/ 11 w 23"/>
                  <a:gd name="T25" fmla="*/ 4 h 36"/>
                  <a:gd name="T26" fmla="*/ 4 w 23"/>
                  <a:gd name="T27" fmla="*/ 14 h 36"/>
                  <a:gd name="T28" fmla="*/ 11 w 23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7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2" name="Freeform 402"/>
              <p:cNvSpPr>
                <a:spLocks/>
              </p:cNvSpPr>
              <p:nvPr userDrawn="1"/>
            </p:nvSpPr>
            <p:spPr bwMode="auto">
              <a:xfrm>
                <a:off x="8952712" y="5973868"/>
                <a:ext cx="38593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3" name="Freeform 403"/>
              <p:cNvSpPr>
                <a:spLocks noEditPoints="1"/>
              </p:cNvSpPr>
              <p:nvPr userDrawn="1"/>
            </p:nvSpPr>
            <p:spPr bwMode="auto">
              <a:xfrm>
                <a:off x="8995164" y="5973868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Freeform 404"/>
              <p:cNvSpPr>
                <a:spLocks noEditPoints="1"/>
              </p:cNvSpPr>
              <p:nvPr userDrawn="1"/>
            </p:nvSpPr>
            <p:spPr bwMode="auto">
              <a:xfrm>
                <a:off x="9080070" y="5973868"/>
                <a:ext cx="65609" cy="111921"/>
              </a:xfrm>
              <a:custGeom>
                <a:avLst/>
                <a:gdLst>
                  <a:gd name="T0" fmla="*/ 0 w 22"/>
                  <a:gd name="T1" fmla="*/ 1 h 36"/>
                  <a:gd name="T2" fmla="*/ 4 w 22"/>
                  <a:gd name="T3" fmla="*/ 1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4 h 36"/>
                  <a:gd name="T10" fmla="*/ 11 w 22"/>
                  <a:gd name="T11" fmla="*/ 27 h 36"/>
                  <a:gd name="T12" fmla="*/ 4 w 22"/>
                  <a:gd name="T13" fmla="*/ 23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1 h 36"/>
                  <a:gd name="T20" fmla="*/ 11 w 22"/>
                  <a:gd name="T21" fmla="*/ 24 h 36"/>
                  <a:gd name="T22" fmla="*/ 18 w 22"/>
                  <a:gd name="T23" fmla="*/ 14 h 36"/>
                  <a:gd name="T24" fmla="*/ 11 w 22"/>
                  <a:gd name="T25" fmla="*/ 4 h 36"/>
                  <a:gd name="T26" fmla="*/ 4 w 22"/>
                  <a:gd name="T27" fmla="*/ 14 h 36"/>
                  <a:gd name="T28" fmla="*/ 11 w 22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4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6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Freeform 405"/>
              <p:cNvSpPr>
                <a:spLocks noEditPoints="1"/>
              </p:cNvSpPr>
              <p:nvPr userDrawn="1"/>
            </p:nvSpPr>
            <p:spPr bwMode="auto">
              <a:xfrm>
                <a:off x="9154684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8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6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Freeform 406"/>
              <p:cNvSpPr>
                <a:spLocks/>
              </p:cNvSpPr>
              <p:nvPr userDrawn="1"/>
            </p:nvSpPr>
            <p:spPr bwMode="auto">
              <a:xfrm>
                <a:off x="9237017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Freeform 407"/>
              <p:cNvSpPr>
                <a:spLocks/>
              </p:cNvSpPr>
              <p:nvPr userDrawn="1"/>
            </p:nvSpPr>
            <p:spPr bwMode="auto">
              <a:xfrm>
                <a:off x="9282043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3 w 14"/>
                  <a:gd name="T21" fmla="*/ 9 h 35"/>
                  <a:gd name="T22" fmla="*/ 13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Freeform 408"/>
              <p:cNvSpPr>
                <a:spLocks/>
              </p:cNvSpPr>
              <p:nvPr userDrawn="1"/>
            </p:nvSpPr>
            <p:spPr bwMode="auto">
              <a:xfrm>
                <a:off x="9328355" y="5976441"/>
                <a:ext cx="69468" cy="111921"/>
              </a:xfrm>
              <a:custGeom>
                <a:avLst/>
                <a:gdLst>
                  <a:gd name="T0" fmla="*/ 18 w 23"/>
                  <a:gd name="T1" fmla="*/ 0 h 36"/>
                  <a:gd name="T2" fmla="*/ 23 w 23"/>
                  <a:gd name="T3" fmla="*/ 0 h 36"/>
                  <a:gd name="T4" fmla="*/ 12 w 23"/>
                  <a:gd name="T5" fmla="*/ 29 h 36"/>
                  <a:gd name="T6" fmla="*/ 5 w 23"/>
                  <a:gd name="T7" fmla="*/ 36 h 36"/>
                  <a:gd name="T8" fmla="*/ 1 w 23"/>
                  <a:gd name="T9" fmla="*/ 35 h 36"/>
                  <a:gd name="T10" fmla="*/ 2 w 23"/>
                  <a:gd name="T11" fmla="*/ 32 h 36"/>
                  <a:gd name="T12" fmla="*/ 5 w 23"/>
                  <a:gd name="T13" fmla="*/ 32 h 36"/>
                  <a:gd name="T14" fmla="*/ 8 w 23"/>
                  <a:gd name="T15" fmla="*/ 28 h 36"/>
                  <a:gd name="T16" fmla="*/ 10 w 23"/>
                  <a:gd name="T17" fmla="*/ 24 h 36"/>
                  <a:gd name="T18" fmla="*/ 0 w 23"/>
                  <a:gd name="T19" fmla="*/ 0 h 36"/>
                  <a:gd name="T20" fmla="*/ 5 w 23"/>
                  <a:gd name="T21" fmla="*/ 0 h 36"/>
                  <a:gd name="T22" fmla="*/ 12 w 23"/>
                  <a:gd name="T23" fmla="*/ 19 h 36"/>
                  <a:gd name="T24" fmla="*/ 18 w 2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33"/>
                      <a:pt x="9" y="36"/>
                      <a:pt x="5" y="36"/>
                    </a:cubicBezTo>
                    <a:cubicBezTo>
                      <a:pt x="3" y="36"/>
                      <a:pt x="2" y="36"/>
                      <a:pt x="1" y="35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2"/>
                      <a:pt x="3" y="32"/>
                      <a:pt x="5" y="32"/>
                    </a:cubicBezTo>
                    <a:cubicBezTo>
                      <a:pt x="6" y="32"/>
                      <a:pt x="7" y="31"/>
                      <a:pt x="8" y="28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19"/>
                      <a:pt x="12" y="19"/>
                      <a:pt x="12" y="19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Freeform 409"/>
              <p:cNvSpPr>
                <a:spLocks noEditPoints="1"/>
              </p:cNvSpPr>
              <p:nvPr userDrawn="1"/>
            </p:nvSpPr>
            <p:spPr bwMode="auto">
              <a:xfrm>
                <a:off x="9440276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Freeform 410"/>
              <p:cNvSpPr>
                <a:spLocks/>
              </p:cNvSpPr>
              <p:nvPr userDrawn="1"/>
            </p:nvSpPr>
            <p:spPr bwMode="auto">
              <a:xfrm>
                <a:off x="9516176" y="5942993"/>
                <a:ext cx="42453" cy="114494"/>
              </a:xfrm>
              <a:custGeom>
                <a:avLst/>
                <a:gdLst>
                  <a:gd name="T0" fmla="*/ 14 w 14"/>
                  <a:gd name="T1" fmla="*/ 4 h 37"/>
                  <a:gd name="T2" fmla="*/ 11 w 14"/>
                  <a:gd name="T3" fmla="*/ 4 h 37"/>
                  <a:gd name="T4" fmla="*/ 8 w 14"/>
                  <a:gd name="T5" fmla="*/ 9 h 37"/>
                  <a:gd name="T6" fmla="*/ 8 w 14"/>
                  <a:gd name="T7" fmla="*/ 11 h 37"/>
                  <a:gd name="T8" fmla="*/ 14 w 14"/>
                  <a:gd name="T9" fmla="*/ 11 h 37"/>
                  <a:gd name="T10" fmla="*/ 14 w 14"/>
                  <a:gd name="T11" fmla="*/ 14 h 37"/>
                  <a:gd name="T12" fmla="*/ 8 w 14"/>
                  <a:gd name="T13" fmla="*/ 14 h 37"/>
                  <a:gd name="T14" fmla="*/ 8 w 14"/>
                  <a:gd name="T15" fmla="*/ 37 h 37"/>
                  <a:gd name="T16" fmla="*/ 4 w 14"/>
                  <a:gd name="T17" fmla="*/ 37 h 37"/>
                  <a:gd name="T18" fmla="*/ 4 w 14"/>
                  <a:gd name="T19" fmla="*/ 14 h 37"/>
                  <a:gd name="T20" fmla="*/ 0 w 14"/>
                  <a:gd name="T21" fmla="*/ 14 h 37"/>
                  <a:gd name="T22" fmla="*/ 0 w 14"/>
                  <a:gd name="T23" fmla="*/ 11 h 37"/>
                  <a:gd name="T24" fmla="*/ 4 w 14"/>
                  <a:gd name="T25" fmla="*/ 11 h 37"/>
                  <a:gd name="T26" fmla="*/ 4 w 14"/>
                  <a:gd name="T27" fmla="*/ 9 h 37"/>
                  <a:gd name="T28" fmla="*/ 11 w 14"/>
                  <a:gd name="T29" fmla="*/ 0 h 37"/>
                  <a:gd name="T30" fmla="*/ 14 w 14"/>
                  <a:gd name="T31" fmla="*/ 1 h 37"/>
                  <a:gd name="T32" fmla="*/ 14 w 14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7">
                    <a:moveTo>
                      <a:pt x="14" y="4"/>
                    </a:moveTo>
                    <a:cubicBezTo>
                      <a:pt x="13" y="4"/>
                      <a:pt x="12" y="4"/>
                      <a:pt x="11" y="4"/>
                    </a:cubicBezTo>
                    <a:cubicBezTo>
                      <a:pt x="8" y="4"/>
                      <a:pt x="8" y="5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3" y="1"/>
                      <a:pt x="14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Freeform 411"/>
              <p:cNvSpPr>
                <a:spLocks/>
              </p:cNvSpPr>
              <p:nvPr userDrawn="1"/>
            </p:nvSpPr>
            <p:spPr bwMode="auto">
              <a:xfrm>
                <a:off x="9607514" y="5942993"/>
                <a:ext cx="60464" cy="114494"/>
              </a:xfrm>
              <a:custGeom>
                <a:avLst/>
                <a:gdLst>
                  <a:gd name="T0" fmla="*/ 17 w 20"/>
                  <a:gd name="T1" fmla="*/ 5 h 37"/>
                  <a:gd name="T2" fmla="*/ 11 w 20"/>
                  <a:gd name="T3" fmla="*/ 4 h 37"/>
                  <a:gd name="T4" fmla="*/ 4 w 20"/>
                  <a:gd name="T5" fmla="*/ 10 h 37"/>
                  <a:gd name="T6" fmla="*/ 11 w 20"/>
                  <a:gd name="T7" fmla="*/ 16 h 37"/>
                  <a:gd name="T8" fmla="*/ 20 w 20"/>
                  <a:gd name="T9" fmla="*/ 27 h 37"/>
                  <a:gd name="T10" fmla="*/ 8 w 20"/>
                  <a:gd name="T11" fmla="*/ 37 h 37"/>
                  <a:gd name="T12" fmla="*/ 0 w 20"/>
                  <a:gd name="T13" fmla="*/ 35 h 37"/>
                  <a:gd name="T14" fmla="*/ 1 w 20"/>
                  <a:gd name="T15" fmla="*/ 31 h 37"/>
                  <a:gd name="T16" fmla="*/ 8 w 20"/>
                  <a:gd name="T17" fmla="*/ 33 h 37"/>
                  <a:gd name="T18" fmla="*/ 16 w 20"/>
                  <a:gd name="T19" fmla="*/ 27 h 37"/>
                  <a:gd name="T20" fmla="*/ 8 w 20"/>
                  <a:gd name="T21" fmla="*/ 19 h 37"/>
                  <a:gd name="T22" fmla="*/ 0 w 20"/>
                  <a:gd name="T23" fmla="*/ 10 h 37"/>
                  <a:gd name="T24" fmla="*/ 11 w 20"/>
                  <a:gd name="T25" fmla="*/ 0 h 37"/>
                  <a:gd name="T26" fmla="*/ 18 w 20"/>
                  <a:gd name="T27" fmla="*/ 2 h 37"/>
                  <a:gd name="T28" fmla="*/ 17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7" y="5"/>
                    </a:moveTo>
                    <a:cubicBezTo>
                      <a:pt x="16" y="4"/>
                      <a:pt x="14" y="4"/>
                      <a:pt x="11" y="4"/>
                    </a:cubicBezTo>
                    <a:cubicBezTo>
                      <a:pt x="6" y="4"/>
                      <a:pt x="4" y="6"/>
                      <a:pt x="4" y="10"/>
                    </a:cubicBezTo>
                    <a:cubicBezTo>
                      <a:pt x="4" y="12"/>
                      <a:pt x="6" y="14"/>
                      <a:pt x="11" y="16"/>
                    </a:cubicBezTo>
                    <a:cubicBezTo>
                      <a:pt x="16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8" y="37"/>
                    </a:cubicBezTo>
                    <a:cubicBezTo>
                      <a:pt x="6" y="37"/>
                      <a:pt x="2" y="36"/>
                      <a:pt x="0" y="35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3" y="32"/>
                      <a:pt x="6" y="33"/>
                      <a:pt x="8" y="33"/>
                    </a:cubicBezTo>
                    <a:cubicBezTo>
                      <a:pt x="13" y="33"/>
                      <a:pt x="16" y="31"/>
                      <a:pt x="16" y="27"/>
                    </a:cubicBezTo>
                    <a:cubicBezTo>
                      <a:pt x="16" y="24"/>
                      <a:pt x="13" y="21"/>
                      <a:pt x="8" y="19"/>
                    </a:cubicBezTo>
                    <a:cubicBezTo>
                      <a:pt x="3" y="17"/>
                      <a:pt x="0" y="14"/>
                      <a:pt x="0" y="10"/>
                    </a:cubicBezTo>
                    <a:cubicBezTo>
                      <a:pt x="0" y="3"/>
                      <a:pt x="5" y="0"/>
                      <a:pt x="11" y="0"/>
                    </a:cubicBezTo>
                    <a:cubicBezTo>
                      <a:pt x="14" y="0"/>
                      <a:pt x="16" y="1"/>
                      <a:pt x="18" y="2"/>
                    </a:cubicBez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Freeform 412"/>
              <p:cNvSpPr>
                <a:spLocks noEditPoints="1"/>
              </p:cNvSpPr>
              <p:nvPr userDrawn="1"/>
            </p:nvSpPr>
            <p:spPr bwMode="auto">
              <a:xfrm>
                <a:off x="9676982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0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0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Freeform 413"/>
              <p:cNvSpPr>
                <a:spLocks/>
              </p:cNvSpPr>
              <p:nvPr userDrawn="1"/>
            </p:nvSpPr>
            <p:spPr bwMode="auto">
              <a:xfrm>
                <a:off x="9755456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Freeform 414"/>
              <p:cNvSpPr>
                <a:spLocks/>
              </p:cNvSpPr>
              <p:nvPr userDrawn="1"/>
            </p:nvSpPr>
            <p:spPr bwMode="auto">
              <a:xfrm>
                <a:off x="9871237" y="5973868"/>
                <a:ext cx="47599" cy="83620"/>
              </a:xfrm>
              <a:custGeom>
                <a:avLst/>
                <a:gdLst>
                  <a:gd name="T0" fmla="*/ 15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1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8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5" name="Freeform 415"/>
              <p:cNvSpPr>
                <a:spLocks/>
              </p:cNvSpPr>
              <p:nvPr userDrawn="1"/>
            </p:nvSpPr>
            <p:spPr bwMode="auto">
              <a:xfrm>
                <a:off x="9934272" y="5976441"/>
                <a:ext cx="64322" cy="81047"/>
              </a:xfrm>
              <a:custGeom>
                <a:avLst/>
                <a:gdLst>
                  <a:gd name="T0" fmla="*/ 17 w 21"/>
                  <a:gd name="T1" fmla="*/ 26 h 26"/>
                  <a:gd name="T2" fmla="*/ 17 w 21"/>
                  <a:gd name="T3" fmla="*/ 22 h 26"/>
                  <a:gd name="T4" fmla="*/ 9 w 21"/>
                  <a:gd name="T5" fmla="*/ 26 h 26"/>
                  <a:gd name="T6" fmla="*/ 0 w 21"/>
                  <a:gd name="T7" fmla="*/ 16 h 26"/>
                  <a:gd name="T8" fmla="*/ 0 w 21"/>
                  <a:gd name="T9" fmla="*/ 0 h 26"/>
                  <a:gd name="T10" fmla="*/ 4 w 21"/>
                  <a:gd name="T11" fmla="*/ 0 h 26"/>
                  <a:gd name="T12" fmla="*/ 4 w 21"/>
                  <a:gd name="T13" fmla="*/ 16 h 26"/>
                  <a:gd name="T14" fmla="*/ 10 w 21"/>
                  <a:gd name="T15" fmla="*/ 23 h 26"/>
                  <a:gd name="T16" fmla="*/ 17 w 21"/>
                  <a:gd name="T17" fmla="*/ 15 h 26"/>
                  <a:gd name="T18" fmla="*/ 17 w 21"/>
                  <a:gd name="T19" fmla="*/ 0 h 26"/>
                  <a:gd name="T20" fmla="*/ 21 w 21"/>
                  <a:gd name="T21" fmla="*/ 0 h 26"/>
                  <a:gd name="T22" fmla="*/ 21 w 21"/>
                  <a:gd name="T23" fmla="*/ 19 h 26"/>
                  <a:gd name="T24" fmla="*/ 21 w 21"/>
                  <a:gd name="T25" fmla="*/ 26 h 26"/>
                  <a:gd name="T26" fmla="*/ 17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5" y="26"/>
                      <a:pt x="12" y="26"/>
                      <a:pt x="9" y="26"/>
                    </a:cubicBezTo>
                    <a:cubicBezTo>
                      <a:pt x="3" y="26"/>
                      <a:pt x="0" y="22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0"/>
                      <a:pt x="6" y="23"/>
                      <a:pt x="10" y="23"/>
                    </a:cubicBezTo>
                    <a:cubicBezTo>
                      <a:pt x="14" y="23"/>
                      <a:pt x="17" y="19"/>
                      <a:pt x="17" y="1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6" name="Freeform 416"/>
              <p:cNvSpPr>
                <a:spLocks/>
              </p:cNvSpPr>
              <p:nvPr userDrawn="1"/>
            </p:nvSpPr>
            <p:spPr bwMode="auto">
              <a:xfrm>
                <a:off x="10016605" y="5973868"/>
                <a:ext cx="63036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7" name="Freeform 417"/>
              <p:cNvSpPr>
                <a:spLocks noEditPoints="1"/>
              </p:cNvSpPr>
              <p:nvPr userDrawn="1"/>
            </p:nvSpPr>
            <p:spPr bwMode="auto">
              <a:xfrm>
                <a:off x="10092506" y="5973868"/>
                <a:ext cx="69468" cy="114494"/>
              </a:xfrm>
              <a:custGeom>
                <a:avLst/>
                <a:gdLst>
                  <a:gd name="T0" fmla="*/ 23 w 23"/>
                  <a:gd name="T1" fmla="*/ 1 h 37"/>
                  <a:gd name="T2" fmla="*/ 23 w 23"/>
                  <a:gd name="T3" fmla="*/ 22 h 37"/>
                  <a:gd name="T4" fmla="*/ 11 w 23"/>
                  <a:gd name="T5" fmla="*/ 37 h 37"/>
                  <a:gd name="T6" fmla="*/ 2 w 23"/>
                  <a:gd name="T7" fmla="*/ 35 h 37"/>
                  <a:gd name="T8" fmla="*/ 3 w 23"/>
                  <a:gd name="T9" fmla="*/ 31 h 37"/>
                  <a:gd name="T10" fmla="*/ 11 w 23"/>
                  <a:gd name="T11" fmla="*/ 33 h 37"/>
                  <a:gd name="T12" fmla="*/ 19 w 23"/>
                  <a:gd name="T13" fmla="*/ 21 h 37"/>
                  <a:gd name="T14" fmla="*/ 12 w 23"/>
                  <a:gd name="T15" fmla="*/ 26 h 37"/>
                  <a:gd name="T16" fmla="*/ 0 w 23"/>
                  <a:gd name="T17" fmla="*/ 13 h 37"/>
                  <a:gd name="T18" fmla="*/ 11 w 23"/>
                  <a:gd name="T19" fmla="*/ 0 h 37"/>
                  <a:gd name="T20" fmla="*/ 19 w 23"/>
                  <a:gd name="T21" fmla="*/ 4 h 37"/>
                  <a:gd name="T22" fmla="*/ 19 w 23"/>
                  <a:gd name="T23" fmla="*/ 1 h 37"/>
                  <a:gd name="T24" fmla="*/ 23 w 23"/>
                  <a:gd name="T25" fmla="*/ 1 h 37"/>
                  <a:gd name="T26" fmla="*/ 12 w 23"/>
                  <a:gd name="T27" fmla="*/ 4 h 37"/>
                  <a:gd name="T28" fmla="*/ 4 w 23"/>
                  <a:gd name="T29" fmla="*/ 13 h 37"/>
                  <a:gd name="T30" fmla="*/ 12 w 23"/>
                  <a:gd name="T31" fmla="*/ 22 h 37"/>
                  <a:gd name="T32" fmla="*/ 19 w 23"/>
                  <a:gd name="T33" fmla="*/ 13 h 37"/>
                  <a:gd name="T34" fmla="*/ 12 w 23"/>
                  <a:gd name="T35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" h="37">
                    <a:moveTo>
                      <a:pt x="23" y="1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32"/>
                      <a:pt x="19" y="37"/>
                      <a:pt x="11" y="37"/>
                    </a:cubicBezTo>
                    <a:cubicBezTo>
                      <a:pt x="8" y="37"/>
                      <a:pt x="5" y="36"/>
                      <a:pt x="2" y="35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3"/>
                      <a:pt x="8" y="33"/>
                      <a:pt x="11" y="33"/>
                    </a:cubicBezTo>
                    <a:cubicBezTo>
                      <a:pt x="16" y="33"/>
                      <a:pt x="19" y="30"/>
                      <a:pt x="19" y="21"/>
                    </a:cubicBezTo>
                    <a:cubicBezTo>
                      <a:pt x="17" y="24"/>
                      <a:pt x="14" y="26"/>
                      <a:pt x="12" y="26"/>
                    </a:cubicBezTo>
                    <a:cubicBezTo>
                      <a:pt x="4" y="26"/>
                      <a:pt x="0" y="20"/>
                      <a:pt x="0" y="13"/>
                    </a:cubicBezTo>
                    <a:cubicBezTo>
                      <a:pt x="0" y="5"/>
                      <a:pt x="4" y="0"/>
                      <a:pt x="11" y="0"/>
                    </a:cubicBezTo>
                    <a:cubicBezTo>
                      <a:pt x="14" y="0"/>
                      <a:pt x="17" y="1"/>
                      <a:pt x="19" y="4"/>
                    </a:cubicBezTo>
                    <a:cubicBezTo>
                      <a:pt x="19" y="1"/>
                      <a:pt x="19" y="1"/>
                      <a:pt x="19" y="1"/>
                    </a:cubicBezTo>
                    <a:lnTo>
                      <a:pt x="23" y="1"/>
                    </a:lnTo>
                    <a:close/>
                    <a:moveTo>
                      <a:pt x="12" y="4"/>
                    </a:moveTo>
                    <a:cubicBezTo>
                      <a:pt x="7" y="4"/>
                      <a:pt x="4" y="6"/>
                      <a:pt x="4" y="13"/>
                    </a:cubicBezTo>
                    <a:cubicBezTo>
                      <a:pt x="4" y="19"/>
                      <a:pt x="7" y="22"/>
                      <a:pt x="12" y="22"/>
                    </a:cubicBezTo>
                    <a:cubicBezTo>
                      <a:pt x="17" y="22"/>
                      <a:pt x="19" y="18"/>
                      <a:pt x="19" y="13"/>
                    </a:cubicBezTo>
                    <a:cubicBezTo>
                      <a:pt x="19" y="6"/>
                      <a:pt x="16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8" name="Freeform 418"/>
              <p:cNvSpPr>
                <a:spLocks/>
              </p:cNvSpPr>
              <p:nvPr userDrawn="1"/>
            </p:nvSpPr>
            <p:spPr bwMode="auto">
              <a:xfrm>
                <a:off x="10219864" y="5945566"/>
                <a:ext cx="54031" cy="111921"/>
              </a:xfrm>
              <a:custGeom>
                <a:avLst/>
                <a:gdLst>
                  <a:gd name="T0" fmla="*/ 42 w 42"/>
                  <a:gd name="T1" fmla="*/ 87 h 87"/>
                  <a:gd name="T2" fmla="*/ 0 w 42"/>
                  <a:gd name="T3" fmla="*/ 87 h 87"/>
                  <a:gd name="T4" fmla="*/ 0 w 42"/>
                  <a:gd name="T5" fmla="*/ 0 h 87"/>
                  <a:gd name="T6" fmla="*/ 42 w 42"/>
                  <a:gd name="T7" fmla="*/ 0 h 87"/>
                  <a:gd name="T8" fmla="*/ 42 w 42"/>
                  <a:gd name="T9" fmla="*/ 10 h 87"/>
                  <a:gd name="T10" fmla="*/ 9 w 42"/>
                  <a:gd name="T11" fmla="*/ 10 h 87"/>
                  <a:gd name="T12" fmla="*/ 9 w 42"/>
                  <a:gd name="T13" fmla="*/ 36 h 87"/>
                  <a:gd name="T14" fmla="*/ 40 w 42"/>
                  <a:gd name="T15" fmla="*/ 36 h 87"/>
                  <a:gd name="T16" fmla="*/ 40 w 42"/>
                  <a:gd name="T17" fmla="*/ 46 h 87"/>
                  <a:gd name="T18" fmla="*/ 9 w 42"/>
                  <a:gd name="T19" fmla="*/ 46 h 87"/>
                  <a:gd name="T20" fmla="*/ 9 w 42"/>
                  <a:gd name="T21" fmla="*/ 77 h 87"/>
                  <a:gd name="T22" fmla="*/ 42 w 42"/>
                  <a:gd name="T23" fmla="*/ 77 h 87"/>
                  <a:gd name="T24" fmla="*/ 42 w 42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7">
                    <a:moveTo>
                      <a:pt x="42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10"/>
                    </a:lnTo>
                    <a:lnTo>
                      <a:pt x="9" y="10"/>
                    </a:lnTo>
                    <a:lnTo>
                      <a:pt x="9" y="36"/>
                    </a:lnTo>
                    <a:lnTo>
                      <a:pt x="40" y="36"/>
                    </a:lnTo>
                    <a:lnTo>
                      <a:pt x="40" y="46"/>
                    </a:lnTo>
                    <a:lnTo>
                      <a:pt x="9" y="46"/>
                    </a:lnTo>
                    <a:lnTo>
                      <a:pt x="9" y="77"/>
                    </a:lnTo>
                    <a:lnTo>
                      <a:pt x="42" y="77"/>
                    </a:lnTo>
                    <a:lnTo>
                      <a:pt x="4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9" name="Rectangle 419"/>
              <p:cNvSpPr>
                <a:spLocks noChangeArrowheads="1"/>
              </p:cNvSpPr>
              <p:nvPr userDrawn="1"/>
            </p:nvSpPr>
            <p:spPr bwMode="auto">
              <a:xfrm>
                <a:off x="10291905" y="5945566"/>
                <a:ext cx="12864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0" name="Freeform 420"/>
              <p:cNvSpPr>
                <a:spLocks noEditPoints="1"/>
              </p:cNvSpPr>
              <p:nvPr userDrawn="1"/>
            </p:nvSpPr>
            <p:spPr bwMode="auto">
              <a:xfrm>
                <a:off x="10318921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1" name="Freeform 421"/>
              <p:cNvSpPr>
                <a:spLocks/>
              </p:cNvSpPr>
              <p:nvPr userDrawn="1"/>
            </p:nvSpPr>
            <p:spPr bwMode="auto">
              <a:xfrm>
                <a:off x="10394821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2" name="Freeform 422"/>
              <p:cNvSpPr>
                <a:spLocks/>
              </p:cNvSpPr>
              <p:nvPr userDrawn="1"/>
            </p:nvSpPr>
            <p:spPr bwMode="auto">
              <a:xfrm>
                <a:off x="10459143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3" name="Freeform 423"/>
              <p:cNvSpPr>
                <a:spLocks/>
              </p:cNvSpPr>
              <p:nvPr userDrawn="1"/>
            </p:nvSpPr>
            <p:spPr bwMode="auto">
              <a:xfrm>
                <a:off x="10515747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4" name="Freeform 424"/>
              <p:cNvSpPr>
                <a:spLocks noEditPoints="1"/>
              </p:cNvSpPr>
              <p:nvPr userDrawn="1"/>
            </p:nvSpPr>
            <p:spPr bwMode="auto">
              <a:xfrm>
                <a:off x="10558200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Freeform 425"/>
              <p:cNvSpPr>
                <a:spLocks/>
              </p:cNvSpPr>
              <p:nvPr userDrawn="1"/>
            </p:nvSpPr>
            <p:spPr bwMode="auto">
              <a:xfrm>
                <a:off x="10643106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Freeform 426"/>
              <p:cNvSpPr>
                <a:spLocks noEditPoints="1"/>
              </p:cNvSpPr>
              <p:nvPr userDrawn="1"/>
            </p:nvSpPr>
            <p:spPr bwMode="auto">
              <a:xfrm>
                <a:off x="10728012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Freeform 427"/>
              <p:cNvSpPr>
                <a:spLocks/>
              </p:cNvSpPr>
              <p:nvPr userDrawn="1"/>
            </p:nvSpPr>
            <p:spPr bwMode="auto">
              <a:xfrm>
                <a:off x="10756314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5 w 19"/>
                  <a:gd name="T15" fmla="*/ 14 h 27"/>
                  <a:gd name="T16" fmla="*/ 13 w 19"/>
                  <a:gd name="T17" fmla="*/ 24 h 27"/>
                  <a:gd name="T18" fmla="*/ 19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8" y="4"/>
                      <a:pt x="5" y="7"/>
                      <a:pt x="5" y="14"/>
                    </a:cubicBezTo>
                    <a:cubicBezTo>
                      <a:pt x="5" y="20"/>
                      <a:pt x="8" y="24"/>
                      <a:pt x="13" y="24"/>
                    </a:cubicBezTo>
                    <a:cubicBezTo>
                      <a:pt x="15" y="24"/>
                      <a:pt x="17" y="23"/>
                      <a:pt x="19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Freeform 428"/>
              <p:cNvSpPr>
                <a:spLocks/>
              </p:cNvSpPr>
              <p:nvPr userDrawn="1"/>
            </p:nvSpPr>
            <p:spPr bwMode="auto">
              <a:xfrm>
                <a:off x="10825782" y="5973868"/>
                <a:ext cx="47599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8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5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4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2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Rectangle 429"/>
              <p:cNvSpPr>
                <a:spLocks noChangeArrowheads="1"/>
              </p:cNvSpPr>
              <p:nvPr userDrawn="1"/>
            </p:nvSpPr>
            <p:spPr bwMode="auto">
              <a:xfrm>
                <a:off x="10892677" y="6048482"/>
                <a:ext cx="14151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Freeform 430"/>
              <p:cNvSpPr>
                <a:spLocks/>
              </p:cNvSpPr>
              <p:nvPr userDrawn="1"/>
            </p:nvSpPr>
            <p:spPr bwMode="auto">
              <a:xfrm>
                <a:off x="10962146" y="5945566"/>
                <a:ext cx="69468" cy="111921"/>
              </a:xfrm>
              <a:custGeom>
                <a:avLst/>
                <a:gdLst>
                  <a:gd name="T0" fmla="*/ 54 w 54"/>
                  <a:gd name="T1" fmla="*/ 10 h 87"/>
                  <a:gd name="T2" fmla="*/ 33 w 54"/>
                  <a:gd name="T3" fmla="*/ 10 h 87"/>
                  <a:gd name="T4" fmla="*/ 33 w 54"/>
                  <a:gd name="T5" fmla="*/ 87 h 87"/>
                  <a:gd name="T6" fmla="*/ 23 w 54"/>
                  <a:gd name="T7" fmla="*/ 87 h 87"/>
                  <a:gd name="T8" fmla="*/ 23 w 54"/>
                  <a:gd name="T9" fmla="*/ 10 h 87"/>
                  <a:gd name="T10" fmla="*/ 0 w 54"/>
                  <a:gd name="T11" fmla="*/ 10 h 87"/>
                  <a:gd name="T12" fmla="*/ 0 w 54"/>
                  <a:gd name="T13" fmla="*/ 0 h 87"/>
                  <a:gd name="T14" fmla="*/ 54 w 54"/>
                  <a:gd name="T15" fmla="*/ 0 h 87"/>
                  <a:gd name="T16" fmla="*/ 54 w 54"/>
                  <a:gd name="T17" fmla="*/ 1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87">
                    <a:moveTo>
                      <a:pt x="54" y="10"/>
                    </a:moveTo>
                    <a:lnTo>
                      <a:pt x="33" y="10"/>
                    </a:lnTo>
                    <a:lnTo>
                      <a:pt x="33" y="87"/>
                    </a:lnTo>
                    <a:lnTo>
                      <a:pt x="23" y="87"/>
                    </a:lnTo>
                    <a:lnTo>
                      <a:pt x="23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54" y="0"/>
                    </a:lnTo>
                    <a:lnTo>
                      <a:pt x="54" y="1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Freeform 431"/>
              <p:cNvSpPr>
                <a:spLocks/>
              </p:cNvSpPr>
              <p:nvPr userDrawn="1"/>
            </p:nvSpPr>
            <p:spPr bwMode="auto">
              <a:xfrm>
                <a:off x="11047051" y="5945566"/>
                <a:ext cx="63036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7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Freeform 432"/>
              <p:cNvSpPr>
                <a:spLocks noEditPoints="1"/>
              </p:cNvSpPr>
              <p:nvPr userDrawn="1"/>
            </p:nvSpPr>
            <p:spPr bwMode="auto">
              <a:xfrm>
                <a:off x="11131957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Freeform 433"/>
              <p:cNvSpPr>
                <a:spLocks/>
              </p:cNvSpPr>
              <p:nvPr userDrawn="1"/>
            </p:nvSpPr>
            <p:spPr bwMode="auto">
              <a:xfrm>
                <a:off x="11165405" y="5973868"/>
                <a:ext cx="47599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Freeform 434"/>
              <p:cNvSpPr>
                <a:spLocks/>
              </p:cNvSpPr>
              <p:nvPr userDrawn="1"/>
            </p:nvSpPr>
            <p:spPr bwMode="auto">
              <a:xfrm>
                <a:off x="11268320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Freeform 435"/>
              <p:cNvSpPr>
                <a:spLocks noEditPoints="1"/>
              </p:cNvSpPr>
              <p:nvPr userDrawn="1"/>
            </p:nvSpPr>
            <p:spPr bwMode="auto">
              <a:xfrm>
                <a:off x="11380241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6" name="Freeform 436"/>
              <p:cNvSpPr>
                <a:spLocks/>
              </p:cNvSpPr>
              <p:nvPr userDrawn="1"/>
            </p:nvSpPr>
            <p:spPr bwMode="auto">
              <a:xfrm>
                <a:off x="11453569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7" name="Freeform 437"/>
              <p:cNvSpPr>
                <a:spLocks noEditPoints="1"/>
              </p:cNvSpPr>
              <p:nvPr userDrawn="1"/>
            </p:nvSpPr>
            <p:spPr bwMode="auto">
              <a:xfrm>
                <a:off x="11505027" y="5973868"/>
                <a:ext cx="63036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8" name="Freeform 438"/>
              <p:cNvSpPr>
                <a:spLocks/>
              </p:cNvSpPr>
              <p:nvPr userDrawn="1"/>
            </p:nvSpPr>
            <p:spPr bwMode="auto">
              <a:xfrm>
                <a:off x="11583500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9" name="Freeform 439"/>
              <p:cNvSpPr>
                <a:spLocks noEditPoints="1"/>
              </p:cNvSpPr>
              <p:nvPr userDrawn="1"/>
            </p:nvSpPr>
            <p:spPr bwMode="auto">
              <a:xfrm>
                <a:off x="11637531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0" name="Freeform 440"/>
              <p:cNvSpPr>
                <a:spLocks noEditPoints="1"/>
              </p:cNvSpPr>
              <p:nvPr userDrawn="1"/>
            </p:nvSpPr>
            <p:spPr bwMode="auto">
              <a:xfrm>
                <a:off x="11668406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1" name="Rectangle 441"/>
              <p:cNvSpPr>
                <a:spLocks noChangeArrowheads="1"/>
              </p:cNvSpPr>
              <p:nvPr userDrawn="1"/>
            </p:nvSpPr>
            <p:spPr bwMode="auto">
              <a:xfrm>
                <a:off x="11749453" y="5945566"/>
                <a:ext cx="12864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2" name="Freeform 442"/>
              <p:cNvSpPr>
                <a:spLocks/>
              </p:cNvSpPr>
              <p:nvPr userDrawn="1"/>
            </p:nvSpPr>
            <p:spPr bwMode="auto">
              <a:xfrm>
                <a:off x="449281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7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3" name="Freeform 443"/>
              <p:cNvSpPr>
                <a:spLocks/>
              </p:cNvSpPr>
              <p:nvPr userDrawn="1"/>
            </p:nvSpPr>
            <p:spPr bwMode="auto">
              <a:xfrm>
                <a:off x="516176" y="6123096"/>
                <a:ext cx="60464" cy="110635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1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5 h 36"/>
                  <a:gd name="T20" fmla="*/ 12 w 20"/>
                  <a:gd name="T21" fmla="*/ 10 h 36"/>
                  <a:gd name="T22" fmla="*/ 20 w 20"/>
                  <a:gd name="T23" fmla="*/ 21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2" y="10"/>
                    </a:cubicBezTo>
                    <a:cubicBezTo>
                      <a:pt x="18" y="10"/>
                      <a:pt x="20" y="14"/>
                      <a:pt x="20" y="21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4" name="Freeform 444"/>
              <p:cNvSpPr>
                <a:spLocks noEditPoints="1"/>
              </p:cNvSpPr>
              <p:nvPr userDrawn="1"/>
            </p:nvSpPr>
            <p:spPr bwMode="auto">
              <a:xfrm>
                <a:off x="592077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2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5" name="Rectangle 445"/>
              <p:cNvSpPr>
                <a:spLocks noChangeArrowheads="1"/>
              </p:cNvSpPr>
              <p:nvPr userDrawn="1"/>
            </p:nvSpPr>
            <p:spPr bwMode="auto">
              <a:xfrm>
                <a:off x="673123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6" name="Rectangle 446"/>
              <p:cNvSpPr>
                <a:spLocks noChangeArrowheads="1"/>
              </p:cNvSpPr>
              <p:nvPr userDrawn="1"/>
            </p:nvSpPr>
            <p:spPr bwMode="auto">
              <a:xfrm>
                <a:off x="710431" y="6123096"/>
                <a:ext cx="15437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7" name="Freeform 447"/>
              <p:cNvSpPr>
                <a:spLocks/>
              </p:cNvSpPr>
              <p:nvPr userDrawn="1"/>
            </p:nvSpPr>
            <p:spPr bwMode="auto">
              <a:xfrm>
                <a:off x="782472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2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1 w 21"/>
                  <a:gd name="T13" fmla="*/ 26 h 26"/>
                  <a:gd name="T14" fmla="*/ 1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2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4"/>
                      <a:pt x="1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8" name="Freeform 448"/>
              <p:cNvSpPr>
                <a:spLocks noEditPoints="1"/>
              </p:cNvSpPr>
              <p:nvPr userDrawn="1"/>
            </p:nvSpPr>
            <p:spPr bwMode="auto">
              <a:xfrm>
                <a:off x="862232" y="6153970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3 h 27"/>
                  <a:gd name="T4" fmla="*/ 11 w 23"/>
                  <a:gd name="T5" fmla="*/ 27 h 27"/>
                  <a:gd name="T6" fmla="*/ 0 w 23"/>
                  <a:gd name="T7" fmla="*/ 13 h 27"/>
                  <a:gd name="T8" fmla="*/ 11 w 23"/>
                  <a:gd name="T9" fmla="*/ 0 h 27"/>
                  <a:gd name="T10" fmla="*/ 11 w 23"/>
                  <a:gd name="T11" fmla="*/ 3 h 27"/>
                  <a:gd name="T12" fmla="*/ 4 w 23"/>
                  <a:gd name="T13" fmla="*/ 13 h 27"/>
                  <a:gd name="T14" fmla="*/ 11 w 23"/>
                  <a:gd name="T15" fmla="*/ 23 h 27"/>
                  <a:gd name="T16" fmla="*/ 19 w 23"/>
                  <a:gd name="T17" fmla="*/ 13 h 27"/>
                  <a:gd name="T18" fmla="*/ 11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3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9" name="Freeform 449"/>
              <p:cNvSpPr>
                <a:spLocks/>
              </p:cNvSpPr>
              <p:nvPr userDrawn="1"/>
            </p:nvSpPr>
            <p:spPr bwMode="auto">
              <a:xfrm>
                <a:off x="936846" y="6128242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8 w 15"/>
                  <a:gd name="T17" fmla="*/ 0 h 35"/>
                  <a:gd name="T18" fmla="*/ 8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0" name="Freeform 450"/>
              <p:cNvSpPr>
                <a:spLocks noEditPoints="1"/>
              </p:cNvSpPr>
              <p:nvPr userDrawn="1"/>
            </p:nvSpPr>
            <p:spPr bwMode="auto">
              <a:xfrm>
                <a:off x="1034616" y="6123096"/>
                <a:ext cx="66895" cy="114494"/>
              </a:xfrm>
              <a:custGeom>
                <a:avLst/>
                <a:gdLst>
                  <a:gd name="T0" fmla="*/ 0 w 22"/>
                  <a:gd name="T1" fmla="*/ 0 h 37"/>
                  <a:gd name="T2" fmla="*/ 4 w 22"/>
                  <a:gd name="T3" fmla="*/ 0 h 37"/>
                  <a:gd name="T4" fmla="*/ 4 w 22"/>
                  <a:gd name="T5" fmla="*/ 14 h 37"/>
                  <a:gd name="T6" fmla="*/ 11 w 22"/>
                  <a:gd name="T7" fmla="*/ 10 h 37"/>
                  <a:gd name="T8" fmla="*/ 22 w 22"/>
                  <a:gd name="T9" fmla="*/ 23 h 37"/>
                  <a:gd name="T10" fmla="*/ 11 w 22"/>
                  <a:gd name="T11" fmla="*/ 37 h 37"/>
                  <a:gd name="T12" fmla="*/ 4 w 22"/>
                  <a:gd name="T13" fmla="*/ 33 h 37"/>
                  <a:gd name="T14" fmla="*/ 4 w 22"/>
                  <a:gd name="T15" fmla="*/ 36 h 37"/>
                  <a:gd name="T16" fmla="*/ 0 w 22"/>
                  <a:gd name="T17" fmla="*/ 36 h 37"/>
                  <a:gd name="T18" fmla="*/ 0 w 22"/>
                  <a:gd name="T19" fmla="*/ 0 h 37"/>
                  <a:gd name="T20" fmla="*/ 4 w 22"/>
                  <a:gd name="T21" fmla="*/ 23 h 37"/>
                  <a:gd name="T22" fmla="*/ 11 w 22"/>
                  <a:gd name="T23" fmla="*/ 33 h 37"/>
                  <a:gd name="T24" fmla="*/ 18 w 22"/>
                  <a:gd name="T25" fmla="*/ 23 h 37"/>
                  <a:gd name="T26" fmla="*/ 11 w 22"/>
                  <a:gd name="T27" fmla="*/ 13 h 37"/>
                  <a:gd name="T28" fmla="*/ 4 w 22"/>
                  <a:gd name="T29" fmla="*/ 2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9" y="10"/>
                      <a:pt x="11" y="10"/>
                    </a:cubicBezTo>
                    <a:cubicBezTo>
                      <a:pt x="19" y="10"/>
                      <a:pt x="22" y="16"/>
                      <a:pt x="22" y="23"/>
                    </a:cubicBezTo>
                    <a:cubicBezTo>
                      <a:pt x="22" y="31"/>
                      <a:pt x="19" y="37"/>
                      <a:pt x="11" y="37"/>
                    </a:cubicBezTo>
                    <a:cubicBezTo>
                      <a:pt x="8" y="37"/>
                      <a:pt x="5" y="35"/>
                      <a:pt x="4" y="3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4" y="23"/>
                    </a:moveTo>
                    <a:cubicBezTo>
                      <a:pt x="4" y="28"/>
                      <a:pt x="5" y="33"/>
                      <a:pt x="11" y="33"/>
                    </a:cubicBezTo>
                    <a:cubicBezTo>
                      <a:pt x="15" y="33"/>
                      <a:pt x="18" y="30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ubicBezTo>
                      <a:pt x="5" y="13"/>
                      <a:pt x="4" y="19"/>
                      <a:pt x="4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1" name="Freeform 451"/>
              <p:cNvSpPr>
                <a:spLocks noEditPoints="1"/>
              </p:cNvSpPr>
              <p:nvPr userDrawn="1"/>
            </p:nvSpPr>
            <p:spPr bwMode="auto">
              <a:xfrm>
                <a:off x="1110516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2" name="Freeform 452"/>
              <p:cNvSpPr>
                <a:spLocks/>
              </p:cNvSpPr>
              <p:nvPr userDrawn="1"/>
            </p:nvSpPr>
            <p:spPr bwMode="auto">
              <a:xfrm>
                <a:off x="1228869" y="6153970"/>
                <a:ext cx="60464" cy="83620"/>
              </a:xfrm>
              <a:custGeom>
                <a:avLst/>
                <a:gdLst>
                  <a:gd name="T0" fmla="*/ 16 w 20"/>
                  <a:gd name="T1" fmla="*/ 26 h 27"/>
                  <a:gd name="T2" fmla="*/ 16 w 20"/>
                  <a:gd name="T3" fmla="*/ 22 h 27"/>
                  <a:gd name="T4" fmla="*/ 8 w 20"/>
                  <a:gd name="T5" fmla="*/ 27 h 27"/>
                  <a:gd name="T6" fmla="*/ 0 w 20"/>
                  <a:gd name="T7" fmla="*/ 17 h 27"/>
                  <a:gd name="T8" fmla="*/ 0 w 20"/>
                  <a:gd name="T9" fmla="*/ 0 h 27"/>
                  <a:gd name="T10" fmla="*/ 4 w 20"/>
                  <a:gd name="T11" fmla="*/ 0 h 27"/>
                  <a:gd name="T12" fmla="*/ 4 w 20"/>
                  <a:gd name="T13" fmla="*/ 16 h 27"/>
                  <a:gd name="T14" fmla="*/ 9 w 20"/>
                  <a:gd name="T15" fmla="*/ 23 h 27"/>
                  <a:gd name="T16" fmla="*/ 16 w 20"/>
                  <a:gd name="T17" fmla="*/ 15 h 27"/>
                  <a:gd name="T18" fmla="*/ 16 w 20"/>
                  <a:gd name="T19" fmla="*/ 0 h 27"/>
                  <a:gd name="T20" fmla="*/ 20 w 20"/>
                  <a:gd name="T21" fmla="*/ 0 h 27"/>
                  <a:gd name="T22" fmla="*/ 20 w 20"/>
                  <a:gd name="T23" fmla="*/ 20 h 27"/>
                  <a:gd name="T24" fmla="*/ 20 w 20"/>
                  <a:gd name="T25" fmla="*/ 26 h 27"/>
                  <a:gd name="T26" fmla="*/ 16 w 20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0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3" name="Freeform 453"/>
              <p:cNvSpPr>
                <a:spLocks/>
              </p:cNvSpPr>
              <p:nvPr userDrawn="1"/>
            </p:nvSpPr>
            <p:spPr bwMode="auto">
              <a:xfrm>
                <a:off x="1304770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10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8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2" y="3"/>
                      <a:pt x="10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5"/>
                      <a:pt x="17" y="19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8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2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4" name="Freeform 454"/>
              <p:cNvSpPr>
                <a:spLocks noEditPoints="1"/>
              </p:cNvSpPr>
              <p:nvPr userDrawn="1"/>
            </p:nvSpPr>
            <p:spPr bwMode="auto">
              <a:xfrm>
                <a:off x="1365233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4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4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7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5" name="Freeform 455"/>
              <p:cNvSpPr>
                <a:spLocks noEditPoints="1"/>
              </p:cNvSpPr>
              <p:nvPr userDrawn="1"/>
            </p:nvSpPr>
            <p:spPr bwMode="auto">
              <a:xfrm>
                <a:off x="1441134" y="6123096"/>
                <a:ext cx="65609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0 w 22"/>
                  <a:gd name="T7" fmla="*/ 37 h 37"/>
                  <a:gd name="T8" fmla="*/ 0 w 22"/>
                  <a:gd name="T9" fmla="*/ 23 h 37"/>
                  <a:gd name="T10" fmla="*/ 10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6" y="35"/>
                      <a:pt x="13" y="37"/>
                      <a:pt x="10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2" y="10"/>
                      <a:pt x="10" y="10"/>
                    </a:cubicBezTo>
                    <a:cubicBezTo>
                      <a:pt x="13" y="10"/>
                      <a:pt x="16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5" y="13"/>
                      <a:pt x="4" y="18"/>
                      <a:pt x="4" y="23"/>
                    </a:cubicBezTo>
                    <a:cubicBezTo>
                      <a:pt x="4" y="30"/>
                      <a:pt x="6" y="33"/>
                      <a:pt x="11" y="33"/>
                    </a:cubicBezTo>
                    <a:cubicBezTo>
                      <a:pt x="16" y="33"/>
                      <a:pt x="18" y="28"/>
                      <a:pt x="18" y="23"/>
                    </a:cubicBezTo>
                    <a:cubicBezTo>
                      <a:pt x="18" y="19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6" name="Freeform 456"/>
              <p:cNvSpPr>
                <a:spLocks/>
              </p:cNvSpPr>
              <p:nvPr userDrawn="1"/>
            </p:nvSpPr>
            <p:spPr bwMode="auto">
              <a:xfrm>
                <a:off x="1526039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7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7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7" name="Freeform 457"/>
              <p:cNvSpPr>
                <a:spLocks/>
              </p:cNvSpPr>
              <p:nvPr userDrawn="1"/>
            </p:nvSpPr>
            <p:spPr bwMode="auto">
              <a:xfrm>
                <a:off x="1604512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8" name="Freeform 458"/>
              <p:cNvSpPr>
                <a:spLocks noEditPoints="1"/>
              </p:cNvSpPr>
              <p:nvPr userDrawn="1"/>
            </p:nvSpPr>
            <p:spPr bwMode="auto">
              <a:xfrm>
                <a:off x="1646966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7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9" name="Freeform 459"/>
              <p:cNvSpPr>
                <a:spLocks noEditPoints="1"/>
              </p:cNvSpPr>
              <p:nvPr userDrawn="1"/>
            </p:nvSpPr>
            <p:spPr bwMode="auto">
              <a:xfrm>
                <a:off x="1725439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0" name="Freeform 460"/>
              <p:cNvSpPr>
                <a:spLocks/>
              </p:cNvSpPr>
              <p:nvPr userDrawn="1"/>
            </p:nvSpPr>
            <p:spPr bwMode="auto">
              <a:xfrm>
                <a:off x="1810344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1" name="Freeform 461"/>
              <p:cNvSpPr>
                <a:spLocks noEditPoints="1"/>
              </p:cNvSpPr>
              <p:nvPr userDrawn="1"/>
            </p:nvSpPr>
            <p:spPr bwMode="auto">
              <a:xfrm>
                <a:off x="1852798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2" name="Freeform 462"/>
              <p:cNvSpPr>
                <a:spLocks noEditPoints="1"/>
              </p:cNvSpPr>
              <p:nvPr userDrawn="1"/>
            </p:nvSpPr>
            <p:spPr bwMode="auto">
              <a:xfrm>
                <a:off x="1931271" y="6123096"/>
                <a:ext cx="70755" cy="114494"/>
              </a:xfrm>
              <a:custGeom>
                <a:avLst/>
                <a:gdLst>
                  <a:gd name="T0" fmla="*/ 23 w 23"/>
                  <a:gd name="T1" fmla="*/ 36 h 37"/>
                  <a:gd name="T2" fmla="*/ 19 w 23"/>
                  <a:gd name="T3" fmla="*/ 36 h 37"/>
                  <a:gd name="T4" fmla="*/ 19 w 23"/>
                  <a:gd name="T5" fmla="*/ 33 h 37"/>
                  <a:gd name="T6" fmla="*/ 11 w 23"/>
                  <a:gd name="T7" fmla="*/ 37 h 37"/>
                  <a:gd name="T8" fmla="*/ 0 w 23"/>
                  <a:gd name="T9" fmla="*/ 23 h 37"/>
                  <a:gd name="T10" fmla="*/ 11 w 23"/>
                  <a:gd name="T11" fmla="*/ 10 h 37"/>
                  <a:gd name="T12" fmla="*/ 19 w 23"/>
                  <a:gd name="T13" fmla="*/ 14 h 37"/>
                  <a:gd name="T14" fmla="*/ 19 w 23"/>
                  <a:gd name="T15" fmla="*/ 0 h 37"/>
                  <a:gd name="T16" fmla="*/ 23 w 23"/>
                  <a:gd name="T17" fmla="*/ 0 h 37"/>
                  <a:gd name="T18" fmla="*/ 23 w 23"/>
                  <a:gd name="T19" fmla="*/ 36 h 37"/>
                  <a:gd name="T20" fmla="*/ 12 w 23"/>
                  <a:gd name="T21" fmla="*/ 13 h 37"/>
                  <a:gd name="T22" fmla="*/ 4 w 23"/>
                  <a:gd name="T23" fmla="*/ 23 h 37"/>
                  <a:gd name="T24" fmla="*/ 12 w 23"/>
                  <a:gd name="T25" fmla="*/ 33 h 37"/>
                  <a:gd name="T26" fmla="*/ 19 w 23"/>
                  <a:gd name="T27" fmla="*/ 23 h 37"/>
                  <a:gd name="T28" fmla="*/ 12 w 23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7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3" name="Freeform 463"/>
              <p:cNvSpPr>
                <a:spLocks/>
              </p:cNvSpPr>
              <p:nvPr userDrawn="1"/>
            </p:nvSpPr>
            <p:spPr bwMode="auto">
              <a:xfrm>
                <a:off x="2020036" y="6153970"/>
                <a:ext cx="63036" cy="83620"/>
              </a:xfrm>
              <a:custGeom>
                <a:avLst/>
                <a:gdLst>
                  <a:gd name="T0" fmla="*/ 17 w 21"/>
                  <a:gd name="T1" fmla="*/ 26 h 27"/>
                  <a:gd name="T2" fmla="*/ 17 w 21"/>
                  <a:gd name="T3" fmla="*/ 22 h 27"/>
                  <a:gd name="T4" fmla="*/ 9 w 21"/>
                  <a:gd name="T5" fmla="*/ 27 h 27"/>
                  <a:gd name="T6" fmla="*/ 0 w 21"/>
                  <a:gd name="T7" fmla="*/ 17 h 27"/>
                  <a:gd name="T8" fmla="*/ 0 w 21"/>
                  <a:gd name="T9" fmla="*/ 0 h 27"/>
                  <a:gd name="T10" fmla="*/ 4 w 21"/>
                  <a:gd name="T11" fmla="*/ 0 h 27"/>
                  <a:gd name="T12" fmla="*/ 4 w 21"/>
                  <a:gd name="T13" fmla="*/ 16 h 27"/>
                  <a:gd name="T14" fmla="*/ 10 w 21"/>
                  <a:gd name="T15" fmla="*/ 23 h 27"/>
                  <a:gd name="T16" fmla="*/ 17 w 21"/>
                  <a:gd name="T17" fmla="*/ 15 h 27"/>
                  <a:gd name="T18" fmla="*/ 17 w 21"/>
                  <a:gd name="T19" fmla="*/ 0 h 27"/>
                  <a:gd name="T20" fmla="*/ 21 w 21"/>
                  <a:gd name="T21" fmla="*/ 0 h 27"/>
                  <a:gd name="T22" fmla="*/ 21 w 21"/>
                  <a:gd name="T23" fmla="*/ 20 h 27"/>
                  <a:gd name="T24" fmla="*/ 21 w 21"/>
                  <a:gd name="T25" fmla="*/ 26 h 27"/>
                  <a:gd name="T26" fmla="*/ 17 w 21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10" y="23"/>
                    </a:cubicBezTo>
                    <a:cubicBezTo>
                      <a:pt x="14" y="23"/>
                      <a:pt x="17" y="20"/>
                      <a:pt x="17" y="1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2"/>
                      <a:pt x="21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4" name="Freeform 464"/>
              <p:cNvSpPr>
                <a:spLocks/>
              </p:cNvSpPr>
              <p:nvPr userDrawn="1"/>
            </p:nvSpPr>
            <p:spPr bwMode="auto">
              <a:xfrm>
                <a:off x="2098509" y="6153970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3 h 27"/>
                  <a:gd name="T6" fmla="*/ 12 w 18"/>
                  <a:gd name="T7" fmla="*/ 0 h 27"/>
                  <a:gd name="T8" fmla="*/ 18 w 18"/>
                  <a:gd name="T9" fmla="*/ 1 h 27"/>
                  <a:gd name="T10" fmla="*/ 17 w 18"/>
                  <a:gd name="T11" fmla="*/ 4 h 27"/>
                  <a:gd name="T12" fmla="*/ 12 w 18"/>
                  <a:gd name="T13" fmla="*/ 3 h 27"/>
                  <a:gd name="T14" fmla="*/ 4 w 18"/>
                  <a:gd name="T15" fmla="*/ 13 h 27"/>
                  <a:gd name="T16" fmla="*/ 12 w 18"/>
                  <a:gd name="T17" fmla="*/ 23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6"/>
                      <a:pt x="14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5" name="Freeform 465"/>
              <p:cNvSpPr>
                <a:spLocks noEditPoints="1"/>
              </p:cNvSpPr>
              <p:nvPr userDrawn="1"/>
            </p:nvSpPr>
            <p:spPr bwMode="auto">
              <a:xfrm>
                <a:off x="2161545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6" name="Freeform 466"/>
              <p:cNvSpPr>
                <a:spLocks noEditPoints="1"/>
              </p:cNvSpPr>
              <p:nvPr userDrawn="1"/>
            </p:nvSpPr>
            <p:spPr bwMode="auto">
              <a:xfrm>
                <a:off x="2234873" y="6123096"/>
                <a:ext cx="69468" cy="114494"/>
              </a:xfrm>
              <a:custGeom>
                <a:avLst/>
                <a:gdLst>
                  <a:gd name="T0" fmla="*/ 23 w 23"/>
                  <a:gd name="T1" fmla="*/ 36 h 37"/>
                  <a:gd name="T2" fmla="*/ 19 w 23"/>
                  <a:gd name="T3" fmla="*/ 36 h 37"/>
                  <a:gd name="T4" fmla="*/ 19 w 23"/>
                  <a:gd name="T5" fmla="*/ 33 h 37"/>
                  <a:gd name="T6" fmla="*/ 11 w 23"/>
                  <a:gd name="T7" fmla="*/ 37 h 37"/>
                  <a:gd name="T8" fmla="*/ 0 w 23"/>
                  <a:gd name="T9" fmla="*/ 23 h 37"/>
                  <a:gd name="T10" fmla="*/ 11 w 23"/>
                  <a:gd name="T11" fmla="*/ 10 h 37"/>
                  <a:gd name="T12" fmla="*/ 19 w 23"/>
                  <a:gd name="T13" fmla="*/ 14 h 37"/>
                  <a:gd name="T14" fmla="*/ 19 w 23"/>
                  <a:gd name="T15" fmla="*/ 0 h 37"/>
                  <a:gd name="T16" fmla="*/ 23 w 23"/>
                  <a:gd name="T17" fmla="*/ 0 h 37"/>
                  <a:gd name="T18" fmla="*/ 23 w 23"/>
                  <a:gd name="T19" fmla="*/ 36 h 37"/>
                  <a:gd name="T20" fmla="*/ 12 w 23"/>
                  <a:gd name="T21" fmla="*/ 13 h 37"/>
                  <a:gd name="T22" fmla="*/ 5 w 23"/>
                  <a:gd name="T23" fmla="*/ 23 h 37"/>
                  <a:gd name="T24" fmla="*/ 12 w 23"/>
                  <a:gd name="T25" fmla="*/ 33 h 37"/>
                  <a:gd name="T26" fmla="*/ 19 w 23"/>
                  <a:gd name="T27" fmla="*/ 23 h 37"/>
                  <a:gd name="T28" fmla="*/ 12 w 23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7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4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5" y="18"/>
                      <a:pt x="5" y="23"/>
                    </a:cubicBezTo>
                    <a:cubicBezTo>
                      <a:pt x="5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7" name="Freeform 467"/>
              <p:cNvSpPr>
                <a:spLocks/>
              </p:cNvSpPr>
              <p:nvPr userDrawn="1"/>
            </p:nvSpPr>
            <p:spPr bwMode="auto">
              <a:xfrm>
                <a:off x="2322351" y="6224726"/>
                <a:ext cx="21870" cy="28302"/>
              </a:xfrm>
              <a:custGeom>
                <a:avLst/>
                <a:gdLst>
                  <a:gd name="T0" fmla="*/ 17 w 17"/>
                  <a:gd name="T1" fmla="*/ 0 h 22"/>
                  <a:gd name="T2" fmla="*/ 7 w 17"/>
                  <a:gd name="T3" fmla="*/ 22 h 22"/>
                  <a:gd name="T4" fmla="*/ 0 w 17"/>
                  <a:gd name="T5" fmla="*/ 22 h 22"/>
                  <a:gd name="T6" fmla="*/ 5 w 17"/>
                  <a:gd name="T7" fmla="*/ 0 h 22"/>
                  <a:gd name="T8" fmla="*/ 17 w 17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7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5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8" name="Freeform 468"/>
              <p:cNvSpPr>
                <a:spLocks/>
              </p:cNvSpPr>
              <p:nvPr userDrawn="1"/>
            </p:nvSpPr>
            <p:spPr bwMode="auto">
              <a:xfrm>
                <a:off x="2395679" y="6153970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3 h 27"/>
                  <a:gd name="T6" fmla="*/ 12 w 18"/>
                  <a:gd name="T7" fmla="*/ 0 h 27"/>
                  <a:gd name="T8" fmla="*/ 18 w 18"/>
                  <a:gd name="T9" fmla="*/ 1 h 27"/>
                  <a:gd name="T10" fmla="*/ 18 w 18"/>
                  <a:gd name="T11" fmla="*/ 4 h 27"/>
                  <a:gd name="T12" fmla="*/ 12 w 18"/>
                  <a:gd name="T13" fmla="*/ 3 h 27"/>
                  <a:gd name="T14" fmla="*/ 4 w 18"/>
                  <a:gd name="T15" fmla="*/ 13 h 27"/>
                  <a:gd name="T16" fmla="*/ 12 w 18"/>
                  <a:gd name="T17" fmla="*/ 23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6"/>
                      <a:pt x="15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9" name="Freeform 469"/>
              <p:cNvSpPr>
                <a:spLocks noEditPoints="1"/>
              </p:cNvSpPr>
              <p:nvPr userDrawn="1"/>
            </p:nvSpPr>
            <p:spPr bwMode="auto">
              <a:xfrm>
                <a:off x="2458715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0" name="Freeform 470"/>
              <p:cNvSpPr>
                <a:spLocks noEditPoints="1"/>
              </p:cNvSpPr>
              <p:nvPr userDrawn="1"/>
            </p:nvSpPr>
            <p:spPr bwMode="auto">
              <a:xfrm>
                <a:off x="2543620" y="6153970"/>
                <a:ext cx="66895" cy="110635"/>
              </a:xfrm>
              <a:custGeom>
                <a:avLst/>
                <a:gdLst>
                  <a:gd name="T0" fmla="*/ 0 w 22"/>
                  <a:gd name="T1" fmla="*/ 0 h 36"/>
                  <a:gd name="T2" fmla="*/ 4 w 22"/>
                  <a:gd name="T3" fmla="*/ 0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3 h 36"/>
                  <a:gd name="T10" fmla="*/ 11 w 22"/>
                  <a:gd name="T11" fmla="*/ 27 h 36"/>
                  <a:gd name="T12" fmla="*/ 4 w 22"/>
                  <a:gd name="T13" fmla="*/ 22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0 h 36"/>
                  <a:gd name="T20" fmla="*/ 11 w 22"/>
                  <a:gd name="T21" fmla="*/ 23 h 36"/>
                  <a:gd name="T22" fmla="*/ 18 w 22"/>
                  <a:gd name="T23" fmla="*/ 13 h 36"/>
                  <a:gd name="T24" fmla="*/ 11 w 22"/>
                  <a:gd name="T25" fmla="*/ 3 h 36"/>
                  <a:gd name="T26" fmla="*/ 4 w 22"/>
                  <a:gd name="T27" fmla="*/ 13 h 36"/>
                  <a:gd name="T28" fmla="*/ 11 w 22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6" y="23"/>
                      <a:pt x="18" y="18"/>
                      <a:pt x="18" y="13"/>
                    </a:cubicBezTo>
                    <a:cubicBezTo>
                      <a:pt x="18" y="6"/>
                      <a:pt x="15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1" name="Freeform 471"/>
              <p:cNvSpPr>
                <a:spLocks noEditPoints="1"/>
              </p:cNvSpPr>
              <p:nvPr userDrawn="1"/>
            </p:nvSpPr>
            <p:spPr bwMode="auto">
              <a:xfrm>
                <a:off x="2628526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2" name="Freeform 472"/>
              <p:cNvSpPr>
                <a:spLocks noEditPoints="1"/>
              </p:cNvSpPr>
              <p:nvPr userDrawn="1"/>
            </p:nvSpPr>
            <p:spPr bwMode="auto">
              <a:xfrm>
                <a:off x="2659401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0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4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0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7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3" name="Freeform 473"/>
              <p:cNvSpPr>
                <a:spLocks noEditPoints="1"/>
              </p:cNvSpPr>
              <p:nvPr userDrawn="1"/>
            </p:nvSpPr>
            <p:spPr bwMode="auto">
              <a:xfrm>
                <a:off x="2731442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3" y="10"/>
                      <a:pt x="17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1" y="33"/>
                    </a:cubicBezTo>
                    <a:cubicBezTo>
                      <a:pt x="17" y="33"/>
                      <a:pt x="18" y="28"/>
                      <a:pt x="18" y="23"/>
                    </a:cubicBezTo>
                    <a:cubicBezTo>
                      <a:pt x="18" y="19"/>
                      <a:pt x="17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4" name="Freeform 474"/>
              <p:cNvSpPr>
                <a:spLocks/>
              </p:cNvSpPr>
              <p:nvPr userDrawn="1"/>
            </p:nvSpPr>
            <p:spPr bwMode="auto">
              <a:xfrm>
                <a:off x="2820207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4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4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5" name="Freeform 475"/>
              <p:cNvSpPr>
                <a:spLocks noEditPoints="1"/>
              </p:cNvSpPr>
              <p:nvPr userDrawn="1"/>
            </p:nvSpPr>
            <p:spPr bwMode="auto">
              <a:xfrm>
                <a:off x="2889676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9 w 22"/>
                  <a:gd name="T3" fmla="*/ 36 h 37"/>
                  <a:gd name="T4" fmla="*/ 19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9 w 22"/>
                  <a:gd name="T13" fmla="*/ 14 h 37"/>
                  <a:gd name="T14" fmla="*/ 19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2 w 22"/>
                  <a:gd name="T21" fmla="*/ 13 h 37"/>
                  <a:gd name="T22" fmla="*/ 4 w 22"/>
                  <a:gd name="T23" fmla="*/ 23 h 37"/>
                  <a:gd name="T24" fmla="*/ 12 w 22"/>
                  <a:gd name="T25" fmla="*/ 33 h 37"/>
                  <a:gd name="T26" fmla="*/ 19 w 22"/>
                  <a:gd name="T27" fmla="*/ 23 h 37"/>
                  <a:gd name="T28" fmla="*/ 12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6" name="Freeform 476"/>
              <p:cNvSpPr>
                <a:spLocks noEditPoints="1"/>
              </p:cNvSpPr>
              <p:nvPr userDrawn="1"/>
            </p:nvSpPr>
            <p:spPr bwMode="auto">
              <a:xfrm>
                <a:off x="2981013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7" name="Freeform 477"/>
              <p:cNvSpPr>
                <a:spLocks/>
              </p:cNvSpPr>
              <p:nvPr userDrawn="1"/>
            </p:nvSpPr>
            <p:spPr bwMode="auto">
              <a:xfrm>
                <a:off x="3010602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10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8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2" y="3"/>
                      <a:pt x="10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5"/>
                      <a:pt x="17" y="19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8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2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8" name="Freeform 478"/>
              <p:cNvSpPr>
                <a:spLocks/>
              </p:cNvSpPr>
              <p:nvPr userDrawn="1"/>
            </p:nvSpPr>
            <p:spPr bwMode="auto">
              <a:xfrm>
                <a:off x="3071065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9" name="Rectangle 479"/>
              <p:cNvSpPr>
                <a:spLocks noChangeArrowheads="1"/>
              </p:cNvSpPr>
              <p:nvPr userDrawn="1"/>
            </p:nvSpPr>
            <p:spPr bwMode="auto">
              <a:xfrm>
                <a:off x="3144393" y="6123096"/>
                <a:ext cx="15437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0" name="Freeform 480"/>
              <p:cNvSpPr>
                <a:spLocks noEditPoints="1"/>
              </p:cNvSpPr>
              <p:nvPr userDrawn="1"/>
            </p:nvSpPr>
            <p:spPr bwMode="auto">
              <a:xfrm>
                <a:off x="3173981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1" name="Freeform 481"/>
              <p:cNvSpPr>
                <a:spLocks/>
              </p:cNvSpPr>
              <p:nvPr userDrawn="1"/>
            </p:nvSpPr>
            <p:spPr bwMode="auto">
              <a:xfrm>
                <a:off x="3256313" y="6153970"/>
                <a:ext cx="48885" cy="83620"/>
              </a:xfrm>
              <a:custGeom>
                <a:avLst/>
                <a:gdLst>
                  <a:gd name="T0" fmla="*/ 14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0 w 16"/>
                  <a:gd name="T15" fmla="*/ 22 h 27"/>
                  <a:gd name="T16" fmla="*/ 7 w 16"/>
                  <a:gd name="T17" fmla="*/ 23 h 27"/>
                  <a:gd name="T18" fmla="*/ 12 w 16"/>
                  <a:gd name="T19" fmla="*/ 19 h 27"/>
                  <a:gd name="T20" fmla="*/ 7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2" y="22"/>
                      <a:pt x="12" y="19"/>
                    </a:cubicBezTo>
                    <a:cubicBezTo>
                      <a:pt x="12" y="17"/>
                      <a:pt x="11" y="16"/>
                      <a:pt x="7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2" name="Freeform 482"/>
              <p:cNvSpPr>
                <a:spLocks noEditPoints="1"/>
              </p:cNvSpPr>
              <p:nvPr userDrawn="1"/>
            </p:nvSpPr>
            <p:spPr bwMode="auto">
              <a:xfrm>
                <a:off x="3314204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3" name="Freeform 483"/>
              <p:cNvSpPr>
                <a:spLocks noEditPoints="1"/>
              </p:cNvSpPr>
              <p:nvPr userDrawn="1"/>
            </p:nvSpPr>
            <p:spPr bwMode="auto">
              <a:xfrm>
                <a:off x="3390104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6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3" y="10"/>
                      <a:pt x="16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6" y="33"/>
                      <a:pt x="11" y="33"/>
                    </a:cubicBezTo>
                    <a:cubicBezTo>
                      <a:pt x="16" y="33"/>
                      <a:pt x="18" y="28"/>
                      <a:pt x="18" y="23"/>
                    </a:cubicBezTo>
                    <a:cubicBezTo>
                      <a:pt x="18" y="19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4" name="Freeform 484"/>
              <p:cNvSpPr>
                <a:spLocks/>
              </p:cNvSpPr>
              <p:nvPr userDrawn="1"/>
            </p:nvSpPr>
            <p:spPr bwMode="auto">
              <a:xfrm>
                <a:off x="3475010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9 w 16"/>
                  <a:gd name="T3" fmla="*/ 22 h 22"/>
                  <a:gd name="T4" fmla="*/ 0 w 16"/>
                  <a:gd name="T5" fmla="*/ 22 h 22"/>
                  <a:gd name="T6" fmla="*/ 7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9" y="22"/>
                    </a:lnTo>
                    <a:lnTo>
                      <a:pt x="0" y="22"/>
                    </a:lnTo>
                    <a:lnTo>
                      <a:pt x="7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3" name="Freeform 486"/>
              <p:cNvSpPr>
                <a:spLocks/>
              </p:cNvSpPr>
              <p:nvPr userDrawn="1"/>
            </p:nvSpPr>
            <p:spPr bwMode="auto">
              <a:xfrm>
                <a:off x="3547051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3 w 14"/>
                  <a:gd name="T21" fmla="*/ 8 h 35"/>
                  <a:gd name="T22" fmla="*/ 13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4" name="Freeform 487"/>
              <p:cNvSpPr>
                <a:spLocks/>
              </p:cNvSpPr>
              <p:nvPr userDrawn="1"/>
            </p:nvSpPr>
            <p:spPr bwMode="auto">
              <a:xfrm>
                <a:off x="3602369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5 w 13"/>
                  <a:gd name="T5" fmla="*/ 13 h 26"/>
                  <a:gd name="T6" fmla="*/ 5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9"/>
                      <a:pt x="5" y="13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5" name="Freeform 488"/>
              <p:cNvSpPr>
                <a:spLocks noEditPoints="1"/>
              </p:cNvSpPr>
              <p:nvPr userDrawn="1"/>
            </p:nvSpPr>
            <p:spPr bwMode="auto">
              <a:xfrm>
                <a:off x="3644821" y="6150112"/>
                <a:ext cx="60464" cy="87478"/>
              </a:xfrm>
              <a:custGeom>
                <a:avLst/>
                <a:gdLst>
                  <a:gd name="T0" fmla="*/ 17 w 20"/>
                  <a:gd name="T1" fmla="*/ 27 h 28"/>
                  <a:gd name="T2" fmla="*/ 17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7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5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8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5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6" name="Freeform 489"/>
              <p:cNvSpPr>
                <a:spLocks/>
              </p:cNvSpPr>
              <p:nvPr userDrawn="1"/>
            </p:nvSpPr>
            <p:spPr bwMode="auto">
              <a:xfrm>
                <a:off x="3723295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2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1 w 21"/>
                  <a:gd name="T13" fmla="*/ 26 h 26"/>
                  <a:gd name="T14" fmla="*/ 1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2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7" name="Freeform 490"/>
              <p:cNvSpPr>
                <a:spLocks/>
              </p:cNvSpPr>
              <p:nvPr userDrawn="1"/>
            </p:nvSpPr>
            <p:spPr bwMode="auto">
              <a:xfrm>
                <a:off x="3801768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8" name="Freeform 491"/>
              <p:cNvSpPr>
                <a:spLocks/>
              </p:cNvSpPr>
              <p:nvPr userDrawn="1"/>
            </p:nvSpPr>
            <p:spPr bwMode="auto">
              <a:xfrm>
                <a:off x="3868663" y="6153970"/>
                <a:ext cx="100343" cy="79760"/>
              </a:xfrm>
              <a:custGeom>
                <a:avLst/>
                <a:gdLst>
                  <a:gd name="T0" fmla="*/ 33 w 33"/>
                  <a:gd name="T1" fmla="*/ 26 h 26"/>
                  <a:gd name="T2" fmla="*/ 29 w 33"/>
                  <a:gd name="T3" fmla="*/ 26 h 26"/>
                  <a:gd name="T4" fmla="*/ 29 w 33"/>
                  <a:gd name="T5" fmla="*/ 9 h 26"/>
                  <a:gd name="T6" fmla="*/ 24 w 33"/>
                  <a:gd name="T7" fmla="*/ 3 h 26"/>
                  <a:gd name="T8" fmla="*/ 18 w 33"/>
                  <a:gd name="T9" fmla="*/ 12 h 26"/>
                  <a:gd name="T10" fmla="*/ 18 w 33"/>
                  <a:gd name="T11" fmla="*/ 26 h 26"/>
                  <a:gd name="T12" fmla="*/ 14 w 33"/>
                  <a:gd name="T13" fmla="*/ 26 h 26"/>
                  <a:gd name="T14" fmla="*/ 14 w 33"/>
                  <a:gd name="T15" fmla="*/ 9 h 26"/>
                  <a:gd name="T16" fmla="*/ 9 w 33"/>
                  <a:gd name="T17" fmla="*/ 3 h 26"/>
                  <a:gd name="T18" fmla="*/ 4 w 33"/>
                  <a:gd name="T19" fmla="*/ 12 h 26"/>
                  <a:gd name="T20" fmla="*/ 4 w 33"/>
                  <a:gd name="T21" fmla="*/ 26 h 26"/>
                  <a:gd name="T22" fmla="*/ 0 w 33"/>
                  <a:gd name="T23" fmla="*/ 26 h 26"/>
                  <a:gd name="T24" fmla="*/ 0 w 33"/>
                  <a:gd name="T25" fmla="*/ 6 h 26"/>
                  <a:gd name="T26" fmla="*/ 0 w 33"/>
                  <a:gd name="T27" fmla="*/ 0 h 26"/>
                  <a:gd name="T28" fmla="*/ 4 w 33"/>
                  <a:gd name="T29" fmla="*/ 0 h 26"/>
                  <a:gd name="T30" fmla="*/ 4 w 33"/>
                  <a:gd name="T31" fmla="*/ 4 h 26"/>
                  <a:gd name="T32" fmla="*/ 11 w 33"/>
                  <a:gd name="T33" fmla="*/ 0 h 26"/>
                  <a:gd name="T34" fmla="*/ 17 w 33"/>
                  <a:gd name="T35" fmla="*/ 5 h 26"/>
                  <a:gd name="T36" fmla="*/ 25 w 33"/>
                  <a:gd name="T37" fmla="*/ 0 h 26"/>
                  <a:gd name="T38" fmla="*/ 33 w 33"/>
                  <a:gd name="T39" fmla="*/ 8 h 26"/>
                  <a:gd name="T40" fmla="*/ 33 w 33"/>
                  <a:gd name="T4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6">
                    <a:moveTo>
                      <a:pt x="33" y="26"/>
                    </a:move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5"/>
                      <a:pt x="27" y="3"/>
                      <a:pt x="24" y="3"/>
                    </a:cubicBezTo>
                    <a:cubicBezTo>
                      <a:pt x="19" y="3"/>
                      <a:pt x="18" y="8"/>
                      <a:pt x="18" y="12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5"/>
                      <a:pt x="13" y="3"/>
                      <a:pt x="9" y="3"/>
                    </a:cubicBezTo>
                    <a:cubicBezTo>
                      <a:pt x="5" y="3"/>
                      <a:pt x="4" y="8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9" name="Freeform 492"/>
              <p:cNvSpPr>
                <a:spLocks noEditPoints="1"/>
              </p:cNvSpPr>
              <p:nvPr userDrawn="1"/>
            </p:nvSpPr>
            <p:spPr bwMode="auto">
              <a:xfrm>
                <a:off x="3989589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0" name="Freeform 493"/>
              <p:cNvSpPr>
                <a:spLocks/>
              </p:cNvSpPr>
              <p:nvPr userDrawn="1"/>
            </p:nvSpPr>
            <p:spPr bwMode="auto">
              <a:xfrm>
                <a:off x="4017891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8 w 15"/>
                  <a:gd name="T17" fmla="*/ 0 h 35"/>
                  <a:gd name="T18" fmla="*/ 8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1" name="Freeform 494"/>
              <p:cNvSpPr>
                <a:spLocks/>
              </p:cNvSpPr>
              <p:nvPr userDrawn="1"/>
            </p:nvSpPr>
            <p:spPr bwMode="auto">
              <a:xfrm>
                <a:off x="4069349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2" name="Freeform 495"/>
              <p:cNvSpPr>
                <a:spLocks noEditPoints="1"/>
              </p:cNvSpPr>
              <p:nvPr userDrawn="1"/>
            </p:nvSpPr>
            <p:spPr bwMode="auto">
              <a:xfrm>
                <a:off x="4120807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3" name="Freeform 496"/>
              <p:cNvSpPr>
                <a:spLocks noEditPoints="1"/>
              </p:cNvSpPr>
              <p:nvPr userDrawn="1"/>
            </p:nvSpPr>
            <p:spPr bwMode="auto">
              <a:xfrm>
                <a:off x="4192848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9 w 22"/>
                  <a:gd name="T3" fmla="*/ 36 h 37"/>
                  <a:gd name="T4" fmla="*/ 19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9 w 22"/>
                  <a:gd name="T13" fmla="*/ 14 h 37"/>
                  <a:gd name="T14" fmla="*/ 19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2 w 22"/>
                  <a:gd name="T21" fmla="*/ 13 h 37"/>
                  <a:gd name="T22" fmla="*/ 4 w 22"/>
                  <a:gd name="T23" fmla="*/ 23 h 37"/>
                  <a:gd name="T24" fmla="*/ 12 w 22"/>
                  <a:gd name="T25" fmla="*/ 33 h 37"/>
                  <a:gd name="T26" fmla="*/ 19 w 22"/>
                  <a:gd name="T27" fmla="*/ 23 h 37"/>
                  <a:gd name="T28" fmla="*/ 12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4" name="Freeform 497"/>
              <p:cNvSpPr>
                <a:spLocks noEditPoints="1"/>
              </p:cNvSpPr>
              <p:nvPr userDrawn="1"/>
            </p:nvSpPr>
            <p:spPr bwMode="auto">
              <a:xfrm>
                <a:off x="4322780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5" name="Freeform 498"/>
              <p:cNvSpPr>
                <a:spLocks/>
              </p:cNvSpPr>
              <p:nvPr userDrawn="1"/>
            </p:nvSpPr>
            <p:spPr bwMode="auto">
              <a:xfrm>
                <a:off x="4356228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6" name="Freeform 499"/>
              <p:cNvSpPr>
                <a:spLocks/>
              </p:cNvSpPr>
              <p:nvPr userDrawn="1"/>
            </p:nvSpPr>
            <p:spPr bwMode="auto">
              <a:xfrm>
                <a:off x="4469435" y="6153970"/>
                <a:ext cx="108062" cy="79760"/>
              </a:xfrm>
              <a:custGeom>
                <a:avLst/>
                <a:gdLst>
                  <a:gd name="T0" fmla="*/ 84 w 84"/>
                  <a:gd name="T1" fmla="*/ 0 h 62"/>
                  <a:gd name="T2" fmla="*/ 66 w 84"/>
                  <a:gd name="T3" fmla="*/ 62 h 62"/>
                  <a:gd name="T4" fmla="*/ 56 w 84"/>
                  <a:gd name="T5" fmla="*/ 62 h 62"/>
                  <a:gd name="T6" fmla="*/ 42 w 84"/>
                  <a:gd name="T7" fmla="*/ 12 h 62"/>
                  <a:gd name="T8" fmla="*/ 28 w 84"/>
                  <a:gd name="T9" fmla="*/ 62 h 62"/>
                  <a:gd name="T10" fmla="*/ 16 w 84"/>
                  <a:gd name="T11" fmla="*/ 62 h 62"/>
                  <a:gd name="T12" fmla="*/ 0 w 84"/>
                  <a:gd name="T13" fmla="*/ 0 h 62"/>
                  <a:gd name="T14" fmla="*/ 9 w 84"/>
                  <a:gd name="T15" fmla="*/ 0 h 62"/>
                  <a:gd name="T16" fmla="*/ 23 w 84"/>
                  <a:gd name="T17" fmla="*/ 53 h 62"/>
                  <a:gd name="T18" fmla="*/ 37 w 84"/>
                  <a:gd name="T19" fmla="*/ 0 h 62"/>
                  <a:gd name="T20" fmla="*/ 47 w 84"/>
                  <a:gd name="T21" fmla="*/ 0 h 62"/>
                  <a:gd name="T22" fmla="*/ 61 w 84"/>
                  <a:gd name="T23" fmla="*/ 53 h 62"/>
                  <a:gd name="T24" fmla="*/ 75 w 84"/>
                  <a:gd name="T25" fmla="*/ 0 h 62"/>
                  <a:gd name="T26" fmla="*/ 84 w 84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62">
                    <a:moveTo>
                      <a:pt x="84" y="0"/>
                    </a:moveTo>
                    <a:lnTo>
                      <a:pt x="66" y="62"/>
                    </a:lnTo>
                    <a:lnTo>
                      <a:pt x="56" y="62"/>
                    </a:lnTo>
                    <a:lnTo>
                      <a:pt x="42" y="12"/>
                    </a:lnTo>
                    <a:lnTo>
                      <a:pt x="28" y="62"/>
                    </a:lnTo>
                    <a:lnTo>
                      <a:pt x="16" y="6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3" y="53"/>
                    </a:lnTo>
                    <a:lnTo>
                      <a:pt x="37" y="0"/>
                    </a:lnTo>
                    <a:lnTo>
                      <a:pt x="47" y="0"/>
                    </a:lnTo>
                    <a:lnTo>
                      <a:pt x="61" y="53"/>
                    </a:lnTo>
                    <a:lnTo>
                      <a:pt x="75" y="0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7" name="Freeform 500"/>
              <p:cNvSpPr>
                <a:spLocks/>
              </p:cNvSpPr>
              <p:nvPr userDrawn="1"/>
            </p:nvSpPr>
            <p:spPr bwMode="auto">
              <a:xfrm>
                <a:off x="4592935" y="6123096"/>
                <a:ext cx="60464" cy="110635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1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5 h 36"/>
                  <a:gd name="T20" fmla="*/ 11 w 20"/>
                  <a:gd name="T21" fmla="*/ 10 h 36"/>
                  <a:gd name="T22" fmla="*/ 20 w 20"/>
                  <a:gd name="T23" fmla="*/ 21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1" y="10"/>
                    </a:cubicBezTo>
                    <a:cubicBezTo>
                      <a:pt x="18" y="10"/>
                      <a:pt x="20" y="14"/>
                      <a:pt x="20" y="21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8" name="Freeform 501"/>
              <p:cNvSpPr>
                <a:spLocks noEditPoints="1"/>
              </p:cNvSpPr>
              <p:nvPr userDrawn="1"/>
            </p:nvSpPr>
            <p:spPr bwMode="auto">
              <a:xfrm>
                <a:off x="4668835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9" name="Rectangle 502"/>
              <p:cNvSpPr>
                <a:spLocks noChangeArrowheads="1"/>
              </p:cNvSpPr>
              <p:nvPr userDrawn="1"/>
            </p:nvSpPr>
            <p:spPr bwMode="auto">
              <a:xfrm>
                <a:off x="4756313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0" name="Freeform 503"/>
              <p:cNvSpPr>
                <a:spLocks noEditPoints="1"/>
              </p:cNvSpPr>
              <p:nvPr userDrawn="1"/>
            </p:nvSpPr>
            <p:spPr bwMode="auto">
              <a:xfrm>
                <a:off x="4784615" y="6150112"/>
                <a:ext cx="65609" cy="87478"/>
              </a:xfrm>
              <a:custGeom>
                <a:avLst/>
                <a:gdLst>
                  <a:gd name="T0" fmla="*/ 13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3 w 22"/>
                  <a:gd name="T19" fmla="*/ 24 h 28"/>
                  <a:gd name="T20" fmla="*/ 18 w 22"/>
                  <a:gd name="T21" fmla="*/ 12 h 28"/>
                  <a:gd name="T22" fmla="*/ 12 w 22"/>
                  <a:gd name="T23" fmla="*/ 4 h 28"/>
                  <a:gd name="T24" fmla="*/ 5 w 22"/>
                  <a:gd name="T25" fmla="*/ 12 h 28"/>
                  <a:gd name="T26" fmla="*/ 18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3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8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3" y="24"/>
                    </a:cubicBezTo>
                    <a:close/>
                    <a:moveTo>
                      <a:pt x="18" y="12"/>
                    </a:moveTo>
                    <a:cubicBezTo>
                      <a:pt x="18" y="8"/>
                      <a:pt x="15" y="4"/>
                      <a:pt x="12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8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1" name="Freeform 504"/>
              <p:cNvSpPr>
                <a:spLocks noEditPoints="1"/>
              </p:cNvSpPr>
              <p:nvPr userDrawn="1"/>
            </p:nvSpPr>
            <p:spPr bwMode="auto">
              <a:xfrm>
                <a:off x="4896537" y="6153970"/>
                <a:ext cx="72041" cy="83620"/>
              </a:xfrm>
              <a:custGeom>
                <a:avLst/>
                <a:gdLst>
                  <a:gd name="T0" fmla="*/ 12 w 24"/>
                  <a:gd name="T1" fmla="*/ 0 h 27"/>
                  <a:gd name="T2" fmla="*/ 24 w 24"/>
                  <a:gd name="T3" fmla="*/ 13 h 27"/>
                  <a:gd name="T4" fmla="*/ 12 w 24"/>
                  <a:gd name="T5" fmla="*/ 27 h 27"/>
                  <a:gd name="T6" fmla="*/ 0 w 24"/>
                  <a:gd name="T7" fmla="*/ 13 h 27"/>
                  <a:gd name="T8" fmla="*/ 12 w 24"/>
                  <a:gd name="T9" fmla="*/ 0 h 27"/>
                  <a:gd name="T10" fmla="*/ 12 w 24"/>
                  <a:gd name="T11" fmla="*/ 3 h 27"/>
                  <a:gd name="T12" fmla="*/ 5 w 24"/>
                  <a:gd name="T13" fmla="*/ 13 h 27"/>
                  <a:gd name="T14" fmla="*/ 12 w 24"/>
                  <a:gd name="T15" fmla="*/ 23 h 27"/>
                  <a:gd name="T16" fmla="*/ 19 w 24"/>
                  <a:gd name="T17" fmla="*/ 13 h 27"/>
                  <a:gd name="T18" fmla="*/ 12 w 24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7">
                    <a:moveTo>
                      <a:pt x="12" y="0"/>
                    </a:moveTo>
                    <a:cubicBezTo>
                      <a:pt x="20" y="0"/>
                      <a:pt x="24" y="6"/>
                      <a:pt x="24" y="13"/>
                    </a:cubicBezTo>
                    <a:cubicBezTo>
                      <a:pt x="24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5" y="8"/>
                      <a:pt x="5" y="13"/>
                    </a:cubicBezTo>
                    <a:cubicBezTo>
                      <a:pt x="5" y="18"/>
                      <a:pt x="6" y="23"/>
                      <a:pt x="12" y="23"/>
                    </a:cubicBezTo>
                    <a:cubicBezTo>
                      <a:pt x="18" y="23"/>
                      <a:pt x="19" y="18"/>
                      <a:pt x="19" y="13"/>
                    </a:cubicBezTo>
                    <a:cubicBezTo>
                      <a:pt x="19" y="8"/>
                      <a:pt x="18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2" name="Freeform 505"/>
              <p:cNvSpPr>
                <a:spLocks/>
              </p:cNvSpPr>
              <p:nvPr userDrawn="1"/>
            </p:nvSpPr>
            <p:spPr bwMode="auto">
              <a:xfrm>
                <a:off x="4981442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3" name="Freeform 506"/>
              <p:cNvSpPr>
                <a:spLocks noEditPoints="1"/>
              </p:cNvSpPr>
              <p:nvPr userDrawn="1"/>
            </p:nvSpPr>
            <p:spPr bwMode="auto">
              <a:xfrm>
                <a:off x="5075353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4" name="Freeform 507"/>
              <p:cNvSpPr>
                <a:spLocks/>
              </p:cNvSpPr>
              <p:nvPr userDrawn="1"/>
            </p:nvSpPr>
            <p:spPr bwMode="auto">
              <a:xfrm>
                <a:off x="5108800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5" name="Freeform 508"/>
              <p:cNvSpPr>
                <a:spLocks noEditPoints="1"/>
              </p:cNvSpPr>
              <p:nvPr userDrawn="1"/>
            </p:nvSpPr>
            <p:spPr bwMode="auto">
              <a:xfrm>
                <a:off x="5227154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6" name="Freeform 509"/>
              <p:cNvSpPr>
                <a:spLocks noEditPoints="1"/>
              </p:cNvSpPr>
              <p:nvPr userDrawn="1"/>
            </p:nvSpPr>
            <p:spPr bwMode="auto">
              <a:xfrm>
                <a:off x="5305627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8 w 20"/>
                  <a:gd name="T5" fmla="*/ 28 h 28"/>
                  <a:gd name="T6" fmla="*/ 0 w 20"/>
                  <a:gd name="T7" fmla="*/ 20 h 28"/>
                  <a:gd name="T8" fmla="*/ 14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0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1" y="28"/>
                      <a:pt x="8" y="28"/>
                    </a:cubicBezTo>
                    <a:cubicBezTo>
                      <a:pt x="3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0" y="4"/>
                    </a:cubicBezTo>
                    <a:cubicBezTo>
                      <a:pt x="8" y="4"/>
                      <a:pt x="5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7" name="Freeform 510"/>
              <p:cNvSpPr>
                <a:spLocks/>
              </p:cNvSpPr>
              <p:nvPr userDrawn="1"/>
            </p:nvSpPr>
            <p:spPr bwMode="auto">
              <a:xfrm>
                <a:off x="5384100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8" name="Freeform 511"/>
              <p:cNvSpPr>
                <a:spLocks/>
              </p:cNvSpPr>
              <p:nvPr userDrawn="1"/>
            </p:nvSpPr>
            <p:spPr bwMode="auto">
              <a:xfrm>
                <a:off x="5430413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9" name="Freeform 512"/>
              <p:cNvSpPr>
                <a:spLocks/>
              </p:cNvSpPr>
              <p:nvPr userDrawn="1"/>
            </p:nvSpPr>
            <p:spPr bwMode="auto">
              <a:xfrm>
                <a:off x="5484444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5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5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0" name="Freeform 513"/>
              <p:cNvSpPr>
                <a:spLocks/>
              </p:cNvSpPr>
              <p:nvPr userDrawn="1"/>
            </p:nvSpPr>
            <p:spPr bwMode="auto">
              <a:xfrm>
                <a:off x="5551339" y="6153970"/>
                <a:ext cx="111921" cy="79760"/>
              </a:xfrm>
              <a:custGeom>
                <a:avLst/>
                <a:gdLst>
                  <a:gd name="T0" fmla="*/ 87 w 87"/>
                  <a:gd name="T1" fmla="*/ 0 h 62"/>
                  <a:gd name="T2" fmla="*/ 68 w 87"/>
                  <a:gd name="T3" fmla="*/ 62 h 62"/>
                  <a:gd name="T4" fmla="*/ 59 w 87"/>
                  <a:gd name="T5" fmla="*/ 62 h 62"/>
                  <a:gd name="T6" fmla="*/ 45 w 87"/>
                  <a:gd name="T7" fmla="*/ 12 h 62"/>
                  <a:gd name="T8" fmla="*/ 30 w 87"/>
                  <a:gd name="T9" fmla="*/ 62 h 62"/>
                  <a:gd name="T10" fmla="*/ 19 w 87"/>
                  <a:gd name="T11" fmla="*/ 62 h 62"/>
                  <a:gd name="T12" fmla="*/ 0 w 87"/>
                  <a:gd name="T13" fmla="*/ 0 h 62"/>
                  <a:gd name="T14" fmla="*/ 12 w 87"/>
                  <a:gd name="T15" fmla="*/ 0 h 62"/>
                  <a:gd name="T16" fmla="*/ 26 w 87"/>
                  <a:gd name="T17" fmla="*/ 53 h 62"/>
                  <a:gd name="T18" fmla="*/ 40 w 87"/>
                  <a:gd name="T19" fmla="*/ 0 h 62"/>
                  <a:gd name="T20" fmla="*/ 49 w 87"/>
                  <a:gd name="T21" fmla="*/ 0 h 62"/>
                  <a:gd name="T22" fmla="*/ 63 w 87"/>
                  <a:gd name="T23" fmla="*/ 53 h 62"/>
                  <a:gd name="T24" fmla="*/ 78 w 87"/>
                  <a:gd name="T25" fmla="*/ 0 h 62"/>
                  <a:gd name="T26" fmla="*/ 87 w 87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62">
                    <a:moveTo>
                      <a:pt x="87" y="0"/>
                    </a:moveTo>
                    <a:lnTo>
                      <a:pt x="68" y="62"/>
                    </a:lnTo>
                    <a:lnTo>
                      <a:pt x="59" y="62"/>
                    </a:lnTo>
                    <a:lnTo>
                      <a:pt x="45" y="12"/>
                    </a:lnTo>
                    <a:lnTo>
                      <a:pt x="30" y="62"/>
                    </a:lnTo>
                    <a:lnTo>
                      <a:pt x="19" y="6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6" y="53"/>
                    </a:lnTo>
                    <a:lnTo>
                      <a:pt x="40" y="0"/>
                    </a:lnTo>
                    <a:lnTo>
                      <a:pt x="49" y="0"/>
                    </a:lnTo>
                    <a:lnTo>
                      <a:pt x="63" y="53"/>
                    </a:lnTo>
                    <a:lnTo>
                      <a:pt x="78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1" name="Freeform 514"/>
              <p:cNvSpPr>
                <a:spLocks noEditPoints="1"/>
              </p:cNvSpPr>
              <p:nvPr userDrawn="1"/>
            </p:nvSpPr>
            <p:spPr bwMode="auto">
              <a:xfrm>
                <a:off x="5678698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Freeform 515"/>
              <p:cNvSpPr>
                <a:spLocks/>
              </p:cNvSpPr>
              <p:nvPr userDrawn="1"/>
            </p:nvSpPr>
            <p:spPr bwMode="auto">
              <a:xfrm>
                <a:off x="5705713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7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5 w 15"/>
                  <a:gd name="T13" fmla="*/ 8 h 35"/>
                  <a:gd name="T14" fmla="*/ 5 w 15"/>
                  <a:gd name="T15" fmla="*/ 1 h 35"/>
                  <a:gd name="T16" fmla="*/ 9 w 15"/>
                  <a:gd name="T17" fmla="*/ 0 h 35"/>
                  <a:gd name="T18" fmla="*/ 9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1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7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0"/>
                      <a:pt x="10" y="31"/>
                      <a:pt x="12" y="31"/>
                    </a:cubicBezTo>
                    <a:cubicBezTo>
                      <a:pt x="13" y="31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Freeform 516"/>
              <p:cNvSpPr>
                <a:spLocks/>
              </p:cNvSpPr>
              <p:nvPr userDrawn="1"/>
            </p:nvSpPr>
            <p:spPr bwMode="auto">
              <a:xfrm>
                <a:off x="5766176" y="6123096"/>
                <a:ext cx="64322" cy="110635"/>
              </a:xfrm>
              <a:custGeom>
                <a:avLst/>
                <a:gdLst>
                  <a:gd name="T0" fmla="*/ 21 w 21"/>
                  <a:gd name="T1" fmla="*/ 36 h 36"/>
                  <a:gd name="T2" fmla="*/ 16 w 21"/>
                  <a:gd name="T3" fmla="*/ 36 h 36"/>
                  <a:gd name="T4" fmla="*/ 16 w 21"/>
                  <a:gd name="T5" fmla="*/ 21 h 36"/>
                  <a:gd name="T6" fmla="*/ 11 w 21"/>
                  <a:gd name="T7" fmla="*/ 13 h 36"/>
                  <a:gd name="T8" fmla="*/ 4 w 21"/>
                  <a:gd name="T9" fmla="*/ 22 h 36"/>
                  <a:gd name="T10" fmla="*/ 4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4 w 21"/>
                  <a:gd name="T17" fmla="*/ 0 h 36"/>
                  <a:gd name="T18" fmla="*/ 4 w 21"/>
                  <a:gd name="T19" fmla="*/ 15 h 36"/>
                  <a:gd name="T20" fmla="*/ 12 w 21"/>
                  <a:gd name="T21" fmla="*/ 10 h 36"/>
                  <a:gd name="T22" fmla="*/ 21 w 21"/>
                  <a:gd name="T23" fmla="*/ 21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2" y="10"/>
                    </a:cubicBezTo>
                    <a:cubicBezTo>
                      <a:pt x="18" y="10"/>
                      <a:pt x="21" y="14"/>
                      <a:pt x="21" y="21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Freeform 517"/>
              <p:cNvSpPr>
                <a:spLocks noEditPoints="1"/>
              </p:cNvSpPr>
              <p:nvPr userDrawn="1"/>
            </p:nvSpPr>
            <p:spPr bwMode="auto">
              <a:xfrm>
                <a:off x="5842076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Freeform 518"/>
              <p:cNvSpPr>
                <a:spLocks/>
              </p:cNvSpPr>
              <p:nvPr userDrawn="1"/>
            </p:nvSpPr>
            <p:spPr bwMode="auto">
              <a:xfrm>
                <a:off x="5926982" y="6153970"/>
                <a:ext cx="63036" cy="83620"/>
              </a:xfrm>
              <a:custGeom>
                <a:avLst/>
                <a:gdLst>
                  <a:gd name="T0" fmla="*/ 17 w 21"/>
                  <a:gd name="T1" fmla="*/ 26 h 27"/>
                  <a:gd name="T2" fmla="*/ 17 w 21"/>
                  <a:gd name="T3" fmla="*/ 22 h 27"/>
                  <a:gd name="T4" fmla="*/ 9 w 21"/>
                  <a:gd name="T5" fmla="*/ 27 h 27"/>
                  <a:gd name="T6" fmla="*/ 0 w 21"/>
                  <a:gd name="T7" fmla="*/ 17 h 27"/>
                  <a:gd name="T8" fmla="*/ 0 w 21"/>
                  <a:gd name="T9" fmla="*/ 0 h 27"/>
                  <a:gd name="T10" fmla="*/ 4 w 21"/>
                  <a:gd name="T11" fmla="*/ 0 h 27"/>
                  <a:gd name="T12" fmla="*/ 4 w 21"/>
                  <a:gd name="T13" fmla="*/ 16 h 27"/>
                  <a:gd name="T14" fmla="*/ 9 w 21"/>
                  <a:gd name="T15" fmla="*/ 23 h 27"/>
                  <a:gd name="T16" fmla="*/ 16 w 21"/>
                  <a:gd name="T17" fmla="*/ 15 h 27"/>
                  <a:gd name="T18" fmla="*/ 16 w 21"/>
                  <a:gd name="T19" fmla="*/ 0 h 27"/>
                  <a:gd name="T20" fmla="*/ 20 w 21"/>
                  <a:gd name="T21" fmla="*/ 0 h 27"/>
                  <a:gd name="T22" fmla="*/ 20 w 21"/>
                  <a:gd name="T23" fmla="*/ 20 h 27"/>
                  <a:gd name="T24" fmla="*/ 21 w 21"/>
                  <a:gd name="T25" fmla="*/ 26 h 27"/>
                  <a:gd name="T26" fmla="*/ 17 w 21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Freeform 519"/>
              <p:cNvSpPr>
                <a:spLocks/>
              </p:cNvSpPr>
              <p:nvPr userDrawn="1"/>
            </p:nvSpPr>
            <p:spPr bwMode="auto">
              <a:xfrm>
                <a:off x="6002883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Freeform 520"/>
              <p:cNvSpPr>
                <a:spLocks/>
              </p:cNvSpPr>
              <p:nvPr userDrawn="1"/>
            </p:nvSpPr>
            <p:spPr bwMode="auto">
              <a:xfrm>
                <a:off x="6090362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Freeform 521"/>
              <p:cNvSpPr>
                <a:spLocks/>
              </p:cNvSpPr>
              <p:nvPr userDrawn="1"/>
            </p:nvSpPr>
            <p:spPr bwMode="auto">
              <a:xfrm>
                <a:off x="6148252" y="6123096"/>
                <a:ext cx="63036" cy="110635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1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5 h 36"/>
                  <a:gd name="T20" fmla="*/ 12 w 21"/>
                  <a:gd name="T21" fmla="*/ 10 h 36"/>
                  <a:gd name="T22" fmla="*/ 21 w 21"/>
                  <a:gd name="T23" fmla="*/ 21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8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6" y="11"/>
                      <a:pt x="9" y="10"/>
                      <a:pt x="12" y="10"/>
                    </a:cubicBezTo>
                    <a:cubicBezTo>
                      <a:pt x="18" y="10"/>
                      <a:pt x="21" y="14"/>
                      <a:pt x="21" y="21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Freeform 522"/>
              <p:cNvSpPr>
                <a:spLocks noEditPoints="1"/>
              </p:cNvSpPr>
              <p:nvPr userDrawn="1"/>
            </p:nvSpPr>
            <p:spPr bwMode="auto">
              <a:xfrm>
                <a:off x="6226725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Freeform 523"/>
              <p:cNvSpPr>
                <a:spLocks noEditPoints="1"/>
              </p:cNvSpPr>
              <p:nvPr userDrawn="1"/>
            </p:nvSpPr>
            <p:spPr bwMode="auto">
              <a:xfrm>
                <a:off x="6338647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Freeform 524"/>
              <p:cNvSpPr>
                <a:spLocks/>
              </p:cNvSpPr>
              <p:nvPr userDrawn="1"/>
            </p:nvSpPr>
            <p:spPr bwMode="auto">
              <a:xfrm>
                <a:off x="6409401" y="6153970"/>
                <a:ext cx="72041" cy="79760"/>
              </a:xfrm>
              <a:custGeom>
                <a:avLst/>
                <a:gdLst>
                  <a:gd name="T0" fmla="*/ 23 w 56"/>
                  <a:gd name="T1" fmla="*/ 31 h 62"/>
                  <a:gd name="T2" fmla="*/ 2 w 56"/>
                  <a:gd name="T3" fmla="*/ 0 h 62"/>
                  <a:gd name="T4" fmla="*/ 14 w 56"/>
                  <a:gd name="T5" fmla="*/ 0 h 62"/>
                  <a:gd name="T6" fmla="*/ 28 w 56"/>
                  <a:gd name="T7" fmla="*/ 21 h 62"/>
                  <a:gd name="T8" fmla="*/ 42 w 56"/>
                  <a:gd name="T9" fmla="*/ 0 h 62"/>
                  <a:gd name="T10" fmla="*/ 54 w 56"/>
                  <a:gd name="T11" fmla="*/ 0 h 62"/>
                  <a:gd name="T12" fmla="*/ 33 w 56"/>
                  <a:gd name="T13" fmla="*/ 31 h 62"/>
                  <a:gd name="T14" fmla="*/ 56 w 56"/>
                  <a:gd name="T15" fmla="*/ 62 h 62"/>
                  <a:gd name="T16" fmla="*/ 44 w 56"/>
                  <a:gd name="T17" fmla="*/ 62 h 62"/>
                  <a:gd name="T18" fmla="*/ 28 w 56"/>
                  <a:gd name="T19" fmla="*/ 38 h 62"/>
                  <a:gd name="T20" fmla="*/ 11 w 56"/>
                  <a:gd name="T21" fmla="*/ 62 h 62"/>
                  <a:gd name="T22" fmla="*/ 0 w 56"/>
                  <a:gd name="T23" fmla="*/ 62 h 62"/>
                  <a:gd name="T24" fmla="*/ 23 w 56"/>
                  <a:gd name="T25" fmla="*/ 3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62">
                    <a:moveTo>
                      <a:pt x="23" y="31"/>
                    </a:moveTo>
                    <a:lnTo>
                      <a:pt x="2" y="0"/>
                    </a:lnTo>
                    <a:lnTo>
                      <a:pt x="14" y="0"/>
                    </a:lnTo>
                    <a:lnTo>
                      <a:pt x="28" y="21"/>
                    </a:lnTo>
                    <a:lnTo>
                      <a:pt x="42" y="0"/>
                    </a:lnTo>
                    <a:lnTo>
                      <a:pt x="54" y="0"/>
                    </a:lnTo>
                    <a:lnTo>
                      <a:pt x="33" y="31"/>
                    </a:lnTo>
                    <a:lnTo>
                      <a:pt x="56" y="62"/>
                    </a:lnTo>
                    <a:lnTo>
                      <a:pt x="44" y="62"/>
                    </a:lnTo>
                    <a:lnTo>
                      <a:pt x="28" y="38"/>
                    </a:lnTo>
                    <a:lnTo>
                      <a:pt x="11" y="62"/>
                    </a:lnTo>
                    <a:lnTo>
                      <a:pt x="0" y="62"/>
                    </a:lnTo>
                    <a:lnTo>
                      <a:pt x="23" y="3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Freeform 525"/>
              <p:cNvSpPr>
                <a:spLocks noEditPoints="1"/>
              </p:cNvSpPr>
              <p:nvPr userDrawn="1"/>
            </p:nvSpPr>
            <p:spPr bwMode="auto">
              <a:xfrm>
                <a:off x="6490448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3" name="Freeform 526"/>
              <p:cNvSpPr>
                <a:spLocks/>
              </p:cNvSpPr>
              <p:nvPr userDrawn="1"/>
            </p:nvSpPr>
            <p:spPr bwMode="auto">
              <a:xfrm>
                <a:off x="6575353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4" name="Freeform 527"/>
              <p:cNvSpPr>
                <a:spLocks noEditPoints="1"/>
              </p:cNvSpPr>
              <p:nvPr userDrawn="1"/>
            </p:nvSpPr>
            <p:spPr bwMode="auto">
              <a:xfrm>
                <a:off x="6617806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8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5" name="Freeform 528"/>
              <p:cNvSpPr>
                <a:spLocks/>
              </p:cNvSpPr>
              <p:nvPr userDrawn="1"/>
            </p:nvSpPr>
            <p:spPr bwMode="auto">
              <a:xfrm>
                <a:off x="6696280" y="6153970"/>
                <a:ext cx="48885" cy="83620"/>
              </a:xfrm>
              <a:custGeom>
                <a:avLst/>
                <a:gdLst>
                  <a:gd name="T0" fmla="*/ 14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0 w 16"/>
                  <a:gd name="T15" fmla="*/ 22 h 27"/>
                  <a:gd name="T16" fmla="*/ 7 w 16"/>
                  <a:gd name="T17" fmla="*/ 23 h 27"/>
                  <a:gd name="T18" fmla="*/ 12 w 16"/>
                  <a:gd name="T19" fmla="*/ 19 h 27"/>
                  <a:gd name="T20" fmla="*/ 7 w 16"/>
                  <a:gd name="T21" fmla="*/ 14 h 27"/>
                  <a:gd name="T22" fmla="*/ 0 w 16"/>
                  <a:gd name="T23" fmla="*/ 7 h 27"/>
                  <a:gd name="T24" fmla="*/ 8 w 16"/>
                  <a:gd name="T25" fmla="*/ 0 h 27"/>
                  <a:gd name="T26" fmla="*/ 15 w 16"/>
                  <a:gd name="T27" fmla="*/ 1 h 27"/>
                  <a:gd name="T28" fmla="*/ 14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5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4" y="23"/>
                      <a:pt x="7" y="23"/>
                    </a:cubicBezTo>
                    <a:cubicBezTo>
                      <a:pt x="10" y="23"/>
                      <a:pt x="12" y="22"/>
                      <a:pt x="12" y="19"/>
                    </a:cubicBezTo>
                    <a:cubicBezTo>
                      <a:pt x="12" y="17"/>
                      <a:pt x="11" y="16"/>
                      <a:pt x="7" y="14"/>
                    </a:cubicBezTo>
                    <a:cubicBezTo>
                      <a:pt x="2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6" name="Freeform 529"/>
              <p:cNvSpPr>
                <a:spLocks/>
              </p:cNvSpPr>
              <p:nvPr userDrawn="1"/>
            </p:nvSpPr>
            <p:spPr bwMode="auto">
              <a:xfrm>
                <a:off x="6758029" y="6153970"/>
                <a:ext cx="47599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7" name="Freeform 530"/>
              <p:cNvSpPr>
                <a:spLocks/>
              </p:cNvSpPr>
              <p:nvPr userDrawn="1"/>
            </p:nvSpPr>
            <p:spPr bwMode="auto">
              <a:xfrm>
                <a:off x="6854512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8" name="Freeform 531"/>
              <p:cNvSpPr>
                <a:spLocks noEditPoints="1"/>
              </p:cNvSpPr>
              <p:nvPr userDrawn="1"/>
            </p:nvSpPr>
            <p:spPr bwMode="auto">
              <a:xfrm>
                <a:off x="6918835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5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5" y="8"/>
                      <a:pt x="5" y="13"/>
                    </a:cubicBezTo>
                    <a:cubicBezTo>
                      <a:pt x="5" y="18"/>
                      <a:pt x="6" y="23"/>
                      <a:pt x="12" y="23"/>
                    </a:cubicBezTo>
                    <a:cubicBezTo>
                      <a:pt x="18" y="23"/>
                      <a:pt x="19" y="18"/>
                      <a:pt x="19" y="13"/>
                    </a:cubicBezTo>
                    <a:cubicBezTo>
                      <a:pt x="19" y="8"/>
                      <a:pt x="18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9" name="Freeform 532"/>
              <p:cNvSpPr>
                <a:spLocks/>
              </p:cNvSpPr>
              <p:nvPr userDrawn="1"/>
            </p:nvSpPr>
            <p:spPr bwMode="auto">
              <a:xfrm>
                <a:off x="7002455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0" name="Freeform 533"/>
              <p:cNvSpPr>
                <a:spLocks/>
              </p:cNvSpPr>
              <p:nvPr userDrawn="1"/>
            </p:nvSpPr>
            <p:spPr bwMode="auto">
              <a:xfrm>
                <a:off x="7082214" y="6153970"/>
                <a:ext cx="47599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4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1" name="Freeform 534"/>
              <p:cNvSpPr>
                <a:spLocks noEditPoints="1"/>
              </p:cNvSpPr>
              <p:nvPr userDrawn="1"/>
            </p:nvSpPr>
            <p:spPr bwMode="auto">
              <a:xfrm>
                <a:off x="7142677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2" name="Freeform 535"/>
              <p:cNvSpPr>
                <a:spLocks/>
              </p:cNvSpPr>
              <p:nvPr userDrawn="1"/>
            </p:nvSpPr>
            <p:spPr bwMode="auto">
              <a:xfrm>
                <a:off x="7221151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3" name="Freeform 536"/>
              <p:cNvSpPr>
                <a:spLocks/>
              </p:cNvSpPr>
              <p:nvPr userDrawn="1"/>
            </p:nvSpPr>
            <p:spPr bwMode="auto">
              <a:xfrm>
                <a:off x="7297051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4" name="Freeform 537"/>
              <p:cNvSpPr>
                <a:spLocks noEditPoints="1"/>
              </p:cNvSpPr>
              <p:nvPr userDrawn="1"/>
            </p:nvSpPr>
            <p:spPr bwMode="auto">
              <a:xfrm>
                <a:off x="7384530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5" name="Freeform 538"/>
              <p:cNvSpPr>
                <a:spLocks/>
              </p:cNvSpPr>
              <p:nvPr userDrawn="1"/>
            </p:nvSpPr>
            <p:spPr bwMode="auto">
              <a:xfrm>
                <a:off x="7460430" y="6123096"/>
                <a:ext cx="46312" cy="110635"/>
              </a:xfrm>
              <a:custGeom>
                <a:avLst/>
                <a:gdLst>
                  <a:gd name="T0" fmla="*/ 14 w 15"/>
                  <a:gd name="T1" fmla="*/ 4 h 36"/>
                  <a:gd name="T2" fmla="*/ 12 w 15"/>
                  <a:gd name="T3" fmla="*/ 3 h 36"/>
                  <a:gd name="T4" fmla="*/ 8 w 15"/>
                  <a:gd name="T5" fmla="*/ 8 h 36"/>
                  <a:gd name="T6" fmla="*/ 8 w 15"/>
                  <a:gd name="T7" fmla="*/ 10 h 36"/>
                  <a:gd name="T8" fmla="*/ 14 w 15"/>
                  <a:gd name="T9" fmla="*/ 10 h 36"/>
                  <a:gd name="T10" fmla="*/ 14 w 15"/>
                  <a:gd name="T11" fmla="*/ 14 h 36"/>
                  <a:gd name="T12" fmla="*/ 8 w 15"/>
                  <a:gd name="T13" fmla="*/ 14 h 36"/>
                  <a:gd name="T14" fmla="*/ 8 w 15"/>
                  <a:gd name="T15" fmla="*/ 36 h 36"/>
                  <a:gd name="T16" fmla="*/ 4 w 15"/>
                  <a:gd name="T17" fmla="*/ 36 h 36"/>
                  <a:gd name="T18" fmla="*/ 4 w 15"/>
                  <a:gd name="T19" fmla="*/ 14 h 36"/>
                  <a:gd name="T20" fmla="*/ 0 w 15"/>
                  <a:gd name="T21" fmla="*/ 14 h 36"/>
                  <a:gd name="T22" fmla="*/ 0 w 15"/>
                  <a:gd name="T23" fmla="*/ 10 h 36"/>
                  <a:gd name="T24" fmla="*/ 4 w 15"/>
                  <a:gd name="T25" fmla="*/ 10 h 36"/>
                  <a:gd name="T26" fmla="*/ 4 w 15"/>
                  <a:gd name="T27" fmla="*/ 9 h 36"/>
                  <a:gd name="T28" fmla="*/ 11 w 15"/>
                  <a:gd name="T29" fmla="*/ 0 h 36"/>
                  <a:gd name="T30" fmla="*/ 15 w 15"/>
                  <a:gd name="T31" fmla="*/ 1 h 36"/>
                  <a:gd name="T32" fmla="*/ 14 w 15"/>
                  <a:gd name="T33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6">
                    <a:moveTo>
                      <a:pt x="14" y="4"/>
                    </a:moveTo>
                    <a:cubicBezTo>
                      <a:pt x="14" y="4"/>
                      <a:pt x="13" y="3"/>
                      <a:pt x="12" y="3"/>
                    </a:cubicBezTo>
                    <a:cubicBezTo>
                      <a:pt x="9" y="3"/>
                      <a:pt x="8" y="5"/>
                      <a:pt x="8" y="8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6" name="Freeform 539"/>
              <p:cNvSpPr>
                <a:spLocks/>
              </p:cNvSpPr>
              <p:nvPr userDrawn="1"/>
            </p:nvSpPr>
            <p:spPr bwMode="auto">
              <a:xfrm>
                <a:off x="7551768" y="6123096"/>
                <a:ext cx="60464" cy="114494"/>
              </a:xfrm>
              <a:custGeom>
                <a:avLst/>
                <a:gdLst>
                  <a:gd name="T0" fmla="*/ 17 w 20"/>
                  <a:gd name="T1" fmla="*/ 5 h 37"/>
                  <a:gd name="T2" fmla="*/ 11 w 20"/>
                  <a:gd name="T3" fmla="*/ 4 h 37"/>
                  <a:gd name="T4" fmla="*/ 4 w 20"/>
                  <a:gd name="T5" fmla="*/ 9 h 37"/>
                  <a:gd name="T6" fmla="*/ 11 w 20"/>
                  <a:gd name="T7" fmla="*/ 16 h 37"/>
                  <a:gd name="T8" fmla="*/ 20 w 20"/>
                  <a:gd name="T9" fmla="*/ 27 h 37"/>
                  <a:gd name="T10" fmla="*/ 9 w 20"/>
                  <a:gd name="T11" fmla="*/ 37 h 37"/>
                  <a:gd name="T12" fmla="*/ 0 w 20"/>
                  <a:gd name="T13" fmla="*/ 34 h 37"/>
                  <a:gd name="T14" fmla="*/ 1 w 20"/>
                  <a:gd name="T15" fmla="*/ 31 h 37"/>
                  <a:gd name="T16" fmla="*/ 9 w 20"/>
                  <a:gd name="T17" fmla="*/ 33 h 37"/>
                  <a:gd name="T18" fmla="*/ 16 w 20"/>
                  <a:gd name="T19" fmla="*/ 27 h 37"/>
                  <a:gd name="T20" fmla="*/ 8 w 20"/>
                  <a:gd name="T21" fmla="*/ 19 h 37"/>
                  <a:gd name="T22" fmla="*/ 0 w 20"/>
                  <a:gd name="T23" fmla="*/ 9 h 37"/>
                  <a:gd name="T24" fmla="*/ 11 w 20"/>
                  <a:gd name="T25" fmla="*/ 0 h 37"/>
                  <a:gd name="T26" fmla="*/ 18 w 20"/>
                  <a:gd name="T27" fmla="*/ 1 h 37"/>
                  <a:gd name="T28" fmla="*/ 17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7" y="5"/>
                    </a:moveTo>
                    <a:cubicBezTo>
                      <a:pt x="16" y="4"/>
                      <a:pt x="14" y="4"/>
                      <a:pt x="11" y="4"/>
                    </a:cubicBezTo>
                    <a:cubicBezTo>
                      <a:pt x="7" y="4"/>
                      <a:pt x="4" y="6"/>
                      <a:pt x="4" y="9"/>
                    </a:cubicBezTo>
                    <a:cubicBezTo>
                      <a:pt x="4" y="12"/>
                      <a:pt x="6" y="13"/>
                      <a:pt x="11" y="16"/>
                    </a:cubicBezTo>
                    <a:cubicBezTo>
                      <a:pt x="17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9" y="37"/>
                    </a:cubicBezTo>
                    <a:cubicBezTo>
                      <a:pt x="6" y="37"/>
                      <a:pt x="3" y="36"/>
                      <a:pt x="0" y="34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3" y="32"/>
                      <a:pt x="6" y="33"/>
                      <a:pt x="9" y="33"/>
                    </a:cubicBezTo>
                    <a:cubicBezTo>
                      <a:pt x="14" y="33"/>
                      <a:pt x="16" y="30"/>
                      <a:pt x="16" y="27"/>
                    </a:cubicBezTo>
                    <a:cubicBezTo>
                      <a:pt x="16" y="23"/>
                      <a:pt x="13" y="21"/>
                      <a:pt x="8" y="19"/>
                    </a:cubicBezTo>
                    <a:cubicBezTo>
                      <a:pt x="4" y="17"/>
                      <a:pt x="0" y="14"/>
                      <a:pt x="0" y="9"/>
                    </a:cubicBezTo>
                    <a:cubicBezTo>
                      <a:pt x="0" y="3"/>
                      <a:pt x="6" y="0"/>
                      <a:pt x="11" y="0"/>
                    </a:cubicBezTo>
                    <a:cubicBezTo>
                      <a:pt x="14" y="0"/>
                      <a:pt x="17" y="1"/>
                      <a:pt x="18" y="1"/>
                    </a:cubicBez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7" name="Freeform 540"/>
              <p:cNvSpPr>
                <a:spLocks noEditPoints="1"/>
              </p:cNvSpPr>
              <p:nvPr userDrawn="1"/>
            </p:nvSpPr>
            <p:spPr bwMode="auto">
              <a:xfrm>
                <a:off x="7621236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1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8" name="Freeform 541"/>
              <p:cNvSpPr>
                <a:spLocks/>
              </p:cNvSpPr>
              <p:nvPr userDrawn="1"/>
            </p:nvSpPr>
            <p:spPr bwMode="auto">
              <a:xfrm>
                <a:off x="7699710" y="6153970"/>
                <a:ext cx="100343" cy="79760"/>
              </a:xfrm>
              <a:custGeom>
                <a:avLst/>
                <a:gdLst>
                  <a:gd name="T0" fmla="*/ 33 w 33"/>
                  <a:gd name="T1" fmla="*/ 26 h 26"/>
                  <a:gd name="T2" fmla="*/ 29 w 33"/>
                  <a:gd name="T3" fmla="*/ 26 h 26"/>
                  <a:gd name="T4" fmla="*/ 29 w 33"/>
                  <a:gd name="T5" fmla="*/ 9 h 26"/>
                  <a:gd name="T6" fmla="*/ 24 w 33"/>
                  <a:gd name="T7" fmla="*/ 3 h 26"/>
                  <a:gd name="T8" fmla="*/ 19 w 33"/>
                  <a:gd name="T9" fmla="*/ 12 h 26"/>
                  <a:gd name="T10" fmla="*/ 19 w 33"/>
                  <a:gd name="T11" fmla="*/ 26 h 26"/>
                  <a:gd name="T12" fmla="*/ 15 w 33"/>
                  <a:gd name="T13" fmla="*/ 26 h 26"/>
                  <a:gd name="T14" fmla="*/ 15 w 33"/>
                  <a:gd name="T15" fmla="*/ 9 h 26"/>
                  <a:gd name="T16" fmla="*/ 10 w 33"/>
                  <a:gd name="T17" fmla="*/ 3 h 26"/>
                  <a:gd name="T18" fmla="*/ 4 w 33"/>
                  <a:gd name="T19" fmla="*/ 12 h 26"/>
                  <a:gd name="T20" fmla="*/ 4 w 33"/>
                  <a:gd name="T21" fmla="*/ 26 h 26"/>
                  <a:gd name="T22" fmla="*/ 0 w 33"/>
                  <a:gd name="T23" fmla="*/ 26 h 26"/>
                  <a:gd name="T24" fmla="*/ 0 w 33"/>
                  <a:gd name="T25" fmla="*/ 6 h 26"/>
                  <a:gd name="T26" fmla="*/ 0 w 33"/>
                  <a:gd name="T27" fmla="*/ 0 h 26"/>
                  <a:gd name="T28" fmla="*/ 4 w 33"/>
                  <a:gd name="T29" fmla="*/ 0 h 26"/>
                  <a:gd name="T30" fmla="*/ 4 w 33"/>
                  <a:gd name="T31" fmla="*/ 4 h 26"/>
                  <a:gd name="T32" fmla="*/ 11 w 33"/>
                  <a:gd name="T33" fmla="*/ 0 h 26"/>
                  <a:gd name="T34" fmla="*/ 17 w 33"/>
                  <a:gd name="T35" fmla="*/ 5 h 26"/>
                  <a:gd name="T36" fmla="*/ 25 w 33"/>
                  <a:gd name="T37" fmla="*/ 0 h 26"/>
                  <a:gd name="T38" fmla="*/ 33 w 33"/>
                  <a:gd name="T39" fmla="*/ 8 h 26"/>
                  <a:gd name="T40" fmla="*/ 33 w 33"/>
                  <a:gd name="T4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6">
                    <a:moveTo>
                      <a:pt x="33" y="26"/>
                    </a:move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5"/>
                      <a:pt x="28" y="3"/>
                      <a:pt x="24" y="3"/>
                    </a:cubicBezTo>
                    <a:cubicBezTo>
                      <a:pt x="20" y="3"/>
                      <a:pt x="19" y="8"/>
                      <a:pt x="19" y="1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5"/>
                      <a:pt x="13" y="3"/>
                      <a:pt x="10" y="3"/>
                    </a:cubicBezTo>
                    <a:cubicBezTo>
                      <a:pt x="6" y="3"/>
                      <a:pt x="4" y="8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9" name="Freeform 542"/>
              <p:cNvSpPr>
                <a:spLocks/>
              </p:cNvSpPr>
              <p:nvPr userDrawn="1"/>
            </p:nvSpPr>
            <p:spPr bwMode="auto">
              <a:xfrm>
                <a:off x="7815490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0" name="Freeform 543"/>
              <p:cNvSpPr>
                <a:spLocks/>
              </p:cNvSpPr>
              <p:nvPr userDrawn="1"/>
            </p:nvSpPr>
            <p:spPr bwMode="auto">
              <a:xfrm>
                <a:off x="7882386" y="6153970"/>
                <a:ext cx="60464" cy="83620"/>
              </a:xfrm>
              <a:custGeom>
                <a:avLst/>
                <a:gdLst>
                  <a:gd name="T0" fmla="*/ 16 w 20"/>
                  <a:gd name="T1" fmla="*/ 26 h 27"/>
                  <a:gd name="T2" fmla="*/ 16 w 20"/>
                  <a:gd name="T3" fmla="*/ 22 h 27"/>
                  <a:gd name="T4" fmla="*/ 9 w 20"/>
                  <a:gd name="T5" fmla="*/ 27 h 27"/>
                  <a:gd name="T6" fmla="*/ 0 w 20"/>
                  <a:gd name="T7" fmla="*/ 17 h 27"/>
                  <a:gd name="T8" fmla="*/ 0 w 20"/>
                  <a:gd name="T9" fmla="*/ 0 h 27"/>
                  <a:gd name="T10" fmla="*/ 4 w 20"/>
                  <a:gd name="T11" fmla="*/ 0 h 27"/>
                  <a:gd name="T12" fmla="*/ 4 w 20"/>
                  <a:gd name="T13" fmla="*/ 16 h 27"/>
                  <a:gd name="T14" fmla="*/ 9 w 20"/>
                  <a:gd name="T15" fmla="*/ 23 h 27"/>
                  <a:gd name="T16" fmla="*/ 16 w 20"/>
                  <a:gd name="T17" fmla="*/ 15 h 27"/>
                  <a:gd name="T18" fmla="*/ 16 w 20"/>
                  <a:gd name="T19" fmla="*/ 0 h 27"/>
                  <a:gd name="T20" fmla="*/ 20 w 20"/>
                  <a:gd name="T21" fmla="*/ 0 h 27"/>
                  <a:gd name="T22" fmla="*/ 20 w 20"/>
                  <a:gd name="T23" fmla="*/ 20 h 27"/>
                  <a:gd name="T24" fmla="*/ 20 w 20"/>
                  <a:gd name="T25" fmla="*/ 26 h 27"/>
                  <a:gd name="T26" fmla="*/ 16 w 20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0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Freeform 544"/>
              <p:cNvSpPr>
                <a:spLocks/>
              </p:cNvSpPr>
              <p:nvPr userDrawn="1"/>
            </p:nvSpPr>
            <p:spPr bwMode="auto">
              <a:xfrm>
                <a:off x="7963432" y="6153970"/>
                <a:ext cx="61750" cy="79760"/>
              </a:xfrm>
              <a:custGeom>
                <a:avLst/>
                <a:gdLst>
                  <a:gd name="T0" fmla="*/ 20 w 20"/>
                  <a:gd name="T1" fmla="*/ 26 h 26"/>
                  <a:gd name="T2" fmla="*/ 16 w 20"/>
                  <a:gd name="T3" fmla="*/ 26 h 26"/>
                  <a:gd name="T4" fmla="*/ 16 w 20"/>
                  <a:gd name="T5" fmla="*/ 10 h 26"/>
                  <a:gd name="T6" fmla="*/ 11 w 20"/>
                  <a:gd name="T7" fmla="*/ 3 h 26"/>
                  <a:gd name="T8" fmla="*/ 4 w 20"/>
                  <a:gd name="T9" fmla="*/ 12 h 26"/>
                  <a:gd name="T10" fmla="*/ 4 w 20"/>
                  <a:gd name="T11" fmla="*/ 26 h 26"/>
                  <a:gd name="T12" fmla="*/ 0 w 20"/>
                  <a:gd name="T13" fmla="*/ 26 h 26"/>
                  <a:gd name="T14" fmla="*/ 0 w 20"/>
                  <a:gd name="T15" fmla="*/ 6 h 26"/>
                  <a:gd name="T16" fmla="*/ 0 w 20"/>
                  <a:gd name="T17" fmla="*/ 0 h 26"/>
                  <a:gd name="T18" fmla="*/ 3 w 20"/>
                  <a:gd name="T19" fmla="*/ 0 h 26"/>
                  <a:gd name="T20" fmla="*/ 3 w 20"/>
                  <a:gd name="T21" fmla="*/ 4 h 26"/>
                  <a:gd name="T22" fmla="*/ 11 w 20"/>
                  <a:gd name="T23" fmla="*/ 0 h 26"/>
                  <a:gd name="T24" fmla="*/ 20 w 20"/>
                  <a:gd name="T25" fmla="*/ 9 h 26"/>
                  <a:gd name="T26" fmla="*/ 20 w 20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6">
                    <a:moveTo>
                      <a:pt x="20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9"/>
                    </a:cubicBezTo>
                    <a:lnTo>
                      <a:pt x="20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Freeform 545"/>
              <p:cNvSpPr>
                <a:spLocks noEditPoints="1"/>
              </p:cNvSpPr>
              <p:nvPr userDrawn="1"/>
            </p:nvSpPr>
            <p:spPr bwMode="auto">
              <a:xfrm>
                <a:off x="8039333" y="6153970"/>
                <a:ext cx="66895" cy="110635"/>
              </a:xfrm>
              <a:custGeom>
                <a:avLst/>
                <a:gdLst>
                  <a:gd name="T0" fmla="*/ 22 w 22"/>
                  <a:gd name="T1" fmla="*/ 0 h 36"/>
                  <a:gd name="T2" fmla="*/ 22 w 22"/>
                  <a:gd name="T3" fmla="*/ 21 h 36"/>
                  <a:gd name="T4" fmla="*/ 10 w 22"/>
                  <a:gd name="T5" fmla="*/ 36 h 36"/>
                  <a:gd name="T6" fmla="*/ 2 w 22"/>
                  <a:gd name="T7" fmla="*/ 35 h 36"/>
                  <a:gd name="T8" fmla="*/ 2 w 22"/>
                  <a:gd name="T9" fmla="*/ 31 h 36"/>
                  <a:gd name="T10" fmla="*/ 10 w 22"/>
                  <a:gd name="T11" fmla="*/ 33 h 36"/>
                  <a:gd name="T12" fmla="*/ 18 w 22"/>
                  <a:gd name="T13" fmla="*/ 21 h 36"/>
                  <a:gd name="T14" fmla="*/ 11 w 22"/>
                  <a:gd name="T15" fmla="*/ 25 h 36"/>
                  <a:gd name="T16" fmla="*/ 0 w 22"/>
                  <a:gd name="T17" fmla="*/ 12 h 36"/>
                  <a:gd name="T18" fmla="*/ 11 w 22"/>
                  <a:gd name="T19" fmla="*/ 0 h 36"/>
                  <a:gd name="T20" fmla="*/ 18 w 22"/>
                  <a:gd name="T21" fmla="*/ 3 h 36"/>
                  <a:gd name="T22" fmla="*/ 18 w 22"/>
                  <a:gd name="T23" fmla="*/ 0 h 36"/>
                  <a:gd name="T24" fmla="*/ 22 w 22"/>
                  <a:gd name="T25" fmla="*/ 0 h 36"/>
                  <a:gd name="T26" fmla="*/ 11 w 22"/>
                  <a:gd name="T27" fmla="*/ 3 h 36"/>
                  <a:gd name="T28" fmla="*/ 4 w 22"/>
                  <a:gd name="T29" fmla="*/ 12 h 36"/>
                  <a:gd name="T30" fmla="*/ 11 w 22"/>
                  <a:gd name="T31" fmla="*/ 21 h 36"/>
                  <a:gd name="T32" fmla="*/ 18 w 22"/>
                  <a:gd name="T33" fmla="*/ 12 h 36"/>
                  <a:gd name="T34" fmla="*/ 11 w 22"/>
                  <a:gd name="T35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6">
                    <a:moveTo>
                      <a:pt x="22" y="0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31"/>
                      <a:pt x="18" y="36"/>
                      <a:pt x="10" y="36"/>
                    </a:cubicBezTo>
                    <a:cubicBezTo>
                      <a:pt x="7" y="36"/>
                      <a:pt x="4" y="36"/>
                      <a:pt x="2" y="35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5" y="32"/>
                      <a:pt x="7" y="33"/>
                      <a:pt x="10" y="33"/>
                    </a:cubicBezTo>
                    <a:cubicBezTo>
                      <a:pt x="15" y="33"/>
                      <a:pt x="18" y="30"/>
                      <a:pt x="18" y="21"/>
                    </a:cubicBezTo>
                    <a:cubicBezTo>
                      <a:pt x="17" y="24"/>
                      <a:pt x="14" y="25"/>
                      <a:pt x="11" y="25"/>
                    </a:cubicBezTo>
                    <a:cubicBezTo>
                      <a:pt x="4" y="25"/>
                      <a:pt x="0" y="19"/>
                      <a:pt x="0" y="12"/>
                    </a:cubicBezTo>
                    <a:cubicBezTo>
                      <a:pt x="0" y="5"/>
                      <a:pt x="3" y="0"/>
                      <a:pt x="11" y="0"/>
                    </a:cubicBezTo>
                    <a:cubicBezTo>
                      <a:pt x="13" y="0"/>
                      <a:pt x="16" y="1"/>
                      <a:pt x="18" y="3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22" y="0"/>
                    </a:lnTo>
                    <a:close/>
                    <a:moveTo>
                      <a:pt x="11" y="3"/>
                    </a:moveTo>
                    <a:cubicBezTo>
                      <a:pt x="6" y="3"/>
                      <a:pt x="4" y="6"/>
                      <a:pt x="4" y="12"/>
                    </a:cubicBezTo>
                    <a:cubicBezTo>
                      <a:pt x="4" y="18"/>
                      <a:pt x="6" y="21"/>
                      <a:pt x="11" y="21"/>
                    </a:cubicBezTo>
                    <a:cubicBezTo>
                      <a:pt x="16" y="21"/>
                      <a:pt x="18" y="17"/>
                      <a:pt x="18" y="12"/>
                    </a:cubicBezTo>
                    <a:cubicBezTo>
                      <a:pt x="18" y="6"/>
                      <a:pt x="15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Freeform 546"/>
              <p:cNvSpPr>
                <a:spLocks/>
              </p:cNvSpPr>
              <p:nvPr userDrawn="1"/>
            </p:nvSpPr>
            <p:spPr bwMode="auto">
              <a:xfrm>
                <a:off x="8164118" y="6123096"/>
                <a:ext cx="54031" cy="110635"/>
              </a:xfrm>
              <a:custGeom>
                <a:avLst/>
                <a:gdLst>
                  <a:gd name="T0" fmla="*/ 42 w 42"/>
                  <a:gd name="T1" fmla="*/ 86 h 86"/>
                  <a:gd name="T2" fmla="*/ 0 w 42"/>
                  <a:gd name="T3" fmla="*/ 86 h 86"/>
                  <a:gd name="T4" fmla="*/ 0 w 42"/>
                  <a:gd name="T5" fmla="*/ 0 h 86"/>
                  <a:gd name="T6" fmla="*/ 42 w 42"/>
                  <a:gd name="T7" fmla="*/ 0 h 86"/>
                  <a:gd name="T8" fmla="*/ 42 w 42"/>
                  <a:gd name="T9" fmla="*/ 9 h 86"/>
                  <a:gd name="T10" fmla="*/ 12 w 42"/>
                  <a:gd name="T11" fmla="*/ 9 h 86"/>
                  <a:gd name="T12" fmla="*/ 12 w 42"/>
                  <a:gd name="T13" fmla="*/ 38 h 86"/>
                  <a:gd name="T14" fmla="*/ 40 w 42"/>
                  <a:gd name="T15" fmla="*/ 38 h 86"/>
                  <a:gd name="T16" fmla="*/ 40 w 42"/>
                  <a:gd name="T17" fmla="*/ 48 h 86"/>
                  <a:gd name="T18" fmla="*/ 12 w 42"/>
                  <a:gd name="T19" fmla="*/ 48 h 86"/>
                  <a:gd name="T20" fmla="*/ 12 w 42"/>
                  <a:gd name="T21" fmla="*/ 77 h 86"/>
                  <a:gd name="T22" fmla="*/ 42 w 42"/>
                  <a:gd name="T23" fmla="*/ 77 h 86"/>
                  <a:gd name="T24" fmla="*/ 42 w 42"/>
                  <a:gd name="T25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6">
                    <a:moveTo>
                      <a:pt x="42" y="86"/>
                    </a:moveTo>
                    <a:lnTo>
                      <a:pt x="0" y="86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9"/>
                    </a:lnTo>
                    <a:lnTo>
                      <a:pt x="12" y="9"/>
                    </a:lnTo>
                    <a:lnTo>
                      <a:pt x="12" y="38"/>
                    </a:lnTo>
                    <a:lnTo>
                      <a:pt x="40" y="38"/>
                    </a:lnTo>
                    <a:lnTo>
                      <a:pt x="40" y="48"/>
                    </a:lnTo>
                    <a:lnTo>
                      <a:pt x="12" y="48"/>
                    </a:lnTo>
                    <a:lnTo>
                      <a:pt x="12" y="77"/>
                    </a:lnTo>
                    <a:lnTo>
                      <a:pt x="42" y="77"/>
                    </a:lnTo>
                    <a:lnTo>
                      <a:pt x="42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Rectangle 547"/>
              <p:cNvSpPr>
                <a:spLocks noChangeArrowheads="1"/>
              </p:cNvSpPr>
              <p:nvPr userDrawn="1"/>
            </p:nvSpPr>
            <p:spPr bwMode="auto">
              <a:xfrm>
                <a:off x="8236159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Freeform 548"/>
              <p:cNvSpPr>
                <a:spLocks noEditPoints="1"/>
              </p:cNvSpPr>
              <p:nvPr userDrawn="1"/>
            </p:nvSpPr>
            <p:spPr bwMode="auto">
              <a:xfrm>
                <a:off x="8267034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Freeform 549"/>
              <p:cNvSpPr>
                <a:spLocks/>
              </p:cNvSpPr>
              <p:nvPr userDrawn="1"/>
            </p:nvSpPr>
            <p:spPr bwMode="auto">
              <a:xfrm>
                <a:off x="8340362" y="6153970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3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3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Freeform 550"/>
              <p:cNvSpPr>
                <a:spLocks/>
              </p:cNvSpPr>
              <p:nvPr userDrawn="1"/>
            </p:nvSpPr>
            <p:spPr bwMode="auto">
              <a:xfrm>
                <a:off x="8403397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9 w 15"/>
                  <a:gd name="T17" fmla="*/ 0 h 35"/>
                  <a:gd name="T18" fmla="*/ 9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7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0"/>
                      <a:pt x="10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Freeform 551"/>
              <p:cNvSpPr>
                <a:spLocks/>
              </p:cNvSpPr>
              <p:nvPr userDrawn="1"/>
            </p:nvSpPr>
            <p:spPr bwMode="auto">
              <a:xfrm>
                <a:off x="8461288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Freeform 552"/>
              <p:cNvSpPr>
                <a:spLocks noEditPoints="1"/>
              </p:cNvSpPr>
              <p:nvPr userDrawn="1"/>
            </p:nvSpPr>
            <p:spPr bwMode="auto">
              <a:xfrm>
                <a:off x="8506313" y="6153970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3 h 27"/>
                  <a:gd name="T4" fmla="*/ 11 w 23"/>
                  <a:gd name="T5" fmla="*/ 27 h 27"/>
                  <a:gd name="T6" fmla="*/ 0 w 23"/>
                  <a:gd name="T7" fmla="*/ 13 h 27"/>
                  <a:gd name="T8" fmla="*/ 11 w 23"/>
                  <a:gd name="T9" fmla="*/ 0 h 27"/>
                  <a:gd name="T10" fmla="*/ 11 w 23"/>
                  <a:gd name="T11" fmla="*/ 3 h 27"/>
                  <a:gd name="T12" fmla="*/ 4 w 23"/>
                  <a:gd name="T13" fmla="*/ 13 h 27"/>
                  <a:gd name="T14" fmla="*/ 11 w 23"/>
                  <a:gd name="T15" fmla="*/ 23 h 27"/>
                  <a:gd name="T16" fmla="*/ 19 w 23"/>
                  <a:gd name="T17" fmla="*/ 13 h 27"/>
                  <a:gd name="T18" fmla="*/ 11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3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Freeform 553"/>
              <p:cNvSpPr>
                <a:spLocks/>
              </p:cNvSpPr>
              <p:nvPr userDrawn="1"/>
            </p:nvSpPr>
            <p:spPr bwMode="auto">
              <a:xfrm>
                <a:off x="8588646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Freeform 554"/>
              <p:cNvSpPr>
                <a:spLocks noEditPoints="1"/>
              </p:cNvSpPr>
              <p:nvPr userDrawn="1"/>
            </p:nvSpPr>
            <p:spPr bwMode="auto">
              <a:xfrm>
                <a:off x="8673552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2" name="Freeform 555"/>
              <p:cNvSpPr>
                <a:spLocks/>
              </p:cNvSpPr>
              <p:nvPr userDrawn="1"/>
            </p:nvSpPr>
            <p:spPr bwMode="auto">
              <a:xfrm>
                <a:off x="8703141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8 w 19"/>
                  <a:gd name="T9" fmla="*/ 1 h 27"/>
                  <a:gd name="T10" fmla="*/ 18 w 19"/>
                  <a:gd name="T11" fmla="*/ 4 h 27"/>
                  <a:gd name="T12" fmla="*/ 12 w 19"/>
                  <a:gd name="T13" fmla="*/ 3 h 27"/>
                  <a:gd name="T14" fmla="*/ 4 w 19"/>
                  <a:gd name="T15" fmla="*/ 13 h 27"/>
                  <a:gd name="T16" fmla="*/ 12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5" y="0"/>
                      <a:pt x="16" y="0"/>
                      <a:pt x="18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3" name="Freeform 556"/>
              <p:cNvSpPr>
                <a:spLocks/>
              </p:cNvSpPr>
              <p:nvPr userDrawn="1"/>
            </p:nvSpPr>
            <p:spPr bwMode="auto">
              <a:xfrm>
                <a:off x="8770036" y="6153970"/>
                <a:ext cx="48885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4" name="Rectangle 557"/>
              <p:cNvSpPr>
                <a:spLocks noChangeArrowheads="1"/>
              </p:cNvSpPr>
              <p:nvPr userDrawn="1"/>
            </p:nvSpPr>
            <p:spPr bwMode="auto">
              <a:xfrm>
                <a:off x="8836931" y="6228584"/>
                <a:ext cx="18010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87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78" y="5005162"/>
            <a:ext cx="1269578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6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harp Sans Medium" pitchFamily="2" charset="0"/>
                <a:ea typeface="SamsungOneKorean 700" panose="020B0803030303020204" pitchFamily="50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Month, year</a:t>
            </a:r>
          </a:p>
        </p:txBody>
      </p:sp>
      <p:sp>
        <p:nvSpPr>
          <p:cNvPr id="288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278" y="5334424"/>
            <a:ext cx="2701060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harp Sans Bold" pitchFamily="2" charset="0"/>
                <a:ea typeface="SamsungOneKorean 700" panose="020B0803030303020204" pitchFamily="50" charset="-127"/>
                <a:cs typeface="Samsung Sharp Sans Bold" pitchFamily="2" charset="0"/>
              </a:defRPr>
            </a:lvl1pPr>
          </a:lstStyle>
          <a:p>
            <a:pPr lvl="0"/>
            <a:r>
              <a:rPr kumimoji="1" lang="en-US" altLang="ja-JP" dirty="0"/>
              <a:t>Digital Marketing Group</a:t>
            </a:r>
          </a:p>
        </p:txBody>
      </p:sp>
      <p:sp>
        <p:nvSpPr>
          <p:cNvPr id="291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278" y="3392996"/>
            <a:ext cx="1128571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Samsung Sharp Sans Medium" pitchFamily="2" charset="0"/>
                <a:ea typeface="SamsungOneKorean 700" panose="020B0803030303020204" pitchFamily="50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Type of document (Max. two lines)</a:t>
            </a:r>
          </a:p>
        </p:txBody>
      </p:sp>
    </p:spTree>
    <p:extLst>
      <p:ext uri="{BB962C8B-B14F-4D97-AF65-F5344CB8AC3E}">
        <p14:creationId xmlns:p14="http://schemas.microsoft.com/office/powerpoint/2010/main" val="54545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32">
          <p15:clr>
            <a:srgbClr val="F26B43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text_v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1429516"/>
            <a:endParaRPr lang="ja-JP" altLang="en-US" sz="2800" dirty="0">
              <a:solidFill>
                <a:srgbClr val="000000"/>
              </a:solidFill>
            </a:endParaRP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39CF8796-A20F-4CF0-BA17-55CBE37664AB}"/>
              </a:ext>
            </a:extLst>
          </p:cNvPr>
          <p:cNvSpPr txBox="1">
            <a:spLocks/>
          </p:cNvSpPr>
          <p:nvPr userDrawn="1"/>
        </p:nvSpPr>
        <p:spPr>
          <a:xfrm>
            <a:off x="11551029" y="6573671"/>
            <a:ext cx="125034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Samsung Sharp Sans Bold" pitchFamily="2" charset="0"/>
              </a:rPr>
              <a:pPr algn="r"/>
              <a:t>‹#›</a:t>
            </a:fld>
            <a:endParaRPr lang="en-US" sz="750" b="0" dirty="0">
              <a:solidFill>
                <a:srgbClr val="000000">
                  <a:lumMod val="50000"/>
                  <a:lumOff val="50000"/>
                </a:srgb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289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4134">
          <p15:clr>
            <a:srgbClr val="F26B43"/>
          </p15:clr>
        </p15:guide>
        <p15:guide id="4" orient="horz" pos="232">
          <p15:clr>
            <a:srgbClr val="F26B43"/>
          </p15:clr>
        </p15:guide>
        <p15:guide id="5" orient="horz" pos="4042">
          <p15:clr>
            <a:srgbClr val="FBAE40"/>
          </p15:clr>
        </p15:guide>
        <p15:guide id="6" orient="horz" pos="528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DB50D-660B-C876-7848-AFF73E9C43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540" y="277200"/>
            <a:ext cx="11298548" cy="522000"/>
          </a:xfrm>
        </p:spPr>
        <p:txBody>
          <a:bodyPr tIns="90000" bIns="0" anchor="t"/>
          <a:lstStyle>
            <a:lvl1pPr>
              <a:defRPr kumimoji="0" lang="ko-KR" altLang="en-US" sz="2800" b="0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-700" panose="020B0803030303020204"/>
                <a:ea typeface="SamsungOne-700" panose="020B0803030303020204" pitchFamily="34" charset="0"/>
                <a:cs typeface="+mn-cs"/>
              </a:defRPr>
            </a:lvl1pPr>
          </a:lstStyle>
          <a:p>
            <a:pPr marL="0" marR="0" lvl="0" indent="0" defTabSz="685594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tabLst/>
            </a:pPr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5BC83-1199-A34C-411B-003DD379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9677" y="6379968"/>
            <a:ext cx="452120" cy="365125"/>
          </a:xfrm>
        </p:spPr>
        <p:txBody>
          <a:bodyPr lIns="0" tIns="0" rIns="0" bIns="0"/>
          <a:lstStyle>
            <a:lvl1pPr algn="r">
              <a:defRPr sz="900">
                <a:latin typeface="SamsungOne-400C" panose="020B0506030303020204" pitchFamily="34" charset="0"/>
              </a:defRPr>
            </a:lvl1pPr>
          </a:lstStyle>
          <a:p>
            <a:fld id="{C58C79CB-A4EA-4CBF-AB18-D1F07E4295B5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4750CF2-AC2E-D6B4-A0AF-AA337456D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159" y="155595"/>
            <a:ext cx="585097" cy="104755"/>
          </a:xfrm>
          <a:noFill/>
        </p:spPr>
        <p:txBody>
          <a:bodyPr wrap="none" lIns="90000" tIns="0" rIns="0" bIns="0" rtlCol="0">
            <a:noAutofit/>
          </a:bodyPr>
          <a:lstStyle>
            <a:lvl1pPr marL="0" indent="0">
              <a:buNone/>
              <a:defRPr lang="ko-KR" altLang="en-US" sz="900" smtClean="0">
                <a:solidFill>
                  <a:schemeClr val="bg1">
                    <a:lumMod val="65000"/>
                  </a:schemeClr>
                </a:solidFill>
                <a:latin typeface="SamsungOne-700C" panose="020B0806030303020204" pitchFamily="34" charset="0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en-US" altLang="ko-KR"/>
              <a:t>breadcrumb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910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279">
          <p15:clr>
            <a:srgbClr val="FBAE40"/>
          </p15:clr>
        </p15:guide>
        <p15:guide id="5" orient="horz" pos="504">
          <p15:clr>
            <a:srgbClr val="FBAE40"/>
          </p15:clr>
        </p15:guide>
        <p15:guide id="6" orient="horz" pos="164">
          <p15:clr>
            <a:srgbClr val="FBAE40"/>
          </p15:clr>
        </p15:guide>
        <p15:guide id="7" orient="horz" pos="96">
          <p15:clr>
            <a:srgbClr val="FBAE40"/>
          </p15:clr>
        </p15:guide>
        <p15:guide id="8" orient="horz" pos="4088">
          <p15:clr>
            <a:srgbClr val="FBAE40"/>
          </p15:clr>
        </p15:guide>
        <p15:guide id="9" orient="horz" pos="1298">
          <p15:clr>
            <a:srgbClr val="FBAE40"/>
          </p15:clr>
        </p15:guide>
        <p15:guide id="10" orient="horz" pos="709">
          <p15:clr>
            <a:srgbClr val="547EBF"/>
          </p15:clr>
        </p15:guide>
        <p15:guide id="11" orient="horz" pos="1570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0" y="660401"/>
            <a:ext cx="12192000" cy="530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텍스트 개체 틀 2"/>
          <p:cNvSpPr>
            <a:spLocks noGrp="1"/>
          </p:cNvSpPr>
          <p:nvPr>
            <p:ph idx="1"/>
          </p:nvPr>
        </p:nvSpPr>
        <p:spPr>
          <a:xfrm>
            <a:off x="3005667" y="282222"/>
            <a:ext cx="6180666" cy="279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25672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51">
          <p15:clr>
            <a:srgbClr val="FBAE40"/>
          </p15:clr>
        </p15:guide>
        <p15:guide id="4" pos="1890">
          <p15:clr>
            <a:srgbClr val="FBAE40"/>
          </p15:clr>
        </p15:guide>
        <p15:guide id="5" pos="579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ags" Target="../tags/tag6.xml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ags" Target="../tags/tag1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ags" Target="../tags/tag16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oleObject" Target="../embeddings/oleObject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09" imgH="278" progId="TCLayout.ActiveDocument.1">
                  <p:embed/>
                </p:oleObj>
              </mc:Choice>
              <mc:Fallback>
                <p:oleObj name="think-cell Slide" r:id="rId13" imgW="309" imgH="278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40676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  <p:sldLayoutId id="2147483692" r:id="rId5"/>
    <p:sldLayoutId id="2147483702" r:id="rId6"/>
    <p:sldLayoutId id="2147483703" r:id="rId7"/>
    <p:sldLayoutId id="2147483704" r:id="rId8"/>
    <p:sldLayoutId id="2147483673" r:id="rId9"/>
    <p:sldLayoutId id="214748367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667" b="1" i="0" u="none" strike="noStrike" cap="none">
          <a:solidFill>
            <a:srgbClr val="000000"/>
          </a:solidFill>
          <a:latin typeface="+mj-lt"/>
          <a:ea typeface="+mn-ea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chemeClr val="tx1"/>
          </a:solidFill>
          <a:latin typeface="+mj-lt"/>
          <a:ea typeface="+mn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09" imgH="278" progId="TCLayout.ActiveDocument.1">
                  <p:embed/>
                </p:oleObj>
              </mc:Choice>
              <mc:Fallback>
                <p:oleObj name="think-cell Slide" r:id="rId12" imgW="309" imgH="278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082133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0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9" r:id="rId8"/>
    <p:sldLayoutId id="214748373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667" b="1" i="0" u="none" strike="noStrike" cap="none">
          <a:solidFill>
            <a:srgbClr val="000000"/>
          </a:solidFill>
          <a:latin typeface="+mj-lt"/>
          <a:ea typeface="+mn-ea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chemeClr val="tx1"/>
          </a:solidFill>
          <a:latin typeface="+mj-lt"/>
          <a:ea typeface="+mn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09" imgH="278" progId="TCLayout.ActiveDocument.1">
                  <p:embed/>
                </p:oleObj>
              </mc:Choice>
              <mc:Fallback>
                <p:oleObj name="think-cell Slide" r:id="rId13" imgW="309" imgH="278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7106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2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2" r:id="rId9"/>
    <p:sldLayoutId id="214748374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667" b="1" i="0" u="none" strike="noStrike" cap="none">
          <a:solidFill>
            <a:srgbClr val="000000"/>
          </a:solidFill>
          <a:latin typeface="+mj-lt"/>
          <a:ea typeface="+mn-ea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chemeClr val="tx1"/>
          </a:solidFill>
          <a:latin typeface="+mj-lt"/>
          <a:ea typeface="+mn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09" imgH="278" progId="TCLayout.ActiveDocument.1">
                  <p:embed/>
                </p:oleObj>
              </mc:Choice>
              <mc:Fallback>
                <p:oleObj name="think-cell Slide" r:id="rId14" imgW="309" imgH="278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54173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10" r:id="rId10"/>
    <p:sldLayoutId id="214748381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667" b="1" i="0" u="none" strike="noStrike" cap="none">
          <a:solidFill>
            <a:srgbClr val="000000"/>
          </a:solidFill>
          <a:latin typeface="+mj-lt"/>
          <a:ea typeface="+mn-ea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chemeClr val="tx1"/>
          </a:solidFill>
          <a:latin typeface="+mj-lt"/>
          <a:ea typeface="+mn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1351665" y="-196163"/>
            <a:ext cx="989115" cy="196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75" baseline="0" dirty="0">
                <a:solidFill>
                  <a:schemeClr val="bg1">
                    <a:lumMod val="50000"/>
                  </a:schemeClr>
                </a:solidFill>
                <a:latin typeface="Samsung Sharp Sans Regular" pitchFamily="2" charset="0"/>
                <a:ea typeface="Samsung Sharp Sans Regular" pitchFamily="2" charset="0"/>
                <a:cs typeface="Samsung Sharp Sans Regular" pitchFamily="2" charset="0"/>
              </a:rPr>
              <a:t> </a:t>
            </a:r>
            <a:r>
              <a:rPr lang="en-US" altLang="ko-KR" sz="675" baseline="0" dirty="0">
                <a:solidFill>
                  <a:schemeClr val="bg1">
                    <a:lumMod val="50000"/>
                  </a:schemeClr>
                </a:solidFill>
                <a:latin typeface="Samsung Sharp Sans Regular" pitchFamily="2" charset="0"/>
                <a:ea typeface="Samsung Sharp Sans Regular" pitchFamily="2" charset="0"/>
                <a:cs typeface="Samsung Sharp Sans Regular" pitchFamily="2" charset="0"/>
              </a:rPr>
              <a:t>MSG  </a:t>
            </a:r>
            <a:r>
              <a:rPr lang="en-US" altLang="ko-KR" sz="675" dirty="0">
                <a:solidFill>
                  <a:schemeClr val="bg1">
                    <a:lumMod val="50000"/>
                  </a:schemeClr>
                </a:solidFill>
                <a:latin typeface="Samsung Sharp Sans Regular" pitchFamily="2" charset="0"/>
                <a:ea typeface="Samsung Sharp Sans Regular" pitchFamily="2" charset="0"/>
                <a:cs typeface="Samsung Sharp Sans Regular" pitchFamily="2" charset="0"/>
              </a:rPr>
              <a:t>Format v 1.0</a:t>
            </a:r>
            <a:endParaRPr lang="ko-KR" altLang="en-US" sz="675" dirty="0">
              <a:solidFill>
                <a:schemeClr val="bg1">
                  <a:lumMod val="50000"/>
                </a:schemeClr>
              </a:solidFill>
              <a:latin typeface="Samsung Sharp Sans Regular" pitchFamily="2" charset="0"/>
              <a:cs typeface="Samsung Sharp Sans Regular" pitchFamily="2" charset="0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8674100" y="6871806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u="sng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Main Text Font 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Headline :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SamsungOne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 700/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SamungOneKorean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 700  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SamsungOne-400" panose="020B0503030303020204" pitchFamily="34" charset="0"/>
                <a:ea typeface="SamsungOne-400" panose="020B0503030303020204" pitchFamily="34" charset="0"/>
              </a:rPr>
              <a:t>Sub text: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  <a:latin typeface="SamsungOne-400" panose="020B0503030303020204" pitchFamily="34" charset="0"/>
                <a:ea typeface="SamsungOne-400" panose="020B0503030303020204" pitchFamily="34" charset="0"/>
              </a:rPr>
              <a:t>SamsungOne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SamsungOne-400" panose="020B0503030303020204" pitchFamily="34" charset="0"/>
                <a:ea typeface="SamsungOne-400" panose="020B0503030303020204" pitchFamily="34" charset="0"/>
              </a:rPr>
              <a:t> 400/ SamsungOneKorean400 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SamsungOne-400" panose="020B0503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092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</p:sldLayoutIdLst>
  <p:hf hdr="0" dt="0"/>
  <p:txStyles>
    <p:titleStyle>
      <a:lvl1pPr marL="0" indent="0" algn="ctr" defTabSz="685594" rtl="0" eaLnBrk="1" latinLnBrk="1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2099" b="1" kern="1200" spc="-45" baseline="0">
          <a:ln>
            <a:solidFill>
              <a:schemeClr val="accent1">
                <a:alpha val="0"/>
              </a:schemeClr>
            </a:solidFill>
          </a:ln>
          <a:solidFill>
            <a:srgbClr val="FBFFFB"/>
          </a:solidFill>
          <a:latin typeface="+mj-lt"/>
          <a:ea typeface="+mj-ea"/>
          <a:cs typeface="+mj-cs"/>
        </a:defRPr>
      </a:lvl1pPr>
    </p:titleStyle>
    <p:bodyStyle>
      <a:lvl1pPr marL="0" indent="0" algn="ctr" defTabSz="685594" rtl="0" eaLnBrk="1" latinLnBrk="1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350" b="0" kern="1200" spc="-45" baseline="0">
          <a:ln>
            <a:solidFill>
              <a:schemeClr val="accent1">
                <a:alpha val="0"/>
              </a:schemeClr>
            </a:solidFill>
          </a:ln>
          <a:solidFill>
            <a:srgbClr val="FBFFFB"/>
          </a:solidFill>
          <a:latin typeface="+mn-lt"/>
          <a:ea typeface="+mn-ea"/>
          <a:cs typeface="+mn-cs"/>
        </a:defRPr>
      </a:lvl1pPr>
      <a:lvl2pPr marL="0" indent="0" algn="ctr" defTabSz="685594" rtl="0" eaLnBrk="1" latinLnBrk="1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350" b="0" kern="1200" spc="-45" baseline="0">
          <a:ln>
            <a:solidFill>
              <a:schemeClr val="accent1">
                <a:alpha val="0"/>
              </a:schemeClr>
            </a:solidFill>
          </a:ln>
          <a:solidFill>
            <a:srgbClr val="FBFFFB"/>
          </a:solidFill>
          <a:latin typeface="+mn-lt"/>
          <a:ea typeface="+mn-ea"/>
          <a:cs typeface="+mn-cs"/>
        </a:defRPr>
      </a:lvl2pPr>
      <a:lvl3pPr marL="0" indent="0" algn="ctr" defTabSz="685594" rtl="0" eaLnBrk="1" latinLnBrk="1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350" b="0" kern="1200" spc="-45" baseline="0">
          <a:ln>
            <a:solidFill>
              <a:schemeClr val="accent1">
                <a:alpha val="0"/>
              </a:schemeClr>
            </a:solidFill>
          </a:ln>
          <a:solidFill>
            <a:srgbClr val="FBFFFB"/>
          </a:solidFill>
          <a:latin typeface="+mn-lt"/>
          <a:ea typeface="+mn-ea"/>
          <a:cs typeface="+mn-cs"/>
        </a:defRPr>
      </a:lvl3pPr>
      <a:lvl4pPr marL="0" indent="0" algn="ctr" defTabSz="685594" rtl="0" eaLnBrk="1" latinLnBrk="1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350" b="0" kern="1200" spc="-45" baseline="0">
          <a:ln>
            <a:solidFill>
              <a:schemeClr val="accent1">
                <a:alpha val="0"/>
              </a:schemeClr>
            </a:solidFill>
          </a:ln>
          <a:solidFill>
            <a:srgbClr val="FBFFFB"/>
          </a:solidFill>
          <a:latin typeface="+mn-lt"/>
          <a:ea typeface="+mn-ea"/>
          <a:cs typeface="+mn-cs"/>
        </a:defRPr>
      </a:lvl4pPr>
      <a:lvl5pPr marL="0" indent="0" algn="ctr" defTabSz="685594" rtl="0" eaLnBrk="1" latinLnBrk="1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350" b="0" kern="1200" spc="-45" baseline="0">
          <a:ln>
            <a:solidFill>
              <a:schemeClr val="accent1">
                <a:alpha val="0"/>
              </a:schemeClr>
            </a:solidFill>
          </a:ln>
          <a:solidFill>
            <a:srgbClr val="FBFFFB"/>
          </a:solidFill>
          <a:latin typeface="+mn-lt"/>
          <a:ea typeface="+mn-ea"/>
          <a:cs typeface="+mn-cs"/>
        </a:defRPr>
      </a:lvl5pPr>
      <a:lvl6pPr marL="1885384" indent="-171399" algn="l" defTabSz="685594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181" indent="-171399" algn="l" defTabSz="685594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0978" indent="-171399" algn="l" defTabSz="685594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3776" indent="-171399" algn="l" defTabSz="685594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797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594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391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189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3986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783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580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377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Samsung SS Head KR Bold" pitchFamily="2" charset="-127"/>
                <a:ea typeface="Samsung SS Head KR Bold" pitchFamily="2" charset="-127"/>
              </a:rPr>
              <a:t>MX GEO Monitoring Report </a:t>
            </a:r>
            <a:r>
              <a:rPr lang="en-US" altLang="ko-KR" sz="1800" dirty="0">
                <a:latin typeface="Samsung SS Head KR Bold" pitchFamily="2" charset="-127"/>
                <a:ea typeface="Samsung SS Head KR Bold" pitchFamily="2" charset="-127"/>
              </a:rPr>
              <a:t>(Apr. ‘26 Data based)</a:t>
            </a:r>
            <a:endParaRPr lang="ko-KR" altLang="en-US" dirty="0">
              <a:latin typeface="Samsung SS Head KR Bold" pitchFamily="2" charset="-127"/>
              <a:ea typeface="Samsung SS Head KR Bold" pitchFamily="2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>
          <a:xfrm>
            <a:off x="444989" y="3055620"/>
            <a:ext cx="11304099" cy="547652"/>
          </a:xfrm>
        </p:spPr>
        <p:txBody>
          <a:bodyPr/>
          <a:lstStyle/>
          <a:p>
            <a:r>
              <a:rPr lang="en-US" altLang="ko-KR" dirty="0">
                <a:latin typeface="Samsung SS Head KR Regular" pitchFamily="2" charset="-127"/>
                <a:ea typeface="Samsung SS Head KR Regular" pitchFamily="2" charset="-127"/>
              </a:rPr>
              <a:t>Galaxy Brand Visibility Status in Gen AI and Insight (Smartphone data only) </a:t>
            </a:r>
            <a:endParaRPr lang="ko-KR" altLang="en-US" dirty="0">
              <a:latin typeface="Samsung SS Head KR Regular" pitchFamily="2" charset="-127"/>
              <a:ea typeface="Samsung SS Head KR Regular" pitchFamily="2" charset="-127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>
                <a:latin typeface="Samsung SS Head KR Regular" pitchFamily="2" charset="-127"/>
                <a:ea typeface="Samsung SS Head KR Regular" pitchFamily="2" charset="-127"/>
              </a:rPr>
              <a:t>May. 2026</a:t>
            </a:r>
            <a:endParaRPr lang="ko-KR" altLang="en-US" dirty="0">
              <a:latin typeface="Samsung SS Head KR Regular" pitchFamily="2" charset="-127"/>
              <a:ea typeface="Samsung SS Head KR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278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/>
            <a:r>
              <a:rPr lang="en-US" altLang="ko-KR" dirty="0">
                <a:latin typeface="Samsung SS Head KR Bold" pitchFamily="2" charset="-127"/>
                <a:ea typeface="Samsung SS Head KR Bold" pitchFamily="2" charset="-127"/>
              </a:rPr>
              <a:t>1. Monthly Summary</a:t>
            </a:r>
            <a:endParaRPr lang="ko-KR" altLang="en-US" dirty="0">
              <a:latin typeface="Samsung SS Head KR Bold" pitchFamily="2" charset="-127"/>
              <a:ea typeface="Samsung SS Head KR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6823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자유형: 도형 87">
            <a:extLst>
              <a:ext uri="{FF2B5EF4-FFF2-40B4-BE49-F238E27FC236}">
                <a16:creationId xmlns:a16="http://schemas.microsoft.com/office/drawing/2014/main" id="{2C73475E-4C3C-4B06-ACE5-B6EF699020A2}"/>
              </a:ext>
            </a:extLst>
          </p:cNvPr>
          <p:cNvSpPr/>
          <p:nvPr/>
        </p:nvSpPr>
        <p:spPr>
          <a:xfrm>
            <a:off x="1674513" y="4371918"/>
            <a:ext cx="344015" cy="492428"/>
          </a:xfrm>
          <a:custGeom>
            <a:avLst/>
            <a:gdLst>
              <a:gd name="connsiteX0" fmla="*/ 0 w 357091"/>
              <a:gd name="connsiteY0" fmla="*/ 360073 h 474966"/>
              <a:gd name="connsiteX1" fmla="*/ 116974 w 357091"/>
              <a:gd name="connsiteY1" fmla="*/ 477047 h 474966"/>
              <a:gd name="connsiteX2" fmla="*/ 360281 w 357091"/>
              <a:gd name="connsiteY2" fmla="*/ 223269 h 474966"/>
              <a:gd name="connsiteX3" fmla="*/ 137012 w 357091"/>
              <a:gd name="connsiteY3" fmla="*/ 0 h 474966"/>
              <a:gd name="connsiteX4" fmla="*/ 35 w 357091"/>
              <a:gd name="connsiteY4" fmla="*/ 360108 h 474966"/>
              <a:gd name="connsiteX0" fmla="*/ 0 w 360281"/>
              <a:gd name="connsiteY0" fmla="*/ 339029 h 456003"/>
              <a:gd name="connsiteX1" fmla="*/ 116974 w 360281"/>
              <a:gd name="connsiteY1" fmla="*/ 456003 h 456003"/>
              <a:gd name="connsiteX2" fmla="*/ 360281 w 360281"/>
              <a:gd name="connsiteY2" fmla="*/ 202225 h 456003"/>
              <a:gd name="connsiteX3" fmla="*/ 157212 w 360281"/>
              <a:gd name="connsiteY3" fmla="*/ 0 h 456003"/>
              <a:gd name="connsiteX4" fmla="*/ 35 w 360281"/>
              <a:gd name="connsiteY4" fmla="*/ 339064 h 456003"/>
              <a:gd name="connsiteX5" fmla="*/ 0 w 360281"/>
              <a:gd name="connsiteY5" fmla="*/ 339029 h 456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0281" h="456003">
                <a:moveTo>
                  <a:pt x="0" y="339029"/>
                </a:moveTo>
                <a:lnTo>
                  <a:pt x="116974" y="456003"/>
                </a:lnTo>
                <a:cubicBezTo>
                  <a:pt x="240014" y="426499"/>
                  <a:pt x="335874" y="327172"/>
                  <a:pt x="360281" y="202225"/>
                </a:cubicBezTo>
                <a:lnTo>
                  <a:pt x="157212" y="0"/>
                </a:lnTo>
                <a:lnTo>
                  <a:pt x="35" y="339064"/>
                </a:lnTo>
                <a:lnTo>
                  <a:pt x="0" y="339029"/>
                </a:lnTo>
                <a:close/>
              </a:path>
            </a:pathLst>
          </a:custGeom>
          <a:gradFill flip="none" rotWithShape="1">
            <a:gsLst>
              <a:gs pos="19000">
                <a:schemeClr val="tx1"/>
              </a:gs>
              <a:gs pos="68000">
                <a:schemeClr val="bg2">
                  <a:lumMod val="75000"/>
                  <a:alpha val="0"/>
                </a:schemeClr>
              </a:gs>
            </a:gsLst>
            <a:lin ang="2700000" scaled="1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1379538" y="4507132"/>
            <a:ext cx="9900000" cy="1663800"/>
            <a:chOff x="1379538" y="4744731"/>
            <a:chExt cx="9588182" cy="1663800"/>
          </a:xfrm>
        </p:grpSpPr>
        <p:sp>
          <p:nvSpPr>
            <p:cNvPr id="91" name="직사각형 90"/>
            <p:cNvSpPr/>
            <p:nvPr/>
          </p:nvSpPr>
          <p:spPr>
            <a:xfrm>
              <a:off x="1379538" y="5049036"/>
              <a:ext cx="9575481" cy="13594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1379538" y="4744731"/>
              <a:ext cx="2484214" cy="302829"/>
              <a:chOff x="1379538" y="4744731"/>
              <a:chExt cx="2484214" cy="302829"/>
            </a:xfrm>
          </p:grpSpPr>
          <p:sp>
            <p:nvSpPr>
              <p:cNvPr id="89" name="한쪽 모서리가 둥근 사각형 88"/>
              <p:cNvSpPr/>
              <p:nvPr/>
            </p:nvSpPr>
            <p:spPr>
              <a:xfrm>
                <a:off x="1379538" y="4744731"/>
                <a:ext cx="2484214" cy="302829"/>
              </a:xfrm>
              <a:prstGeom prst="round1Rect">
                <a:avLst/>
              </a:prstGeom>
              <a:solidFill>
                <a:srgbClr val="02138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  <a:cs typeface="+mn-cs"/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89197780-123A-4BCD-A877-88B711569824}"/>
                  </a:ext>
                </a:extLst>
              </p:cNvPr>
              <p:cNvSpPr/>
              <p:nvPr/>
            </p:nvSpPr>
            <p:spPr>
              <a:xfrm>
                <a:off x="2095739" y="4781672"/>
                <a:ext cx="1382545" cy="23083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913800" rtl="0" eaLnBrk="1" fontAlgn="t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0" normalizeH="0" baseline="0" noProof="0" dirty="0">
                    <a:ln>
                      <a:solidFill>
                        <a:srgbClr val="00000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S Body KR Bold" pitchFamily="2" charset="-127"/>
                    <a:ea typeface="Samsung SS Body KR Bold" pitchFamily="2" charset="-127"/>
                    <a:cs typeface="Samsung Sharp Sans Bold" pitchFamily="2" charset="0"/>
                  </a:rPr>
                  <a:t>Insight &amp; Action</a:t>
                </a:r>
              </a:p>
            </p:txBody>
          </p:sp>
        </p:grpSp>
        <p:grpSp>
          <p:nvGrpSpPr>
            <p:cNvPr id="84" name="그룹 83"/>
            <p:cNvGrpSpPr/>
            <p:nvPr/>
          </p:nvGrpSpPr>
          <p:grpSpPr>
            <a:xfrm>
              <a:off x="10613413" y="5045038"/>
              <a:ext cx="354307" cy="354306"/>
              <a:chOff x="10808258" y="2187268"/>
              <a:chExt cx="329185" cy="329184"/>
            </a:xfrm>
          </p:grpSpPr>
          <p:sp>
            <p:nvSpPr>
              <p:cNvPr id="85" name="직각 삼각형 84"/>
              <p:cNvSpPr/>
              <p:nvPr/>
            </p:nvSpPr>
            <p:spPr>
              <a:xfrm>
                <a:off x="10808259" y="2187268"/>
                <a:ext cx="329184" cy="329184"/>
              </a:xfrm>
              <a:prstGeom prst="rtTriangle">
                <a:avLst/>
              </a:prstGeom>
              <a:solidFill>
                <a:srgbClr val="0213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  <a:cs typeface="+mn-cs"/>
                </a:endParaRPr>
              </a:p>
            </p:txBody>
          </p:sp>
          <p:sp>
            <p:nvSpPr>
              <p:cNvPr id="86" name="직각 삼각형 85"/>
              <p:cNvSpPr/>
              <p:nvPr/>
            </p:nvSpPr>
            <p:spPr>
              <a:xfrm rot="10800000">
                <a:off x="10808258" y="2187268"/>
                <a:ext cx="326587" cy="329184"/>
              </a:xfrm>
              <a:prstGeom prst="rtTriangle">
                <a:avLst/>
              </a:prstGeom>
              <a:solidFill>
                <a:srgbClr val="EFEF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  <a:cs typeface="+mn-cs"/>
                </a:endParaRPr>
              </a:p>
            </p:txBody>
          </p:sp>
        </p:grpSp>
      </p:grpSp>
      <p:cxnSp>
        <p:nvCxnSpPr>
          <p:cNvPr id="14" name="직선 연결선 13"/>
          <p:cNvCxnSpPr/>
          <p:nvPr/>
        </p:nvCxnSpPr>
        <p:spPr>
          <a:xfrm flipV="1">
            <a:off x="515938" y="1705"/>
            <a:ext cx="0" cy="6307615"/>
          </a:xfrm>
          <a:prstGeom prst="line">
            <a:avLst/>
          </a:prstGeom>
          <a:ln w="22225">
            <a:solidFill>
              <a:srgbClr val="0213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1379537" y="1400739"/>
            <a:ext cx="9900000" cy="28327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379538" y="1098792"/>
            <a:ext cx="2484214" cy="302829"/>
            <a:chOff x="1307269" y="1807696"/>
            <a:chExt cx="2484214" cy="302829"/>
          </a:xfrm>
        </p:grpSpPr>
        <p:sp>
          <p:nvSpPr>
            <p:cNvPr id="72" name="한쪽 모서리가 둥근 사각형 71"/>
            <p:cNvSpPr/>
            <p:nvPr/>
          </p:nvSpPr>
          <p:spPr>
            <a:xfrm>
              <a:off x="1307269" y="1807696"/>
              <a:ext cx="2484214" cy="302829"/>
            </a:xfrm>
            <a:prstGeom prst="round1Rect">
              <a:avLst/>
            </a:prstGeom>
            <a:solidFill>
              <a:srgbClr val="0213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89197780-123A-4BCD-A877-88B711569824}"/>
                </a:ext>
              </a:extLst>
            </p:cNvPr>
            <p:cNvSpPr/>
            <p:nvPr/>
          </p:nvSpPr>
          <p:spPr>
            <a:xfrm>
              <a:off x="2023470" y="1844637"/>
              <a:ext cx="1667444" cy="2308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9138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500" b="0" i="0" u="none" strike="noStrike" kern="1200" cap="none" spc="0" normalizeH="0" baseline="0" noProof="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Samsung SS Body KR Bold" pitchFamily="2" charset="-127"/>
                  <a:ea typeface="Samsung SS Body KR Bold" pitchFamily="2" charset="-127"/>
                  <a:cs typeface="Samsung Sharp Sans Bold" pitchFamily="2" charset="0"/>
                </a:rPr>
                <a:t>Monthly Highlight</a:t>
              </a:r>
            </a:p>
          </p:txBody>
        </p:sp>
      </p:grpSp>
      <p:cxnSp>
        <p:nvCxnSpPr>
          <p:cNvPr id="152" name="직선 연결선 151"/>
          <p:cNvCxnSpPr/>
          <p:nvPr/>
        </p:nvCxnSpPr>
        <p:spPr>
          <a:xfrm flipV="1">
            <a:off x="1916152" y="2640528"/>
            <a:ext cx="8519661" cy="51464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8000">
                  <a:srgbClr val="1C44EB"/>
                </a:gs>
                <a:gs pos="71000">
                  <a:srgbClr val="1C44EB"/>
                </a:gs>
                <a:gs pos="100000">
                  <a:schemeClr val="bg1"/>
                </a:gs>
              </a:gsLst>
              <a:lin ang="5400000" scaled="1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/>
          <p:cNvGrpSpPr/>
          <p:nvPr/>
        </p:nvGrpSpPr>
        <p:grpSpPr>
          <a:xfrm>
            <a:off x="1478399" y="1001758"/>
            <a:ext cx="602054" cy="585445"/>
            <a:chOff x="1177119" y="-1320105"/>
            <a:chExt cx="734593" cy="714328"/>
          </a:xfrm>
        </p:grpSpPr>
        <p:sp>
          <p:nvSpPr>
            <p:cNvPr id="78" name="자유형: 도형 31">
              <a:extLst>
                <a:ext uri="{FF2B5EF4-FFF2-40B4-BE49-F238E27FC236}">
                  <a16:creationId xmlns:a16="http://schemas.microsoft.com/office/drawing/2014/main" id="{1BD6838A-1895-4269-A3F4-B896AE3B27BB}"/>
                </a:ext>
              </a:extLst>
            </p:cNvPr>
            <p:cNvSpPr/>
            <p:nvPr/>
          </p:nvSpPr>
          <p:spPr>
            <a:xfrm>
              <a:off x="1177119" y="-1320105"/>
              <a:ext cx="734593" cy="714328"/>
            </a:xfrm>
            <a:custGeom>
              <a:avLst/>
              <a:gdLst>
                <a:gd name="connsiteX0" fmla="*/ 736822 w 734592"/>
                <a:gd name="connsiteY0" fmla="*/ 283553 h 714327"/>
                <a:gd name="connsiteX1" fmla="*/ 453269 w 734592"/>
                <a:gd name="connsiteY1" fmla="*/ 0 h 714327"/>
                <a:gd name="connsiteX2" fmla="*/ 432093 w 734592"/>
                <a:gd name="connsiteY2" fmla="*/ 262933 h 714327"/>
                <a:gd name="connsiteX3" fmla="*/ 278284 w 734592"/>
                <a:gd name="connsiteY3" fmla="*/ 109125 h 714327"/>
                <a:gd name="connsiteX4" fmla="*/ 220023 w 734592"/>
                <a:gd name="connsiteY4" fmla="*/ 368664 h 714327"/>
                <a:gd name="connsiteX5" fmla="*/ 103198 w 734592"/>
                <a:gd name="connsiteY5" fmla="*/ 251839 h 714327"/>
                <a:gd name="connsiteX6" fmla="*/ 0 w 734592"/>
                <a:gd name="connsiteY6" fmla="*/ 451901 h 714327"/>
                <a:gd name="connsiteX7" fmla="*/ 264656 w 734592"/>
                <a:gd name="connsiteY7" fmla="*/ 716557 h 714327"/>
                <a:gd name="connsiteX8" fmla="*/ 736873 w 734592"/>
                <a:gd name="connsiteY8" fmla="*/ 283603 h 71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4592" h="714327">
                  <a:moveTo>
                    <a:pt x="736822" y="283553"/>
                  </a:moveTo>
                  <a:lnTo>
                    <a:pt x="453269" y="0"/>
                  </a:lnTo>
                  <a:lnTo>
                    <a:pt x="432093" y="262933"/>
                  </a:lnTo>
                  <a:lnTo>
                    <a:pt x="278284" y="109125"/>
                  </a:lnTo>
                  <a:lnTo>
                    <a:pt x="220023" y="368664"/>
                  </a:lnTo>
                  <a:lnTo>
                    <a:pt x="103198" y="251839"/>
                  </a:lnTo>
                  <a:lnTo>
                    <a:pt x="0" y="451901"/>
                  </a:lnTo>
                  <a:lnTo>
                    <a:pt x="264656" y="716557"/>
                  </a:lnTo>
                  <a:cubicBezTo>
                    <a:pt x="512290" y="715797"/>
                    <a:pt x="715341" y="525766"/>
                    <a:pt x="736873" y="283603"/>
                  </a:cubicBezTo>
                  <a:close/>
                </a:path>
              </a:pathLst>
            </a:custGeom>
            <a:gradFill flip="none" rotWithShape="1">
              <a:gsLst>
                <a:gs pos="6000">
                  <a:schemeClr val="tx1">
                    <a:lumMod val="50000"/>
                    <a:lumOff val="50000"/>
                  </a:schemeClr>
                </a:gs>
                <a:gs pos="37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endParaRPr>
            </a:p>
          </p:txBody>
        </p:sp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id="{E832BDFA-AFF7-4D8C-AC36-39B926527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1409" y="-1320105"/>
              <a:ext cx="636093" cy="457453"/>
            </a:xfrm>
            <a:prstGeom prst="rect">
              <a:avLst/>
            </a:prstGeom>
          </p:spPr>
        </p:pic>
      </p:grpSp>
      <p:pic>
        <p:nvPicPr>
          <p:cNvPr id="88" name="그림 87">
            <a:extLst>
              <a:ext uri="{FF2B5EF4-FFF2-40B4-BE49-F238E27FC236}">
                <a16:creationId xmlns:a16="http://schemas.microsoft.com/office/drawing/2014/main" id="{2E0C6D6E-56EF-4F7C-A0F9-F303A8FB0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456" y="4327638"/>
            <a:ext cx="287505" cy="435288"/>
          </a:xfrm>
          <a:prstGeom prst="rect">
            <a:avLst/>
          </a:prstGeom>
          <a:effectLst>
            <a:outerShdw blurRad="63500" sx="114000" sy="114000" algn="ctr" rotWithShape="0">
              <a:prstClr val="black">
                <a:alpha val="9000"/>
              </a:prstClr>
            </a:outerShdw>
          </a:effectLst>
        </p:spPr>
      </p:pic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>
          <a:xfrm>
            <a:off x="695187" y="368300"/>
            <a:ext cx="11161453" cy="440120"/>
          </a:xfrm>
        </p:spPr>
        <p:txBody>
          <a:bodyPr/>
          <a:lstStyle/>
          <a:p>
            <a:r>
              <a:rPr lang="en-US" altLang="ko-KR" spc="-30" dirty="0">
                <a:ln w="1270">
                  <a:solidFill>
                    <a:prstClr val="black">
                      <a:alpha val="10000"/>
                    </a:prstClr>
                  </a:solidFill>
                </a:ln>
                <a:latin typeface="Samsung SS Head KR Bold" pitchFamily="2" charset="-127"/>
                <a:ea typeface="Samsung SS Head KR Bold" pitchFamily="2" charset="-127"/>
              </a:rPr>
              <a:t>  Monthly Summary | Apr 2026</a:t>
            </a:r>
          </a:p>
        </p:txBody>
      </p:sp>
      <p:sp>
        <p:nvSpPr>
          <p:cNvPr id="68" name="타원 67"/>
          <p:cNvSpPr/>
          <p:nvPr/>
        </p:nvSpPr>
        <p:spPr>
          <a:xfrm>
            <a:off x="1922358" y="5101994"/>
            <a:ext cx="59064" cy="59064"/>
          </a:xfrm>
          <a:prstGeom prst="ellipse">
            <a:avLst/>
          </a:prstGeom>
          <a:solidFill>
            <a:srgbClr val="02138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14984" y="5636013"/>
            <a:ext cx="915143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Head KR Regular" pitchFamily="2" charset="-127"/>
              </a:rPr>
              <a:t>BP #3 - {{Insight Message 3}}</a:t>
            </a:r>
            <a:endParaRPr lang="ko-KR" altLang="en-US" sz="1100" spc="-4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00000">
                  <a:lumMod val="75000"/>
                  <a:lumOff val="25000"/>
                </a:srgbClr>
              </a:solidFill>
              <a:latin typeface="Samsung SS Body KR Bold" pitchFamily="2" charset="-127"/>
              <a:ea typeface="Samsung SS Body KR Bold" pitchFamily="2" charset="-127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1922358" y="5737286"/>
            <a:ext cx="59064" cy="59064"/>
          </a:xfrm>
          <a:prstGeom prst="ellipse">
            <a:avLst/>
          </a:prstGeom>
          <a:solidFill>
            <a:srgbClr val="02138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2114985" y="5318367"/>
            <a:ext cx="885913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Head KR Regular" pitchFamily="2" charset="-127"/>
              </a:rPr>
              <a:t>BP #2 - {{Insight Message 2}}</a:t>
            </a:r>
            <a:endParaRPr lang="ko-KR" altLang="en-US" sz="1100" spc="-4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00000">
                  <a:lumMod val="75000"/>
                  <a:lumOff val="25000"/>
                </a:srgbClr>
              </a:solidFill>
              <a:latin typeface="Samsung SS Body KR Bold" pitchFamily="2" charset="-127"/>
              <a:ea typeface="Samsung SS Body KR Bold" pitchFamily="2" charset="-127"/>
            </a:endParaRPr>
          </a:p>
        </p:txBody>
      </p:sp>
      <p:sp>
        <p:nvSpPr>
          <p:cNvPr id="70" name="타원 69"/>
          <p:cNvSpPr/>
          <p:nvPr/>
        </p:nvSpPr>
        <p:spPr>
          <a:xfrm>
            <a:off x="1922358" y="5426604"/>
            <a:ext cx="59064" cy="59064"/>
          </a:xfrm>
          <a:prstGeom prst="ellipse">
            <a:avLst/>
          </a:prstGeom>
          <a:solidFill>
            <a:srgbClr val="02138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055672" y="3120062"/>
            <a:ext cx="109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ko-KR" altLang="en-US" sz="900" spc="-40" dirty="0" err="1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t>MoM</a:t>
            </a:r>
            <a:r>
              <a:rPr lang="ko-KR" altLang="en-US" sz="900" spc="-4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t>  </a:t>
            </a:r>
            <a:r>
              <a:rPr lang="ko-KR" altLang="en-US" sz="900" spc="-4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▲</a:t>
            </a:r>
            <a:r>
              <a:rPr lang="en-US" altLang="ko-KR" sz="900" spc="-4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 0.0%p </a:t>
            </a:r>
            <a:endParaRPr lang="ko-KR" altLang="en-US" sz="900" spc="-40" dirty="0">
              <a:ln w="1270">
                <a:solidFill>
                  <a:srgbClr val="000000">
                    <a:alpha val="5000"/>
                  </a:srgbClr>
                </a:solidFill>
              </a:ln>
              <a:solidFill>
                <a:srgbClr val="0000FF"/>
              </a:solidFill>
              <a:latin typeface="Samsung SS Body KR Bold" pitchFamily="2" charset="-127"/>
              <a:ea typeface="Samsung SS Body KR Bold" pitchFamily="2" charset="-127"/>
              <a:cs typeface="Samsung Sharp Sans Bold" pitchFamily="2" charset="0"/>
              <a:sym typeface="Arial" panose="020B0604020202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180281" y="2826326"/>
            <a:ext cx="2515840" cy="23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18519" rtl="0" eaLnBrk="0" fontAlgn="base" latinLnBrk="1" hangingPunct="0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40" normalizeH="0" baseline="0" noProof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2138B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MX </a:t>
            </a:r>
            <a:r>
              <a:rPr kumimoji="0" lang="en-US" altLang="ko-KR" sz="12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2138B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Reference Visibility</a:t>
            </a:r>
            <a:endParaRPr kumimoji="0" lang="ko-KR" altLang="en-US" sz="1200" b="0" i="0" u="none" strike="noStrike" kern="1200" cap="none" spc="-4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2138B"/>
              </a:solidFill>
              <a:effectLst/>
              <a:uLnTx/>
              <a:uFillTx/>
              <a:latin typeface="Samsung SS Head KR Bold" pitchFamily="2" charset="-127"/>
              <a:ea typeface="Samsung SS Head KR Bold" pitchFamily="2" charset="-127"/>
              <a:cs typeface="Samsung Sharp Sans Bold" pitchFamily="2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180281" y="3081374"/>
            <a:ext cx="974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518519" eaLnBrk="0" fontAlgn="base" hangingPunct="0">
              <a:spcBef>
                <a:spcPct val="0"/>
              </a:spcBef>
              <a:buSzPct val="80000"/>
              <a:defRPr/>
            </a:pPr>
            <a:r>
              <a:rPr lang="en-US" altLang="ko-KR" sz="14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0.0%</a:t>
            </a:r>
            <a:endParaRPr lang="ko-KR" altLang="en-US" sz="1400" spc="-4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00000">
                  <a:lumMod val="75000"/>
                  <a:lumOff val="25000"/>
                </a:srgbClr>
              </a:solidFill>
              <a:latin typeface="Samsung SS Head KR Bold" pitchFamily="2" charset="-127"/>
              <a:ea typeface="Samsung SS Head KR Bold" pitchFamily="2" charset="-127"/>
              <a:cs typeface="Samsung Sharp Sans Bold" pitchFamily="2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2114985" y="5000721"/>
            <a:ext cx="885913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Head KR Regular" pitchFamily="2" charset="-127"/>
              </a:rPr>
              <a:t>BP #1 - </a:t>
            </a:r>
            <a:r>
              <a:rPr kumimoji="0" lang="en-US" altLang="ko-KR" sz="11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Body KR Bold" pitchFamily="2" charset="-127"/>
                <a:ea typeface="Samsung SS Head KR Regular" pitchFamily="2" charset="-127"/>
                <a:cs typeface="+mn-cs"/>
              </a:rPr>
              <a:t>{{Insight Message 1}}</a:t>
            </a:r>
            <a:endParaRPr kumimoji="0" lang="ko-KR" altLang="en-US" sz="1100" b="0" i="0" u="none" strike="noStrike" kern="1200" cap="none" spc="-4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224908" y="3161886"/>
            <a:ext cx="1098000" cy="2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40" normalizeH="0" baseline="0" noProof="0" dirty="0" err="1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t>MoM</a:t>
            </a:r>
            <a:r>
              <a:rPr kumimoji="0" lang="ko-KR" altLang="en-US" sz="900" b="0" i="0" u="none" strike="noStrike" kern="1200" cap="none" spc="-40" normalizeH="0" baseline="0" noProof="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t>  </a:t>
            </a:r>
            <a:r>
              <a:rPr kumimoji="0" lang="ko-KR" altLang="en-US" sz="900" b="0" i="0" u="none" strike="noStrike" kern="1200" cap="none" spc="-40" normalizeH="0" baseline="0" noProof="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▲</a:t>
            </a:r>
            <a:r>
              <a:rPr kumimoji="0" lang="en-US" altLang="ko-KR" sz="900" b="0" i="0" u="none" strike="noStrike" kern="1200" cap="none" spc="-40" normalizeH="0" baseline="0" noProof="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 </a:t>
            </a:r>
            <a:r>
              <a:rPr lang="en-US" altLang="ko-KR" sz="900" spc="-4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0</a:t>
            </a:r>
            <a:r>
              <a:rPr kumimoji="0" lang="en-US" altLang="ko-KR" sz="900" b="0" i="0" u="none" strike="noStrike" kern="1200" cap="none" spc="-40" normalizeH="0" baseline="0" noProof="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.0%p </a:t>
            </a:r>
            <a:endParaRPr kumimoji="0" lang="ko-KR" altLang="en-US" sz="900" b="0" i="0" u="none" strike="noStrike" kern="1200" cap="none" spc="-40" normalizeH="0" baseline="0" noProof="0" dirty="0">
              <a:ln w="1270">
                <a:solidFill>
                  <a:srgbClr val="000000">
                    <a:alpha val="5000"/>
                  </a:srgbClr>
                </a:solidFill>
              </a:ln>
              <a:solidFill>
                <a:srgbClr val="0000FF"/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  <a:cs typeface="Samsung Sharp Sans Bold" pitchFamily="2" charset="0"/>
              <a:sym typeface="Arial" panose="020B0604020202020204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426609" y="3123198"/>
            <a:ext cx="1040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18519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sz="14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0</a:t>
            </a:r>
            <a:r>
              <a:rPr kumimoji="0" lang="en-US" altLang="ko-KR" sz="1400" b="0" i="0" u="none" strike="noStrike" kern="1200" cap="none" spc="-40" normalizeH="0" baseline="0" noProof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.0</a:t>
            </a:r>
            <a:r>
              <a:rPr kumimoji="0" lang="en-US" altLang="ko-KR" sz="14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%</a:t>
            </a:r>
            <a:endParaRPr kumimoji="0" lang="ko-KR" altLang="en-US" sz="1400" b="0" i="0" u="none" strike="noStrike" kern="1200" cap="none" spc="-4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Samsung SS Head KR Bold" pitchFamily="2" charset="-127"/>
              <a:ea typeface="Samsung SS Head KR Bold" pitchFamily="2" charset="-127"/>
              <a:cs typeface="Samsung Sharp Sans Bold" pitchFamily="2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426608" y="2826867"/>
            <a:ext cx="1876626" cy="23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18519" rtl="0" eaLnBrk="0" fontAlgn="base" latinLnBrk="1" hangingPunct="0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2138B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Brand Visibility</a:t>
            </a:r>
            <a:endParaRPr kumimoji="0" lang="en-US" altLang="ko-KR" sz="900" b="0" i="0" u="none" strike="noStrike" kern="1200" cap="none" spc="-4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2138B"/>
              </a:solidFill>
              <a:effectLst/>
              <a:uLnTx/>
              <a:uFillTx/>
              <a:latin typeface="Samsung SS Head KR Bold" pitchFamily="2" charset="-127"/>
              <a:ea typeface="Samsung SS Head KR Bold" pitchFamily="2" charset="-127"/>
              <a:cs typeface="Samsung Sharp Sans Bold" pitchFamily="2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8532508" y="2826326"/>
            <a:ext cx="2091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18519" rtl="0" eaLnBrk="0" fontAlgn="base" latinLnBrk="1" hangingPunct="0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2138B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Positive Sentiment Share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39313" y="3083080"/>
            <a:ext cx="1320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518519" eaLnBrk="0" fontAlgn="base" hangingPunct="0">
              <a:spcBef>
                <a:spcPct val="0"/>
              </a:spcBef>
              <a:buSzPct val="80000"/>
              <a:defRPr/>
            </a:pPr>
            <a:r>
              <a:rPr lang="en-US" altLang="ko-KR" sz="14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0.0%</a:t>
            </a:r>
            <a:endParaRPr lang="ko-KR" altLang="en-US" sz="1400" spc="-4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00000">
                  <a:lumMod val="75000"/>
                  <a:lumOff val="25000"/>
                </a:srgbClr>
              </a:solidFill>
              <a:latin typeface="Samsung SS Head KR Bold" pitchFamily="2" charset="-127"/>
              <a:ea typeface="Samsung SS Head KR Bold" pitchFamily="2" charset="-127"/>
              <a:cs typeface="Samsung Sharp Sans Bold" pitchFamily="2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248644" y="3121768"/>
            <a:ext cx="1098000" cy="2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ko-KR" altLang="en-US" sz="900" spc="-40" dirty="0" err="1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t>MoM</a:t>
            </a:r>
            <a:r>
              <a:rPr lang="ko-KR" altLang="en-US" sz="900" spc="-4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t>  </a:t>
            </a:r>
            <a:r>
              <a:rPr lang="ko-KR" altLang="en-US" sz="900" spc="-4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▲</a:t>
            </a:r>
            <a:r>
              <a:rPr lang="en-US" altLang="ko-KR" sz="900" spc="-4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 0.0%p </a:t>
            </a:r>
            <a:endParaRPr lang="ko-KR" altLang="en-US" sz="900" spc="-40" dirty="0">
              <a:ln w="1270">
                <a:solidFill>
                  <a:srgbClr val="000000">
                    <a:alpha val="5000"/>
                  </a:srgbClr>
                </a:solidFill>
              </a:ln>
              <a:solidFill>
                <a:srgbClr val="0000FF"/>
              </a:solidFill>
              <a:latin typeface="Samsung SS Body KR Bold" pitchFamily="2" charset="-127"/>
              <a:ea typeface="Samsung SS Body KR Bold" pitchFamily="2" charset="-127"/>
              <a:cs typeface="Samsung Sharp Sans Bold" pitchFamily="2" charset="0"/>
              <a:sym typeface="Arial" panose="020B0604020202020204" pitchFamily="34" charset="0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2113416" y="2194848"/>
            <a:ext cx="9044022" cy="262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buSzPct val="70000"/>
              <a:defRPr/>
            </a:pPr>
            <a:r>
              <a:rPr lang="en-US" altLang="ko-KR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{{Highlight Message 3}}</a:t>
            </a:r>
            <a:endParaRPr lang="en-US" altLang="ko-KR" sz="1000" spc="-60" dirty="0">
              <a:ln w="1270">
                <a:solidFill>
                  <a:srgbClr val="000000">
                    <a:alpha val="1000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Samsung SS Body KR Bold" pitchFamily="2" charset="-127"/>
              <a:ea typeface="Samsung SS Body KR Bold" pitchFamily="2" charset="-127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1931912" y="2303625"/>
            <a:ext cx="59064" cy="59064"/>
          </a:xfrm>
          <a:prstGeom prst="ellipse">
            <a:avLst/>
          </a:prstGeom>
          <a:solidFill>
            <a:srgbClr val="02138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1931912" y="2013748"/>
            <a:ext cx="59064" cy="59064"/>
          </a:xfrm>
          <a:prstGeom prst="ellipse">
            <a:avLst/>
          </a:prstGeom>
          <a:solidFill>
            <a:srgbClr val="02138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2113414" y="1639122"/>
            <a:ext cx="8617586" cy="262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Pct val="70000"/>
              <a:buFontTx/>
              <a:buNone/>
              <a:tabLst/>
              <a:defRPr/>
            </a:pPr>
            <a:r>
              <a:rPr lang="en-US" altLang="ko-KR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{{Highlight Message 1}}</a:t>
            </a:r>
            <a:endParaRPr kumimoji="0" lang="en-US" altLang="ko-KR" sz="1000" b="0" i="0" u="none" strike="noStrike" kern="1200" cap="none" spc="-60" normalizeH="0" baseline="0" noProof="0" dirty="0">
              <a:ln w="1270">
                <a:solidFill>
                  <a:srgbClr val="000000">
                    <a:alpha val="1000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  <a:cs typeface="+mn-cs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1931912" y="1723871"/>
            <a:ext cx="59064" cy="59064"/>
          </a:xfrm>
          <a:prstGeom prst="ellipse">
            <a:avLst/>
          </a:prstGeom>
          <a:solidFill>
            <a:srgbClr val="02138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2113412" y="1904606"/>
            <a:ext cx="8617587" cy="262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buSzPct val="70000"/>
              <a:defRPr/>
            </a:pPr>
            <a:r>
              <a:rPr lang="en-US" altLang="ko-KR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{{Highlight Message 2}}</a:t>
            </a:r>
            <a:endParaRPr lang="en-US" altLang="ko-KR" sz="1000" spc="-60" dirty="0">
              <a:ln w="1270">
                <a:solidFill>
                  <a:srgbClr val="000000">
                    <a:alpha val="1000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Samsung SS Body KR Bold" pitchFamily="2" charset="-127"/>
              <a:ea typeface="Samsung SS Body KR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8618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직사각형 81"/>
          <p:cNvSpPr/>
          <p:nvPr/>
        </p:nvSpPr>
        <p:spPr>
          <a:xfrm>
            <a:off x="4373417" y="1247629"/>
            <a:ext cx="3456000" cy="4021075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88" name="차트 187">
            <a:extLst>
              <a:ext uri="{FF2B5EF4-FFF2-40B4-BE49-F238E27FC236}">
                <a16:creationId xmlns:a16="http://schemas.microsoft.com/office/drawing/2014/main" id="{F68A2A79-EDD0-45AD-B98B-87CD5251D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2322216"/>
              </p:ext>
            </p:extLst>
          </p:nvPr>
        </p:nvGraphicFramePr>
        <p:xfrm>
          <a:off x="4690237" y="2095886"/>
          <a:ext cx="2917909" cy="1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1" name="직사각형 80"/>
          <p:cNvSpPr/>
          <p:nvPr/>
        </p:nvSpPr>
        <p:spPr>
          <a:xfrm>
            <a:off x="526770" y="1247629"/>
            <a:ext cx="3456000" cy="4021075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92" name="차트 191">
            <a:extLst>
              <a:ext uri="{FF2B5EF4-FFF2-40B4-BE49-F238E27FC236}">
                <a16:creationId xmlns:a16="http://schemas.microsoft.com/office/drawing/2014/main" id="{F68A2A79-EDD0-45AD-B98B-87CD5251D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4294389"/>
              </p:ext>
            </p:extLst>
          </p:nvPr>
        </p:nvGraphicFramePr>
        <p:xfrm>
          <a:off x="671506" y="2168488"/>
          <a:ext cx="3061677" cy="1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직사각형 1"/>
          <p:cNvSpPr/>
          <p:nvPr/>
        </p:nvSpPr>
        <p:spPr>
          <a:xfrm>
            <a:off x="526770" y="5602240"/>
            <a:ext cx="3456000" cy="828000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5" name="텍스트 개체 틀 158"/>
          <p:cNvSpPr>
            <a:spLocks noGrp="1"/>
          </p:cNvSpPr>
          <p:nvPr>
            <p:ph type="body" sz="quarter" idx="14"/>
          </p:nvPr>
        </p:nvSpPr>
        <p:spPr>
          <a:xfrm>
            <a:off x="514417" y="368300"/>
            <a:ext cx="11161453" cy="440120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Samsung SS Head KR Bold" pitchFamily="2" charset="-127"/>
                <a:ea typeface="Samsung SS Head KR Bold" pitchFamily="2" charset="-127"/>
              </a:rPr>
              <a:t>Monthly Highlight</a:t>
            </a:r>
            <a:endParaRPr lang="ko-KR" altLang="en-US" dirty="0">
              <a:solidFill>
                <a:schemeClr val="tx1"/>
              </a:solidFill>
              <a:latin typeface="Samsung SS Head KR Bold" pitchFamily="2" charset="-127"/>
              <a:ea typeface="Samsung SS Head KR Bold" pitchFamily="2" charset="-127"/>
            </a:endParaRP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6"/>
          </p:nvPr>
        </p:nvSpPr>
        <p:spPr>
          <a:xfrm>
            <a:off x="515938" y="152421"/>
            <a:ext cx="2024593" cy="200055"/>
          </a:xfrm>
        </p:spPr>
        <p:txBody>
          <a:bodyPr wrap="none" lIns="0" tIns="0" rIns="0" bIns="0" anchor="b" anchorCtr="0">
            <a:spAutoFit/>
          </a:bodyPr>
          <a:lstStyle/>
          <a:p>
            <a:r>
              <a:rPr lang="en-US" altLang="ko-KR" dirty="0">
                <a:latin typeface="Samsung SS Head KR Regular" pitchFamily="2" charset="-127"/>
                <a:ea typeface="Samsung SS Head KR Regular" pitchFamily="2" charset="-127"/>
              </a:rPr>
              <a:t>1. Highlight of This Month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89197780-123A-4BCD-A877-88B711569824}"/>
              </a:ext>
            </a:extLst>
          </p:cNvPr>
          <p:cNvSpPr/>
          <p:nvPr/>
        </p:nvSpPr>
        <p:spPr>
          <a:xfrm>
            <a:off x="526770" y="5332570"/>
            <a:ext cx="1490601" cy="2000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38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Insight &amp; Summary</a:t>
            </a:r>
          </a:p>
        </p:txBody>
      </p:sp>
      <p:grpSp>
        <p:nvGrpSpPr>
          <p:cNvPr id="86" name="그룹 85"/>
          <p:cNvGrpSpPr/>
          <p:nvPr/>
        </p:nvGrpSpPr>
        <p:grpSpPr>
          <a:xfrm>
            <a:off x="526769" y="942500"/>
            <a:ext cx="2329200" cy="302829"/>
            <a:chOff x="1308359" y="1807696"/>
            <a:chExt cx="2572349" cy="302829"/>
          </a:xfrm>
          <a:solidFill>
            <a:srgbClr val="02138B"/>
          </a:solidFill>
        </p:grpSpPr>
        <p:sp>
          <p:nvSpPr>
            <p:cNvPr id="87" name="한쪽 모서리가 둥근 사각형 86"/>
            <p:cNvSpPr/>
            <p:nvPr/>
          </p:nvSpPr>
          <p:spPr>
            <a:xfrm>
              <a:off x="1308359" y="1807696"/>
              <a:ext cx="2572349" cy="302829"/>
            </a:xfrm>
            <a:prstGeom prst="round1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 SS Head KR Bold"/>
                <a:ea typeface="Samsung SS Head KR Bold"/>
                <a:cs typeface="+mn-cs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89197780-123A-4BCD-A877-88B711569824}"/>
                </a:ext>
              </a:extLst>
            </p:cNvPr>
            <p:cNvSpPr/>
            <p:nvPr/>
          </p:nvSpPr>
          <p:spPr>
            <a:xfrm>
              <a:off x="1417682" y="1844637"/>
              <a:ext cx="2117331" cy="230832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9138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500" b="0" i="0" u="none" strike="noStrike" kern="1200" cap="none" spc="0" normalizeH="0" baseline="0" noProof="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Samsung SS Head KR Bold"/>
                  <a:ea typeface="Samsung SS Head KR Bold"/>
                  <a:cs typeface="Samsung Sharp Sans Bold" pitchFamily="2" charset="0"/>
                </a:rPr>
                <a:t>KPI – Brand Visibility</a:t>
              </a:r>
            </a:p>
          </p:txBody>
        </p:sp>
      </p:grpSp>
      <p:sp>
        <p:nvSpPr>
          <p:cNvPr id="99" name="한쪽 모서리가 둥근 사각형 98"/>
          <p:cNvSpPr/>
          <p:nvPr/>
        </p:nvSpPr>
        <p:spPr>
          <a:xfrm>
            <a:off x="4367247" y="942500"/>
            <a:ext cx="3333362" cy="302829"/>
          </a:xfrm>
          <a:prstGeom prst="round1Rect">
            <a:avLst/>
          </a:prstGeom>
          <a:solidFill>
            <a:srgbClr val="D3D8F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9197780-123A-4BCD-A877-88B711569824}"/>
              </a:ext>
            </a:extLst>
          </p:cNvPr>
          <p:cNvSpPr/>
          <p:nvPr/>
        </p:nvSpPr>
        <p:spPr>
          <a:xfrm>
            <a:off x="4452060" y="987135"/>
            <a:ext cx="2034596" cy="21544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38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/>
                <a:ea typeface="Samsung SS Head KR Bold"/>
                <a:cs typeface="Samsung Sharp Sans Bold" pitchFamily="2" charset="0"/>
              </a:rPr>
              <a:t>MX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/>
                <a:ea typeface="Samsung SS Head KR Bold"/>
                <a:cs typeface="Samsung Sharp Sans Bold" pitchFamily="2" charset="0"/>
              </a:rPr>
              <a:t>Reference Visibility</a:t>
            </a: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949049"/>
              </p:ext>
            </p:extLst>
          </p:nvPr>
        </p:nvGraphicFramePr>
        <p:xfrm>
          <a:off x="822805" y="5637780"/>
          <a:ext cx="3159965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1" indent="0" algn="l" defTabSz="518415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{{Brand Visibility Insight 1}}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1" indent="0" algn="l" defTabSz="518415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{{Brand Visibility Insight 2}}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5" name="직사각형 94"/>
          <p:cNvSpPr/>
          <p:nvPr/>
        </p:nvSpPr>
        <p:spPr>
          <a:xfrm>
            <a:off x="4373417" y="5602240"/>
            <a:ext cx="3456000" cy="828000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5" name="표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739184"/>
              </p:ext>
            </p:extLst>
          </p:nvPr>
        </p:nvGraphicFramePr>
        <p:xfrm>
          <a:off x="4704990" y="5637780"/>
          <a:ext cx="3124427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1" indent="0" algn="l" defTabSz="518415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{{MX Reference Visibility Insight 1}}</a:t>
                      </a:r>
                    </a:p>
                  </a:txBody>
                  <a:tcPr marL="36000" marR="36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1" indent="0" algn="l" defTabSz="518415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{{MX Reference Visibility Insight 2}}</a:t>
                      </a:r>
                    </a:p>
                  </a:txBody>
                  <a:tcPr marL="36000" marR="36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9" name="직사각형 118"/>
          <p:cNvSpPr/>
          <p:nvPr/>
        </p:nvSpPr>
        <p:spPr>
          <a:xfrm>
            <a:off x="1585476" y="6529207"/>
            <a:ext cx="8978420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*Source : 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Brandlight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 Galaxy S26 Report (1,000 Keywords),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  <a:sym typeface="Arial" panose="020B0604020202020204" pitchFamily="34" charset="0"/>
              </a:rPr>
              <a:t>5 Gen AI Platforms (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  <a:sym typeface="Arial" panose="020B0604020202020204" pitchFamily="34" charset="0"/>
              </a:rPr>
              <a:t>ChatGPT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  <a:sym typeface="Arial" panose="020B0604020202020204" pitchFamily="34" charset="0"/>
              </a:rPr>
              <a:t>, Gemini, AI Overview, AI Mode, Perplexity), 13 Countries (26.04.26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  <a:sym typeface="Arial" panose="020B0604020202020204" pitchFamily="34" charset="0"/>
              </a:rPr>
              <a:t>일자 데이터</a:t>
            </a:r>
            <a:r>
              <a:rPr lang="en-US" altLang="ko-KR" sz="800" dirty="0">
                <a:solidFill>
                  <a:srgbClr val="FFFFFF">
                    <a:lumMod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sym typeface="Arial" panose="020B0604020202020204" pitchFamily="34" charset="0"/>
              </a:rPr>
              <a:t>/ 26.04.27 </a:t>
            </a:r>
            <a:r>
              <a:rPr lang="ko-KR" altLang="en-US" sz="800" dirty="0">
                <a:solidFill>
                  <a:srgbClr val="FFFFFF">
                    <a:lumMod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sym typeface="Arial" panose="020B0604020202020204" pitchFamily="34" charset="0"/>
              </a:rPr>
              <a:t>시점 추출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  <a:sym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rPr>
              <a:t>* MX Gen AI Traffic : Adobe Analytics, Global, 4 Gen AI Platforms (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rPr>
              <a:t>ChatGPT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rPr>
              <a:t>, Copilot, Gemini, Perplexity)</a:t>
            </a:r>
          </a:p>
        </p:txBody>
      </p:sp>
      <p:pic>
        <p:nvPicPr>
          <p:cNvPr id="146" name="그림 1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61" y="5688602"/>
            <a:ext cx="144000" cy="144000"/>
          </a:xfrm>
          <a:prstGeom prst="rect">
            <a:avLst/>
          </a:prstGeom>
        </p:spPr>
      </p:pic>
      <p:pic>
        <p:nvPicPr>
          <p:cNvPr id="171" name="그림 17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61" y="6057825"/>
            <a:ext cx="144000" cy="144000"/>
          </a:xfrm>
          <a:prstGeom prst="rect">
            <a:avLst/>
          </a:prstGeom>
        </p:spPr>
      </p:pic>
      <p:pic>
        <p:nvPicPr>
          <p:cNvPr id="133" name="그림 1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80" y="6057825"/>
            <a:ext cx="144000" cy="144000"/>
          </a:xfrm>
          <a:prstGeom prst="rect">
            <a:avLst/>
          </a:prstGeom>
        </p:spPr>
      </p:pic>
      <p:graphicFrame>
        <p:nvGraphicFramePr>
          <p:cNvPr id="148" name="표 147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38626"/>
              </p:ext>
            </p:extLst>
          </p:nvPr>
        </p:nvGraphicFramePr>
        <p:xfrm>
          <a:off x="6143533" y="3835362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49" name="TextBox 148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656507" y="3911946"/>
            <a:ext cx="423834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Support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987B9C7-1DE7-4146-96CC-3E8084970D77}"/>
              </a:ext>
            </a:extLst>
          </p:cNvPr>
          <p:cNvSpPr/>
          <p:nvPr/>
        </p:nvSpPr>
        <p:spPr>
          <a:xfrm>
            <a:off x="4550850" y="3215775"/>
            <a:ext cx="100905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By Channel </a:t>
            </a:r>
            <a:r>
              <a:rPr kumimoji="0" lang="en-US" altLang="ko-KR" sz="7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Medium" pitchFamily="2" charset="0"/>
              </a:rPr>
              <a:t>(%)</a:t>
            </a:r>
          </a:p>
        </p:txBody>
      </p:sp>
      <p:graphicFrame>
        <p:nvGraphicFramePr>
          <p:cNvPr id="151" name="표 150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724925"/>
              </p:ext>
            </p:extLst>
          </p:nvPr>
        </p:nvGraphicFramePr>
        <p:xfrm>
          <a:off x="6143533" y="4187167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58" name="TextBox 157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656507" y="4264569"/>
            <a:ext cx="613630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Community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159" name="표 158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789626"/>
              </p:ext>
            </p:extLst>
          </p:nvPr>
        </p:nvGraphicFramePr>
        <p:xfrm>
          <a:off x="6143533" y="4538972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60" name="TextBox 159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656507" y="4617192"/>
            <a:ext cx="144911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PR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638995"/>
              </p:ext>
            </p:extLst>
          </p:nvPr>
        </p:nvGraphicFramePr>
        <p:xfrm>
          <a:off x="6143533" y="4890777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79" name="TextBox 178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656507" y="4969815"/>
            <a:ext cx="31290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Social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180" name="표 179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312312"/>
              </p:ext>
            </p:extLst>
          </p:nvPr>
        </p:nvGraphicFramePr>
        <p:xfrm>
          <a:off x="6141791" y="3483557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4655680" y="3833080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656507" y="3559323"/>
            <a:ext cx="1018549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Dotcom </a:t>
            </a:r>
            <a:r>
              <a:rPr kumimoji="0" lang="en-US" altLang="ko-KR" sz="7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(incl. Support)</a:t>
            </a:r>
            <a:endParaRPr kumimoji="0" lang="en-US" altLang="ko-KR" sz="8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4655680" y="4141170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4655680" y="4487360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4655680" y="4871650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987B9C7-1DE7-4146-96CC-3E8084970D77}"/>
              </a:ext>
            </a:extLst>
          </p:cNvPr>
          <p:cNvSpPr/>
          <p:nvPr/>
        </p:nvSpPr>
        <p:spPr>
          <a:xfrm>
            <a:off x="4550850" y="1348479"/>
            <a:ext cx="123033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Monthly Trend </a:t>
            </a:r>
            <a:r>
              <a:rPr kumimoji="0" lang="en-US" altLang="ko-KR" sz="7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Medium" pitchFamily="2" charset="0"/>
              </a:rPr>
              <a:t>(%)</a:t>
            </a:r>
          </a:p>
        </p:txBody>
      </p:sp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797799FE-D0FA-4744-AC18-261772EF7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589846"/>
              </p:ext>
            </p:extLst>
          </p:nvPr>
        </p:nvGraphicFramePr>
        <p:xfrm>
          <a:off x="5194729" y="1635096"/>
          <a:ext cx="17936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0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404040"/>
                          </a:solidFill>
                          <a:latin typeface="Samsung SS Head KR Bold" pitchFamily="2" charset="-127"/>
                          <a:ea typeface="Samsung SS Head KR Bold" pitchFamily="2" charset="-127"/>
                          <a:cs typeface="Samsung Sharp Sans Bold" pitchFamily="2" charset="0"/>
                          <a:sym typeface="Arial"/>
                        </a:rPr>
                        <a:t>0.0</a:t>
                      </a:r>
                      <a:r>
                        <a:rPr lang="en-US" altLang="ko-KR" sz="2000" b="0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404040"/>
                          </a:solidFill>
                          <a:latin typeface="Samsung SS Head KR Bold" pitchFamily="2" charset="-127"/>
                          <a:ea typeface="Samsung SS Head KR Bold" pitchFamily="2" charset="-127"/>
                          <a:cs typeface="Samsung Sharp Sans Bold" pitchFamily="2" charset="0"/>
                          <a:sym typeface="Arial"/>
                        </a:rPr>
                        <a:t>%</a:t>
                      </a:r>
                      <a:endParaRPr lang="en-US" altLang="ko-KR" sz="2800" b="0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404040"/>
                        </a:solidFill>
                        <a:latin typeface="Samsung SS Head KR Bold" pitchFamily="2" charset="-127"/>
                        <a:ea typeface="Samsung SS Head KR Bold" pitchFamily="2" charset="-127"/>
                        <a:cs typeface="Samsung Sharp Sans Bold" pitchFamily="2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ln w="1270" cmpd="sng">
                            <a:solidFill>
                              <a:srgbClr val="000000">
                                <a:alpha val="5000"/>
                              </a:srgb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</a:rPr>
                        <a:t>MoM</a:t>
                      </a:r>
                    </a:p>
                  </a:txBody>
                  <a:tcPr marL="0" marR="72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105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6CC02080-3EF8-4681-AE7F-EBE64098D469}"/>
              </a:ext>
            </a:extLst>
          </p:cNvPr>
          <p:cNvSpPr/>
          <p:nvPr/>
        </p:nvSpPr>
        <p:spPr>
          <a:xfrm>
            <a:off x="617108" y="1348479"/>
            <a:ext cx="123033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Monthly Trend </a:t>
            </a:r>
            <a:r>
              <a:rPr kumimoji="0" lang="en-US" altLang="ko-KR" sz="7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Medium" pitchFamily="2" charset="0"/>
              </a:rPr>
              <a:t>(%)</a:t>
            </a:r>
          </a:p>
        </p:txBody>
      </p:sp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797799FE-D0FA-4744-AC18-261772EF7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009505"/>
              </p:ext>
            </p:extLst>
          </p:nvPr>
        </p:nvGraphicFramePr>
        <p:xfrm>
          <a:off x="1305501" y="1635096"/>
          <a:ext cx="17936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0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404040"/>
                          </a:solidFill>
                          <a:latin typeface="Samsung SS Head KR Bold" pitchFamily="2" charset="-127"/>
                          <a:ea typeface="Samsung SS Head KR Bold" pitchFamily="2" charset="-127"/>
                          <a:cs typeface="Samsung Sharp Sans Bold" pitchFamily="2" charset="0"/>
                          <a:sym typeface="Arial"/>
                        </a:rPr>
                        <a:t>0.0</a:t>
                      </a:r>
                      <a:r>
                        <a:rPr lang="en-US" altLang="ko-KR" sz="2000" b="0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404040"/>
                          </a:solidFill>
                          <a:latin typeface="Samsung SS Head KR Bold" pitchFamily="2" charset="-127"/>
                          <a:ea typeface="Samsung SS Head KR Bold" pitchFamily="2" charset="-127"/>
                          <a:cs typeface="Samsung Sharp Sans Bold" pitchFamily="2" charset="0"/>
                          <a:sym typeface="Arial"/>
                        </a:rPr>
                        <a:t>%</a:t>
                      </a:r>
                      <a:endParaRPr lang="en-US" altLang="ko-KR" sz="2800" b="0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404040"/>
                        </a:solidFill>
                        <a:latin typeface="Samsung SS Head KR Bold" pitchFamily="2" charset="-127"/>
                        <a:ea typeface="Samsung SS Head KR Bold" pitchFamily="2" charset="-127"/>
                        <a:cs typeface="Samsung Sharp Sans Bold" pitchFamily="2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ln w="1270" cmpd="sng">
                            <a:solidFill>
                              <a:srgbClr val="000000">
                                <a:alpha val="5000"/>
                              </a:srgb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</a:rPr>
                        <a:t>MoM</a:t>
                      </a:r>
                    </a:p>
                  </a:txBody>
                  <a:tcPr marL="0" marR="72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105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graphicFrame>
        <p:nvGraphicFramePr>
          <p:cNvPr id="193" name="표 192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322733"/>
              </p:ext>
            </p:extLst>
          </p:nvPr>
        </p:nvGraphicFramePr>
        <p:xfrm>
          <a:off x="2268570" y="3739796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  <a:endParaRPr lang="en-US" altLang="ko-KR" sz="600" b="0" i="0" u="none" strike="noStrike" cap="none" spc="-50" dirty="0">
                        <a:ln w="1270" cmpd="sng">
                          <a:solidFill>
                            <a:sysClr val="windowText" lastClr="000000">
                              <a:alpha val="9804"/>
                            </a:sysClr>
                          </a:solidFill>
                          <a:prstDash val="solid"/>
                          <a:miter lim="800000"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+mn-cs"/>
                        <a:sym typeface="Arial"/>
                      </a:endParaRP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94" name="TextBox 193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81544" y="3817530"/>
            <a:ext cx="929422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Recommendation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42BF822-6AF8-4897-9A87-5EA31572AEE9}"/>
              </a:ext>
            </a:extLst>
          </p:cNvPr>
          <p:cNvSpPr txBox="1"/>
          <p:nvPr/>
        </p:nvSpPr>
        <p:spPr>
          <a:xfrm>
            <a:off x="1050301" y="5180391"/>
            <a:ext cx="6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>
              <a:defRPr sz="1200">
                <a:ln w="0">
                  <a:solidFill>
                    <a:schemeClr val="tx1">
                      <a:alpha val="0"/>
                    </a:schemeClr>
                  </a:solidFill>
                </a:ln>
                <a:solidFill>
                  <a:prstClr val="black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 w="0">
                <a:solidFill>
                  <a:srgbClr val="00000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Samsung Sharp Sans Medium" pitchFamily="2" charset="0"/>
              <a:ea typeface="Samsung Sharp Sans Medium" pitchFamily="2" charset="0"/>
              <a:cs typeface="Samsung Sharp Sans Medium" pitchFamily="2" charset="0"/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E987B9C7-1DE7-4146-96CC-3E8084970D77}"/>
              </a:ext>
            </a:extLst>
          </p:cNvPr>
          <p:cNvSpPr/>
          <p:nvPr/>
        </p:nvSpPr>
        <p:spPr>
          <a:xfrm>
            <a:off x="671507" y="3215775"/>
            <a:ext cx="82298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By Intent </a:t>
            </a:r>
            <a:r>
              <a:rPr kumimoji="0" lang="en-US" altLang="ko-KR" sz="7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Medium" pitchFamily="2" charset="0"/>
              </a:rPr>
              <a:t>(%)</a:t>
            </a:r>
          </a:p>
        </p:txBody>
      </p:sp>
      <p:graphicFrame>
        <p:nvGraphicFramePr>
          <p:cNvPr id="197" name="표 196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054226"/>
              </p:ext>
            </p:extLst>
          </p:nvPr>
        </p:nvGraphicFramePr>
        <p:xfrm>
          <a:off x="2268570" y="4029445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98" name="TextBox 197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81544" y="4110739"/>
            <a:ext cx="660758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Comparison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199" name="표 198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855587"/>
              </p:ext>
            </p:extLst>
          </p:nvPr>
        </p:nvGraphicFramePr>
        <p:xfrm>
          <a:off x="2268570" y="4327840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200" name="TextBox 199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81544" y="4404021"/>
            <a:ext cx="37702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Review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201" name="표 200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756238"/>
              </p:ext>
            </p:extLst>
          </p:nvPr>
        </p:nvGraphicFramePr>
        <p:xfrm>
          <a:off x="2268570" y="4614613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202" name="TextBox 201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81544" y="4693651"/>
            <a:ext cx="201337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Buy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203" name="표 202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449876"/>
              </p:ext>
            </p:extLst>
          </p:nvPr>
        </p:nvGraphicFramePr>
        <p:xfrm>
          <a:off x="2268570" y="4909344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204" name="TextBox 203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81544" y="4988604"/>
            <a:ext cx="423834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Support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205" name="표 204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733471"/>
              </p:ext>
            </p:extLst>
          </p:nvPr>
        </p:nvGraphicFramePr>
        <p:xfrm>
          <a:off x="2266828" y="3443613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80717" y="3739796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81544" y="3511685"/>
            <a:ext cx="91403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Smartphone Info</a:t>
            </a:r>
            <a:r>
              <a:rPr kumimoji="0" lang="en-US" altLang="ko-KR" sz="10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.</a:t>
            </a:r>
            <a:endParaRPr kumimoji="0" lang="en-US" altLang="ko-KR" sz="10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80717" y="4032646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80717" y="4325496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80717" y="4618346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80717" y="4911195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108" name="직사각형 107"/>
          <p:cNvSpPr/>
          <p:nvPr/>
        </p:nvSpPr>
        <p:spPr>
          <a:xfrm>
            <a:off x="2017371" y="2104622"/>
            <a:ext cx="1631525" cy="879933"/>
          </a:xfrm>
          <a:prstGeom prst="rect">
            <a:avLst/>
          </a:prstGeom>
          <a:solidFill>
            <a:srgbClr val="8C9AFB">
              <a:alpha val="14902"/>
            </a:srgbClr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harp Sans Medium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2435245" y="2151561"/>
            <a:ext cx="6283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srgbClr val="02138B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</a:rPr>
              <a:t>13 Subs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5963309" y="2101206"/>
            <a:ext cx="1544492" cy="806171"/>
          </a:xfrm>
          <a:prstGeom prst="rect">
            <a:avLst/>
          </a:prstGeom>
          <a:solidFill>
            <a:srgbClr val="8C9AFB">
              <a:alpha val="14902"/>
            </a:srgbClr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harp Sans Medium" pitchFamily="2" charset="0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6" name="직선 연결선 135"/>
          <p:cNvCxnSpPr/>
          <p:nvPr/>
        </p:nvCxnSpPr>
        <p:spPr>
          <a:xfrm flipV="1">
            <a:off x="5963309" y="2101207"/>
            <a:ext cx="0" cy="806170"/>
          </a:xfrm>
          <a:prstGeom prst="line">
            <a:avLst/>
          </a:prstGeom>
          <a:ln w="12700">
            <a:solidFill>
              <a:srgbClr val="7F7F7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직사각형 119"/>
          <p:cNvSpPr/>
          <p:nvPr/>
        </p:nvSpPr>
        <p:spPr>
          <a:xfrm>
            <a:off x="1072435" y="2142746"/>
            <a:ext cx="6283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50" dirty="0">
                <a:solidFill>
                  <a:schemeClr val="bg1">
                    <a:lumMod val="65000"/>
                  </a:schemeClr>
                </a:solidFill>
                <a:latin typeface="Samsung SS Body KR Bold" pitchFamily="2" charset="-127"/>
                <a:ea typeface="Samsung SS Body KR Bold" pitchFamily="2" charset="-127"/>
              </a:rPr>
              <a:t>US Only</a:t>
            </a:r>
            <a:endParaRPr kumimoji="0" lang="en-US" altLang="ko-KR" sz="800" b="0" i="0" u="none" strike="noStrike" kern="1200" cap="none" spc="-5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</a:endParaRPr>
          </a:p>
        </p:txBody>
      </p:sp>
      <p:cxnSp>
        <p:nvCxnSpPr>
          <p:cNvPr id="138" name="직선 연결선 137"/>
          <p:cNvCxnSpPr/>
          <p:nvPr/>
        </p:nvCxnSpPr>
        <p:spPr>
          <a:xfrm flipV="1">
            <a:off x="2012968" y="2101573"/>
            <a:ext cx="5569" cy="870397"/>
          </a:xfrm>
          <a:prstGeom prst="line">
            <a:avLst/>
          </a:prstGeom>
          <a:ln w="12700">
            <a:solidFill>
              <a:srgbClr val="7F7F7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직사각형 125"/>
          <p:cNvSpPr/>
          <p:nvPr/>
        </p:nvSpPr>
        <p:spPr>
          <a:xfrm>
            <a:off x="6376780" y="2145935"/>
            <a:ext cx="6283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srgbClr val="02138B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</a:rPr>
              <a:t>13 Subs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5055379" y="2137120"/>
            <a:ext cx="6283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50" dirty="0">
                <a:solidFill>
                  <a:schemeClr val="bg1">
                    <a:lumMod val="65000"/>
                  </a:schemeClr>
                </a:solidFill>
                <a:latin typeface="Samsung SS Body KR Bold" pitchFamily="2" charset="-127"/>
                <a:ea typeface="Samsung SS Body KR Bold" pitchFamily="2" charset="-127"/>
              </a:rPr>
              <a:t>US Only</a:t>
            </a:r>
            <a:endParaRPr kumimoji="0" lang="en-US" altLang="ko-KR" sz="800" b="0" i="0" u="none" strike="noStrike" kern="1200" cap="none" spc="-5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</a:endParaRPr>
          </a:p>
        </p:txBody>
      </p:sp>
      <p:pic>
        <p:nvPicPr>
          <p:cNvPr id="140" name="그림 13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80" y="5697222"/>
            <a:ext cx="144000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3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/>
          <p:cNvSpPr/>
          <p:nvPr/>
        </p:nvSpPr>
        <p:spPr>
          <a:xfrm>
            <a:off x="561464" y="1247630"/>
            <a:ext cx="6646526" cy="4012343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5094333" y="1660180"/>
            <a:ext cx="1733513" cy="1184620"/>
          </a:xfrm>
          <a:prstGeom prst="rect">
            <a:avLst/>
          </a:prstGeom>
          <a:solidFill>
            <a:srgbClr val="8C9AFB">
              <a:alpha val="14902"/>
            </a:srgbClr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harp Sans Medium" pitchFamily="2" charset="0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19" name="차트 118">
            <a:extLst>
              <a:ext uri="{FF2B5EF4-FFF2-40B4-BE49-F238E27FC236}">
                <a16:creationId xmlns:a16="http://schemas.microsoft.com/office/drawing/2014/main" id="{F68A2A79-EDD0-45AD-B98B-87CD5251D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1595049"/>
              </p:ext>
            </p:extLst>
          </p:nvPr>
        </p:nvGraphicFramePr>
        <p:xfrm>
          <a:off x="1142660" y="1758667"/>
          <a:ext cx="5760700" cy="1451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5" name="텍스트 개체 틀 158"/>
          <p:cNvSpPr>
            <a:spLocks noGrp="1"/>
          </p:cNvSpPr>
          <p:nvPr>
            <p:ph type="body" sz="quarter" idx="14"/>
          </p:nvPr>
        </p:nvSpPr>
        <p:spPr>
          <a:xfrm>
            <a:off x="514417" y="368300"/>
            <a:ext cx="11161453" cy="440120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+mj-lt"/>
              </a:rPr>
              <a:t>[Appendix]</a:t>
            </a:r>
            <a:endParaRPr lang="ko-KR" alt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6"/>
          </p:nvPr>
        </p:nvSpPr>
        <p:spPr>
          <a:xfrm>
            <a:off x="515938" y="152421"/>
            <a:ext cx="2024593" cy="20005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>
                <a:latin typeface="Samsung SS Head KR Regular" pitchFamily="2" charset="-127"/>
                <a:ea typeface="Samsung SS Head KR Regular" pitchFamily="2" charset="-127"/>
              </a:rPr>
              <a:t>1. Highlight of This Month</a:t>
            </a:r>
          </a:p>
        </p:txBody>
      </p:sp>
      <p:sp>
        <p:nvSpPr>
          <p:cNvPr id="54" name="한쪽 모서리가 둥근 사각형 53"/>
          <p:cNvSpPr/>
          <p:nvPr/>
        </p:nvSpPr>
        <p:spPr>
          <a:xfrm>
            <a:off x="561464" y="942500"/>
            <a:ext cx="4808692" cy="302829"/>
          </a:xfrm>
          <a:prstGeom prst="round1Rect">
            <a:avLst/>
          </a:prstGeom>
          <a:solidFill>
            <a:srgbClr val="D3D8F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9197780-123A-4BCD-A877-88B711569824}"/>
              </a:ext>
            </a:extLst>
          </p:cNvPr>
          <p:cNvSpPr/>
          <p:nvPr/>
        </p:nvSpPr>
        <p:spPr>
          <a:xfrm>
            <a:off x="601832" y="970793"/>
            <a:ext cx="4768323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38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Owned/External Reference % (# of Citation Link) 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538796" y="5602240"/>
            <a:ext cx="6669193" cy="538836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185429"/>
              </p:ext>
            </p:extLst>
          </p:nvPr>
        </p:nvGraphicFramePr>
        <p:xfrm>
          <a:off x="5374094" y="3669628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7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72" name="TextBox 171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138379" y="3747362"/>
            <a:ext cx="683520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Media Outlet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42BF822-6AF8-4897-9A87-5EA31572AEE9}"/>
              </a:ext>
            </a:extLst>
          </p:cNvPr>
          <p:cNvSpPr txBox="1"/>
          <p:nvPr/>
        </p:nvSpPr>
        <p:spPr>
          <a:xfrm>
            <a:off x="4155825" y="5018273"/>
            <a:ext cx="6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>
              <a:defRPr sz="1200">
                <a:ln w="0">
                  <a:solidFill>
                    <a:schemeClr val="tx1">
                      <a:alpha val="0"/>
                    </a:schemeClr>
                  </a:solidFill>
                </a:ln>
                <a:solidFill>
                  <a:prstClr val="black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 w="0">
                <a:solidFill>
                  <a:srgbClr val="00000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Bold" pitchFamily="2" charset="0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E987B9C7-1DE7-4146-96CC-3E8084970D77}"/>
              </a:ext>
            </a:extLst>
          </p:cNvPr>
          <p:cNvSpPr/>
          <p:nvPr/>
        </p:nvSpPr>
        <p:spPr>
          <a:xfrm>
            <a:off x="826404" y="1501161"/>
            <a:ext cx="188840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Asset Reference Share</a:t>
            </a:r>
            <a:r>
              <a:rPr kumimoji="0" lang="en-US" altLang="ko-KR" sz="105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 </a:t>
            </a:r>
            <a:r>
              <a:rPr kumimoji="0" lang="en-US" altLang="ko-KR" sz="8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Medium" pitchFamily="2" charset="0"/>
              </a:rPr>
              <a:t>(%)</a:t>
            </a:r>
            <a:endParaRPr kumimoji="0" lang="en-US" altLang="ko-KR" sz="1050" b="0" i="0" u="none" strike="noStrike" kern="1200" cap="none" spc="-30" normalizeH="0" baseline="0" noProof="0" dirty="0">
              <a:ln w="0"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Samsung SS Head KR Bold" pitchFamily="2" charset="-127"/>
              <a:ea typeface="Samsung SS Head KR Bold" pitchFamily="2" charset="-127"/>
              <a:cs typeface="Samsung Sharp Sans Medium" pitchFamily="2" charset="0"/>
            </a:endParaRPr>
          </a:p>
        </p:txBody>
      </p:sp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595203"/>
              </p:ext>
            </p:extLst>
          </p:nvPr>
        </p:nvGraphicFramePr>
        <p:xfrm>
          <a:off x="5374094" y="3959277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80" name="TextBox 179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138379" y="4040571"/>
            <a:ext cx="31290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Social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81" name="표 180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157766"/>
              </p:ext>
            </p:extLst>
          </p:nvPr>
        </p:nvGraphicFramePr>
        <p:xfrm>
          <a:off x="5374094" y="4257672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84" name="TextBox 183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138379" y="4333853"/>
            <a:ext cx="649537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Partner.com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941876"/>
              </p:ext>
            </p:extLst>
          </p:nvPr>
        </p:nvGraphicFramePr>
        <p:xfrm>
          <a:off x="5374094" y="4544445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86" name="TextBox 185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138379" y="4623483"/>
            <a:ext cx="341440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Forum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89" name="표 188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324935"/>
              </p:ext>
            </p:extLst>
          </p:nvPr>
        </p:nvGraphicFramePr>
        <p:xfrm>
          <a:off x="5374094" y="4829651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94" name="TextBox 193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138379" y="4918436"/>
            <a:ext cx="220894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Wiki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3950893" y="3962478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3950893" y="4255328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3950893" y="4548178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3950893" y="4841027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202" name="직선 연결선 201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3953536" y="5126726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953511" y="3756602"/>
            <a:ext cx="1162498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Dotcom(</a:t>
            </a:r>
            <a:r>
              <a:rPr lang="en-US" altLang="ko-KR" sz="900" b="1" spc="-1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latin typeface="Samsung SS Body KR Regular" pitchFamily="2" charset="-127"/>
                <a:ea typeface="Samsung SS Body KR Regular" pitchFamily="2" charset="-127"/>
              </a:rPr>
              <a:t>incl. Support)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42BF822-6AF8-4897-9A87-5EA31572AEE9}"/>
              </a:ext>
            </a:extLst>
          </p:cNvPr>
          <p:cNvSpPr txBox="1"/>
          <p:nvPr/>
        </p:nvSpPr>
        <p:spPr>
          <a:xfrm>
            <a:off x="951785" y="5027513"/>
            <a:ext cx="6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>
              <a:defRPr sz="1200">
                <a:ln w="0">
                  <a:solidFill>
                    <a:schemeClr val="tx1">
                      <a:alpha val="0"/>
                    </a:schemeClr>
                  </a:solidFill>
                </a:ln>
                <a:solidFill>
                  <a:prstClr val="black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 w="0">
                <a:solidFill>
                  <a:srgbClr val="00000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  <a:cs typeface="Samsung Sharp Sans Bold" pitchFamily="2" charset="0"/>
            </a:endParaRP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008896"/>
              </p:ext>
            </p:extLst>
          </p:nvPr>
        </p:nvGraphicFramePr>
        <p:xfrm>
          <a:off x="2170054" y="3968517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953511" y="4049811"/>
            <a:ext cx="423834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Support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173941"/>
              </p:ext>
            </p:extLst>
          </p:nvPr>
        </p:nvGraphicFramePr>
        <p:xfrm>
          <a:off x="2170054" y="4266912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00" name="TextBox 99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953511" y="4343093"/>
            <a:ext cx="613630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Community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118560"/>
              </p:ext>
            </p:extLst>
          </p:nvPr>
        </p:nvGraphicFramePr>
        <p:xfrm>
          <a:off x="2170054" y="4553685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02" name="TextBox 101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953511" y="4632723"/>
            <a:ext cx="1114729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PR (Newsroom/SMP)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03" name="표 102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626396"/>
              </p:ext>
            </p:extLst>
          </p:nvPr>
        </p:nvGraphicFramePr>
        <p:xfrm>
          <a:off x="2170054" y="4838891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  <a:endParaRPr lang="en-US" altLang="ko-KR" sz="600" b="0" i="0" u="none" strike="noStrike" cap="none" spc="-50" dirty="0">
                        <a:ln w="1270" cmpd="sng">
                          <a:solidFill>
                            <a:sysClr val="windowText" lastClr="000000">
                              <a:alpha val="9804"/>
                            </a:sysClr>
                          </a:solidFill>
                          <a:prstDash val="solid"/>
                          <a:miter lim="800000"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amsung SS Body KR Regular" pitchFamily="2" charset="-127"/>
                        <a:ea typeface="Samsung SS Body KR Regular" pitchFamily="2" charset="-127"/>
                        <a:cs typeface="+mn-cs"/>
                        <a:sym typeface="Arial"/>
                      </a:endParaRP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953511" y="4927676"/>
            <a:ext cx="31290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Social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50281"/>
              </p:ext>
            </p:extLst>
          </p:nvPr>
        </p:nvGraphicFramePr>
        <p:xfrm>
          <a:off x="2170054" y="3676672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51761" y="3971718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51761" y="4264568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51761" y="4557418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51761" y="4850267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54404" y="5135966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9197780-123A-4BCD-A877-88B711569824}"/>
              </a:ext>
            </a:extLst>
          </p:cNvPr>
          <p:cNvSpPr/>
          <p:nvPr/>
        </p:nvSpPr>
        <p:spPr>
          <a:xfrm>
            <a:off x="524462" y="5344381"/>
            <a:ext cx="1490601" cy="2000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38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Insight &amp; Summary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865020" y="3405880"/>
            <a:ext cx="587661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MX </a:t>
            </a: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Owned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89" name="표 88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565422"/>
              </p:ext>
            </p:extLst>
          </p:nvPr>
        </p:nvGraphicFramePr>
        <p:xfrm>
          <a:off x="2170054" y="3312784"/>
          <a:ext cx="146635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8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51761" y="3648874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065122" y="3405880"/>
            <a:ext cx="433773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External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134469"/>
              </p:ext>
            </p:extLst>
          </p:nvPr>
        </p:nvGraphicFramePr>
        <p:xfrm>
          <a:off x="5370156" y="3312784"/>
          <a:ext cx="146635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8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0.0</a:t>
                      </a:r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09996" y="1934030"/>
            <a:ext cx="626133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+mn-cs"/>
              </a:rPr>
              <a:t>MX </a:t>
            </a: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+mn-cs"/>
              </a:rPr>
              <a:t>Owned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852663" y="2414965"/>
            <a:ext cx="48346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+mn-cs"/>
              </a:rPr>
              <a:t>External</a:t>
            </a:r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3950893" y="3648874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pic>
        <p:nvPicPr>
          <p:cNvPr id="122" name="그림 1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04" y="5735937"/>
            <a:ext cx="144000" cy="144000"/>
          </a:xfrm>
          <a:prstGeom prst="rect">
            <a:avLst/>
          </a:prstGeom>
        </p:spPr>
      </p:pic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495729"/>
              </p:ext>
            </p:extLst>
          </p:nvPr>
        </p:nvGraphicFramePr>
        <p:xfrm>
          <a:off x="870165" y="5694053"/>
          <a:ext cx="2892255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lvl="1" defTabSz="518415" eaLnBrk="0" fontAlgn="base" hangingPunct="0">
                        <a:spcAft>
                          <a:spcPts val="100"/>
                        </a:spcAft>
                        <a:buClr>
                          <a:srgbClr val="000000"/>
                        </a:buClr>
                        <a:buSzPct val="70000"/>
                        <a:defRPr/>
                      </a:pPr>
                      <a:r>
                        <a:rPr lang="en-US" altLang="ko-KR" sz="90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S Body Bold" pitchFamily="2" charset="0"/>
                          <a:sym typeface="Arial"/>
                        </a:rPr>
                        <a:t>{{MX Owned Insight}}</a:t>
                      </a:r>
                      <a:endParaRPr lang="ko-KR" altLang="en-US" sz="900" spc="-60" baseline="0" dirty="0">
                        <a:ln w="0"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S Body Bold" pitchFamily="2" charset="0"/>
                        <a:sym typeface="Arial"/>
                      </a:endParaRPr>
                    </a:p>
                  </a:txBody>
                  <a:tcPr marL="36000" marR="36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5" name="표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237512"/>
              </p:ext>
            </p:extLst>
          </p:nvPr>
        </p:nvGraphicFramePr>
        <p:xfrm>
          <a:off x="4065122" y="5678861"/>
          <a:ext cx="3186629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1" indent="0" algn="l" defTabSz="518415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{{External Insight}}</a:t>
                      </a:r>
                    </a:p>
                  </a:txBody>
                  <a:tcPr marL="36000" marR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6" name="직선 연결선 125"/>
          <p:cNvCxnSpPr/>
          <p:nvPr/>
        </p:nvCxnSpPr>
        <p:spPr>
          <a:xfrm flipH="1">
            <a:off x="5086524" y="1660180"/>
            <a:ext cx="1" cy="1184620"/>
          </a:xfrm>
          <a:prstGeom prst="line">
            <a:avLst/>
          </a:prstGeom>
          <a:ln w="12700">
            <a:solidFill>
              <a:srgbClr val="7F7F7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/>
        </p:nvSpPr>
        <p:spPr>
          <a:xfrm>
            <a:off x="5649181" y="1694498"/>
            <a:ext cx="62833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2138B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</a:rPr>
              <a:t>13 Subs</a:t>
            </a:r>
          </a:p>
        </p:txBody>
      </p:sp>
      <p:sp>
        <p:nvSpPr>
          <p:cNvPr id="146" name="직사각형 145"/>
          <p:cNvSpPr/>
          <p:nvPr/>
        </p:nvSpPr>
        <p:spPr>
          <a:xfrm>
            <a:off x="3051828" y="1694498"/>
            <a:ext cx="62833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altLang="ko-KR" sz="900" spc="-50" dirty="0">
                <a:solidFill>
                  <a:srgbClr val="FFFFFF">
                    <a:lumMod val="6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US Only</a:t>
            </a:r>
          </a:p>
        </p:txBody>
      </p:sp>
      <p:sp>
        <p:nvSpPr>
          <p:cNvPr id="124" name="텍스트 개체 틀 1">
            <a:extLst>
              <a:ext uri="{FF2B5EF4-FFF2-40B4-BE49-F238E27FC236}">
                <a16:creationId xmlns:a16="http://schemas.microsoft.com/office/drawing/2014/main" id="{1403F7B7-242B-46BA-AA8C-ED861539DCA1}"/>
              </a:ext>
            </a:extLst>
          </p:cNvPr>
          <p:cNvSpPr txBox="1">
            <a:spLocks/>
          </p:cNvSpPr>
          <p:nvPr/>
        </p:nvSpPr>
        <p:spPr>
          <a:xfrm>
            <a:off x="538796" y="6247630"/>
            <a:ext cx="6721392" cy="246221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rot="0" spcFirstLastPara="0" vertOverflow="overflow" horzOverflow="overflow" wrap="none" lIns="0" tIns="0" rIns="0" bIns="0" spcCol="0" rtlCol="0" fromWordArt="0" anchor="t" anchorCtr="0" forceAA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  <a:defRPr lang="ko-KR" altLang="en-US" sz="900" b="0" i="0" u="none" strike="noStrike" cap="none" spc="0" baseline="0" dirty="0" smtClean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Samsung SS Body Light" pitchFamily="2" charset="0"/>
                <a:ea typeface="+mn-ea"/>
                <a:cs typeface="Samsung SS Body Light" pitchFamily="2" charset="0"/>
                <a:sym typeface="Arial" panose="020B0604020202020204" pitchFamily="34" charset="0"/>
              </a:defRPr>
            </a:lvl1pPr>
            <a:lvl2pPr marR="0" lvl="1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lnSpc>
                <a:spcPct val="100000"/>
              </a:lnSpc>
              <a:spcAft>
                <a:spcPts val="0"/>
              </a:spcAft>
            </a:pPr>
            <a:r>
              <a:rPr lang="en-US" altLang="ko-KR" sz="80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Samsung SS Body KR Regular"/>
                <a:ea typeface="Samsung SS Body KR Regular"/>
                <a:cs typeface="+mn-cs"/>
              </a:rPr>
              <a:t>*Source: Mar.25-Dec.25 Galaxy S25 MX Monitoring 678 Keywords, US Only/ Feb.26-Apr.26 </a:t>
            </a:r>
            <a:r>
              <a:rPr lang="en-US" altLang="ko-KR" sz="80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Samsung SS Body KR Regular"/>
                <a:ea typeface="Samsung SS Body KR Regular"/>
                <a:cs typeface="+mn-cs"/>
              </a:rPr>
              <a:t>Brandlight</a:t>
            </a:r>
            <a:r>
              <a:rPr lang="en-US" altLang="ko-KR" sz="80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Samsung SS Body KR Regular"/>
                <a:ea typeface="Samsung SS Body KR Regular"/>
                <a:cs typeface="+mn-cs"/>
              </a:rPr>
              <a:t>, Galaxy S26 1,000 Keywords, 13 Subs </a:t>
            </a:r>
          </a:p>
          <a:p>
            <a:pPr lvl="0">
              <a:lnSpc>
                <a:spcPct val="100000"/>
              </a:lnSpc>
              <a:spcAft>
                <a:spcPts val="0"/>
              </a:spcAft>
            </a:pPr>
            <a:r>
              <a:rPr lang="en-US" altLang="ko-KR" sz="80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Samsung SS Body KR Regular"/>
                <a:ea typeface="Samsung SS Body KR Regular"/>
                <a:cs typeface="+mn-cs"/>
              </a:rPr>
              <a:t>                Jan.26 – Applied with (2/8) </a:t>
            </a:r>
            <a:r>
              <a:rPr lang="en-US" altLang="ko-KR" sz="80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Samsung SS Body KR Regular"/>
                <a:ea typeface="Samsung SS Body KR Regular"/>
                <a:cs typeface="+mn-cs"/>
              </a:rPr>
              <a:t>Brandlight</a:t>
            </a:r>
            <a:r>
              <a:rPr lang="en-US" altLang="ko-KR" sz="80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Samsung SS Body KR Regular"/>
                <a:ea typeface="Samsung SS Body KR Regular"/>
                <a:cs typeface="+mn-cs"/>
              </a:rPr>
              <a:t>, Galaxy S25 1,000 Keywords, 12 Subs</a:t>
            </a:r>
          </a:p>
        </p:txBody>
      </p:sp>
      <p:pic>
        <p:nvPicPr>
          <p:cNvPr id="113" name="그림 1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207" y="5740823"/>
            <a:ext cx="144000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35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DAEE4-6184-36FC-E657-A230C453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13D591A5-10BA-7D92-A0A5-22B6E9B2C309}"/>
              </a:ext>
            </a:extLst>
          </p:cNvPr>
          <p:cNvSpPr txBox="1"/>
          <p:nvPr/>
        </p:nvSpPr>
        <p:spPr>
          <a:xfrm>
            <a:off x="311641" y="355702"/>
            <a:ext cx="11567939" cy="1080000"/>
          </a:xfrm>
          <a:prstGeom prst="rect">
            <a:avLst/>
          </a:prstGeom>
        </p:spPr>
        <p:txBody>
          <a:bodyPr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/>
            </a:defPPr>
            <a:lvl1pPr marR="0" lvl="0" indent="0" defTabSz="685594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kumimoji="0" sz="2800" b="0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</a:defRPr>
            </a:lvl1pPr>
            <a:lvl2pPr marL="214249" indent="-214249" defTabSz="685594">
              <a:lnSpc>
                <a:spcPct val="120000"/>
              </a:lnSpc>
              <a:buFont typeface="Wingdings" panose="05000000000000000000" pitchFamily="2" charset="2"/>
              <a:buChar char="§"/>
              <a:defRPr sz="1350" spc="-45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SamsungOne-800" panose="020B0903030303020204" pitchFamily="34" charset="0"/>
              </a:defRPr>
            </a:lvl2pPr>
            <a:lvl3pPr marL="214249" indent="-214249" defTabSz="685594">
              <a:lnSpc>
                <a:spcPct val="120000"/>
              </a:lnSpc>
              <a:buFont typeface="Wingdings" panose="05000000000000000000" pitchFamily="2" charset="2"/>
              <a:buChar char="§"/>
              <a:defRPr sz="1350" spc="-45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SamsungOne-800" panose="020B0903030303020204" pitchFamily="34" charset="0"/>
              </a:defRPr>
            </a:lvl3pPr>
            <a:lvl4pPr marL="214249" indent="-214249" defTabSz="685594">
              <a:lnSpc>
                <a:spcPct val="120000"/>
              </a:lnSpc>
              <a:buFont typeface="Wingdings" panose="05000000000000000000" pitchFamily="2" charset="2"/>
              <a:buChar char="§"/>
              <a:defRPr sz="1350" spc="-45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SamsungOne-800" panose="020B0903030303020204" pitchFamily="34" charset="0"/>
              </a:defRPr>
            </a:lvl4pPr>
            <a:lvl5pPr marL="214249" indent="-214249" defTabSz="685594">
              <a:lnSpc>
                <a:spcPct val="120000"/>
              </a:lnSpc>
              <a:buFont typeface="Wingdings" panose="05000000000000000000" pitchFamily="2" charset="2"/>
              <a:buChar char="§"/>
              <a:defRPr sz="1350" spc="-45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SamsungOne-800" panose="020B0903030303020204" pitchFamily="34" charset="0"/>
              </a:defRPr>
            </a:lvl5pPr>
            <a:lvl6pPr marL="1885384" indent="-171399" defTabSz="685594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181" indent="-171399" defTabSz="685594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0978" indent="-171399" defTabSz="685594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3776" indent="-171399" defTabSz="685594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marL="0" marR="0" lvl="0" indent="0" algn="ctr" defTabSz="6855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ko-KR" altLang="en-US" sz="2000" b="0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SamsungOneKorean 700" panose="020B0803030303020204" pitchFamily="50" charset="-127"/>
              <a:ea typeface="SamsungOneKorean 700" panose="020B0803030303020204" pitchFamily="50" charset="-127"/>
              <a:cs typeface="+mn-cs"/>
            </a:endParaRPr>
          </a:p>
          <a:p>
            <a:pPr marL="0" marR="0" lvl="0" indent="0" algn="ctr" defTabSz="6855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2800" b="0" i="0" u="none" strike="noStrike" kern="1200" cap="none" spc="-45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  <a:cs typeface="+mn-cs"/>
              </a:rPr>
              <a:t>[Appendix] </a:t>
            </a:r>
            <a:r>
              <a:rPr kumimoji="0" lang="en-US" altLang="ko-KR" sz="2800" b="0" i="0" u="none" strike="noStrike" kern="1200" cap="none" spc="-45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  <a:cs typeface="+mn-cs"/>
              </a:rPr>
              <a:t>Miracle MX </a:t>
            </a:r>
            <a:r>
              <a:rPr kumimoji="0" lang="en-US" altLang="ko-KR" sz="2800" b="0" i="0" u="none" strike="noStrike" kern="1200" cap="none" spc="-45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  <a:cs typeface="+mn-cs"/>
              </a:rPr>
              <a:t>GEO R&amp;R </a:t>
            </a:r>
            <a:r>
              <a:rPr kumimoji="0" lang="ko-KR" altLang="en-US" sz="2800" b="0" i="0" u="none" strike="noStrike" kern="1200" cap="none" spc="-45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  <a:cs typeface="+mn-cs"/>
              </a:rPr>
              <a:t>기반 추진 </a:t>
            </a:r>
            <a:r>
              <a:rPr kumimoji="0" lang="en-US" altLang="ko-KR" sz="2800" b="0" i="0" u="none" strike="noStrike" kern="1200" cap="none" spc="-45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  <a:cs typeface="+mn-cs"/>
              </a:rPr>
              <a:t>Action </a:t>
            </a:r>
            <a:r>
              <a:rPr kumimoji="0" lang="ko-KR" altLang="en-US" sz="2800" b="0" i="0" u="none" strike="noStrike" kern="1200" cap="none" spc="-45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  <a:cs typeface="+mn-cs"/>
              </a:rPr>
              <a:t>세부</a:t>
            </a:r>
            <a:endParaRPr kumimoji="0" lang="ko-KR" altLang="en-US" sz="4000" b="0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SamsungOneKorean 700" panose="020B0803030303020204" pitchFamily="50" charset="-127"/>
              <a:ea typeface="SamsungOneKorean 700" panose="020B08030303030202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80752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igital Marketing Group">
  <a:themeElements>
    <a:clrScheme name="SLCC">
      <a:dk1>
        <a:srgbClr val="000000"/>
      </a:dk1>
      <a:lt1>
        <a:srgbClr val="FFFFFF"/>
      </a:lt1>
      <a:dk2>
        <a:srgbClr val="1428A0"/>
      </a:dk2>
      <a:lt2>
        <a:srgbClr val="6E6969"/>
      </a:lt2>
      <a:accent1>
        <a:srgbClr val="0077C8"/>
      </a:accent1>
      <a:accent2>
        <a:srgbClr val="00B2E3"/>
      </a:accent2>
      <a:accent3>
        <a:srgbClr val="00C3B2"/>
      </a:accent3>
      <a:accent4>
        <a:srgbClr val="97D653"/>
      </a:accent4>
      <a:accent5>
        <a:srgbClr val="FFB546"/>
      </a:accent5>
      <a:accent6>
        <a:srgbClr val="FF4337"/>
      </a:accent6>
      <a:hlink>
        <a:srgbClr val="0000FF"/>
      </a:hlink>
      <a:folHlink>
        <a:srgbClr val="800080"/>
      </a:folHlink>
    </a:clrScheme>
    <a:fontScheme name="사용자 지정 3">
      <a:majorFont>
        <a:latin typeface="SamsungOne 700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12700">
          <a:noFill/>
          <a:prstDash val="sysDash"/>
        </a:ln>
      </a:spPr>
      <a:bodyPr rot="0" spcFirstLastPara="0" vertOverflow="overflow" horzOverflow="overflow" vert="horz" wrap="square" lIns="7200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200" b="1" dirty="0" smtClean="0">
            <a:ln>
              <a:solidFill>
                <a:schemeClr val="accent1">
                  <a:alpha val="0"/>
                </a:schemeClr>
              </a:solidFill>
            </a:ln>
            <a:solidFill>
              <a:schemeClr val="tx1"/>
            </a:solidFill>
            <a:latin typeface="Samsung Sharp Sans Medium" pitchFamily="2" charset="0"/>
            <a:ea typeface="맑은 고딕" panose="020B0503020000020004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noAutofit/>
      </a:bodyPr>
      <a:lstStyle>
        <a:defPPr>
          <a:defRPr sz="900" dirty="0" err="1" smtClean="0">
            <a:ln>
              <a:solidFill>
                <a:schemeClr val="accent1">
                  <a:alpha val="0"/>
                </a:schemeClr>
              </a:solidFill>
            </a:ln>
            <a:latin typeface="+mn-lt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3" id="{FCF7DD1A-951C-4AEB-B437-B09458F507F0}" vid="{0A00627A-2F88-4477-BFF9-808BFE8CB665}"/>
    </a:ext>
  </a:extLst>
</a:theme>
</file>

<file path=ppt/theme/theme2.xml><?xml version="1.0" encoding="utf-8"?>
<a:theme xmlns:a="http://schemas.openxmlformats.org/drawingml/2006/main" name="7_Digital Marketing Group">
  <a:themeElements>
    <a:clrScheme name="SLCC">
      <a:dk1>
        <a:srgbClr val="000000"/>
      </a:dk1>
      <a:lt1>
        <a:srgbClr val="FFFFFF"/>
      </a:lt1>
      <a:dk2>
        <a:srgbClr val="1428A0"/>
      </a:dk2>
      <a:lt2>
        <a:srgbClr val="6E6969"/>
      </a:lt2>
      <a:accent1>
        <a:srgbClr val="0077C8"/>
      </a:accent1>
      <a:accent2>
        <a:srgbClr val="00B2E3"/>
      </a:accent2>
      <a:accent3>
        <a:srgbClr val="00C3B2"/>
      </a:accent3>
      <a:accent4>
        <a:srgbClr val="97D653"/>
      </a:accent4>
      <a:accent5>
        <a:srgbClr val="FFB546"/>
      </a:accent5>
      <a:accent6>
        <a:srgbClr val="FF4337"/>
      </a:accent6>
      <a:hlink>
        <a:srgbClr val="0000FF"/>
      </a:hlink>
      <a:folHlink>
        <a:srgbClr val="800080"/>
      </a:folHlink>
    </a:clrScheme>
    <a:fontScheme name="Samsung 2026">
      <a:majorFont>
        <a:latin typeface="Samsung SS Head KR Bold"/>
        <a:ea typeface="Samsung SS Head KR Bold"/>
        <a:cs typeface=""/>
      </a:majorFont>
      <a:minorFont>
        <a:latin typeface="Samsung SS Body KR Regular"/>
        <a:ea typeface="Samsung SS Body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12700">
          <a:noFill/>
          <a:prstDash val="sysDash"/>
        </a:ln>
      </a:spPr>
      <a:bodyPr rot="0" spcFirstLastPara="0" vertOverflow="overflow" horzOverflow="overflow" vert="horz" wrap="square" lIns="7200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200" b="1" dirty="0" smtClean="0">
            <a:ln>
              <a:solidFill>
                <a:schemeClr val="accent1">
                  <a:alpha val="0"/>
                </a:schemeClr>
              </a:solidFill>
            </a:ln>
            <a:solidFill>
              <a:schemeClr val="tx1"/>
            </a:solidFill>
            <a:latin typeface="Samsung Sharp Sans Medium" pitchFamily="2" charset="0"/>
            <a:ea typeface="맑은 고딕" panose="020B0503020000020004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noAutofit/>
      </a:bodyPr>
      <a:lstStyle>
        <a:defPPr>
          <a:defRPr sz="900" dirty="0" err="1" smtClean="0">
            <a:ln>
              <a:solidFill>
                <a:schemeClr val="accent1">
                  <a:alpha val="0"/>
                </a:schemeClr>
              </a:solidFill>
            </a:ln>
            <a:latin typeface="+mn-lt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3" id="{FCF7DD1A-951C-4AEB-B437-B09458F507F0}" vid="{0A00627A-2F88-4477-BFF9-808BFE8CB665}"/>
    </a:ext>
  </a:extLst>
</a:theme>
</file>

<file path=ppt/theme/theme3.xml><?xml version="1.0" encoding="utf-8"?>
<a:theme xmlns:a="http://schemas.openxmlformats.org/drawingml/2006/main" name="3_Digital Marketing Group">
  <a:themeElements>
    <a:clrScheme name="SLCC">
      <a:dk1>
        <a:srgbClr val="000000"/>
      </a:dk1>
      <a:lt1>
        <a:srgbClr val="FFFFFF"/>
      </a:lt1>
      <a:dk2>
        <a:srgbClr val="1428A0"/>
      </a:dk2>
      <a:lt2>
        <a:srgbClr val="6E6969"/>
      </a:lt2>
      <a:accent1>
        <a:srgbClr val="0077C8"/>
      </a:accent1>
      <a:accent2>
        <a:srgbClr val="00B2E3"/>
      </a:accent2>
      <a:accent3>
        <a:srgbClr val="00C3B2"/>
      </a:accent3>
      <a:accent4>
        <a:srgbClr val="97D653"/>
      </a:accent4>
      <a:accent5>
        <a:srgbClr val="FFB546"/>
      </a:accent5>
      <a:accent6>
        <a:srgbClr val="FF4337"/>
      </a:accent6>
      <a:hlink>
        <a:srgbClr val="0000FF"/>
      </a:hlink>
      <a:folHlink>
        <a:srgbClr val="800080"/>
      </a:folHlink>
    </a:clrScheme>
    <a:fontScheme name="사용자 지정 3">
      <a:majorFont>
        <a:latin typeface="SamsungOne 700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12700">
          <a:noFill/>
          <a:prstDash val="sysDash"/>
        </a:ln>
      </a:spPr>
      <a:bodyPr rot="0" spcFirstLastPara="0" vertOverflow="overflow" horzOverflow="overflow" vert="horz" wrap="square" lIns="7200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200" b="1" dirty="0" smtClean="0">
            <a:ln>
              <a:solidFill>
                <a:schemeClr val="accent1">
                  <a:alpha val="0"/>
                </a:schemeClr>
              </a:solidFill>
            </a:ln>
            <a:solidFill>
              <a:schemeClr val="tx1"/>
            </a:solidFill>
            <a:latin typeface="Samsung Sharp Sans Medium" pitchFamily="2" charset="0"/>
            <a:ea typeface="맑은 고딕" panose="020B0503020000020004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noAutofit/>
      </a:bodyPr>
      <a:lstStyle>
        <a:defPPr>
          <a:defRPr sz="900" dirty="0" err="1" smtClean="0">
            <a:ln>
              <a:solidFill>
                <a:schemeClr val="accent1">
                  <a:alpha val="0"/>
                </a:schemeClr>
              </a:solidFill>
            </a:ln>
            <a:latin typeface="+mn-lt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3" id="{FCF7DD1A-951C-4AEB-B437-B09458F507F0}" vid="{0A00627A-2F88-4477-BFF9-808BFE8CB665}"/>
    </a:ext>
  </a:extLst>
</a:theme>
</file>

<file path=ppt/theme/theme4.xml><?xml version="1.0" encoding="utf-8"?>
<a:theme xmlns:a="http://schemas.openxmlformats.org/drawingml/2006/main" name="5_Digital Marketing Group">
  <a:themeElements>
    <a:clrScheme name="SLCC">
      <a:dk1>
        <a:srgbClr val="000000"/>
      </a:dk1>
      <a:lt1>
        <a:srgbClr val="FFFFFF"/>
      </a:lt1>
      <a:dk2>
        <a:srgbClr val="1428A0"/>
      </a:dk2>
      <a:lt2>
        <a:srgbClr val="6E6969"/>
      </a:lt2>
      <a:accent1>
        <a:srgbClr val="0077C8"/>
      </a:accent1>
      <a:accent2>
        <a:srgbClr val="00B2E3"/>
      </a:accent2>
      <a:accent3>
        <a:srgbClr val="00C3B2"/>
      </a:accent3>
      <a:accent4>
        <a:srgbClr val="97D653"/>
      </a:accent4>
      <a:accent5>
        <a:srgbClr val="FFB546"/>
      </a:accent5>
      <a:accent6>
        <a:srgbClr val="FF4337"/>
      </a:accent6>
      <a:hlink>
        <a:srgbClr val="0000FF"/>
      </a:hlink>
      <a:folHlink>
        <a:srgbClr val="800080"/>
      </a:folHlink>
    </a:clrScheme>
    <a:fontScheme name="Samsung 2026">
      <a:majorFont>
        <a:latin typeface="Samsung SS Head KR Bold"/>
        <a:ea typeface="Samsung SS Head KR Bold"/>
        <a:cs typeface=""/>
      </a:majorFont>
      <a:minorFont>
        <a:latin typeface="Samsung SS Body KR Regular"/>
        <a:ea typeface="Samsung SS Body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12700">
          <a:noFill/>
          <a:prstDash val="sysDash"/>
        </a:ln>
      </a:spPr>
      <a:bodyPr rot="0" spcFirstLastPara="0" vertOverflow="overflow" horzOverflow="overflow" vert="horz" wrap="square" lIns="7200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200" b="1" dirty="0" smtClean="0">
            <a:ln>
              <a:solidFill>
                <a:schemeClr val="accent1">
                  <a:alpha val="0"/>
                </a:schemeClr>
              </a:solidFill>
            </a:ln>
            <a:solidFill>
              <a:schemeClr val="tx1"/>
            </a:solidFill>
            <a:latin typeface="Samsung Sharp Sans Medium" pitchFamily="2" charset="0"/>
            <a:ea typeface="맑은 고딕" panose="020B0503020000020004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noAutofit/>
      </a:bodyPr>
      <a:lstStyle>
        <a:defPPr>
          <a:defRPr sz="900" dirty="0" err="1" smtClean="0">
            <a:ln>
              <a:solidFill>
                <a:schemeClr val="accent1">
                  <a:alpha val="0"/>
                </a:schemeClr>
              </a:solidFill>
            </a:ln>
            <a:latin typeface="+mn-lt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3" id="{FCF7DD1A-951C-4AEB-B437-B09458F507F0}" vid="{0A00627A-2F88-4477-BFF9-808BFE8CB665}"/>
    </a:ext>
  </a:extLst>
</a:theme>
</file>

<file path=ppt/theme/theme5.xml><?xml version="1.0" encoding="utf-8"?>
<a:theme xmlns:a="http://schemas.openxmlformats.org/drawingml/2006/main" name="20_Office 테마">
  <a:themeElements>
    <a:clrScheme name="사용자 지정 2">
      <a:dk1>
        <a:srgbClr val="000000"/>
      </a:dk1>
      <a:lt1>
        <a:srgbClr val="FFFFFF"/>
      </a:lt1>
      <a:dk2>
        <a:srgbClr val="1428A0"/>
      </a:dk2>
      <a:lt2>
        <a:srgbClr val="6E6969"/>
      </a:lt2>
      <a:accent1>
        <a:srgbClr val="0077C8"/>
      </a:accent1>
      <a:accent2>
        <a:srgbClr val="00B2E3"/>
      </a:accent2>
      <a:accent3>
        <a:srgbClr val="00C3B2"/>
      </a:accent3>
      <a:accent4>
        <a:srgbClr val="97D653"/>
      </a:accent4>
      <a:accent5>
        <a:srgbClr val="FFB546"/>
      </a:accent5>
      <a:accent6>
        <a:srgbClr val="FF4337"/>
      </a:accent6>
      <a:hlink>
        <a:srgbClr val="0000FF"/>
      </a:hlink>
      <a:folHlink>
        <a:srgbClr val="800080"/>
      </a:folHlink>
    </a:clrScheme>
    <a:fontScheme name="사용자 지정 1">
      <a:majorFont>
        <a:latin typeface="Samsung SS Head KR Bold"/>
        <a:ea typeface="Samsung SS Head KR Bold"/>
        <a:cs typeface=""/>
      </a:majorFont>
      <a:minorFont>
        <a:latin typeface="Samsung SS Body KR Regular"/>
        <a:ea typeface="Samsung SS Body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C594B8807846B4F8C9EDCED300D51B6" ma:contentTypeVersion="3" ma:contentTypeDescription="새 문서를 만듭니다." ma:contentTypeScope="" ma:versionID="43de0ba4b04a1e2b257c74b6cf7e9a8e">
  <xsd:schema xmlns:xsd="http://www.w3.org/2001/XMLSchema" xmlns:xs="http://www.w3.org/2001/XMLSchema" xmlns:p="http://schemas.microsoft.com/office/2006/metadata/properties" xmlns:ns2="f6a09213-e8bf-4e89-824d-e41b1a224652" targetNamespace="http://schemas.microsoft.com/office/2006/metadata/properties" ma:root="true" ma:fieldsID="303e2d07486d67d7d17b1c6b713661fb" ns2:_="">
    <xsd:import namespace="f6a09213-e8bf-4e89-824d-e41b1a2246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a09213-e8bf-4e89-824d-e41b1a2246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E51E3E1-843F-4544-BF64-419F93BCAB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04F6EC-348B-4D82-973B-A22C9B3BF2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a09213-e8bf-4e89-824d-e41b1a2246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1439E4D-5D47-4C35-A600-FC75979051A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40256</TotalTime>
  <Words>581</Words>
  <Application>Microsoft Office PowerPoint</Application>
  <PresentationFormat>와이드스크린</PresentationFormat>
  <Paragraphs>168</Paragraphs>
  <Slides>6</Slides>
  <Notes>6</Notes>
  <HiddenSlides>0</HiddenSlides>
  <MMClips>0</MMClips>
  <ScaleCrop>false</ScaleCrop>
  <HeadingPairs>
    <vt:vector size="8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5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34" baseType="lpstr">
      <vt:lpstr>Samsung SS Body KR Bold</vt:lpstr>
      <vt:lpstr>Samsung SS Body KR Regular</vt:lpstr>
      <vt:lpstr>Samsung SS Head KR Bold</vt:lpstr>
      <vt:lpstr>Samsung SS Head KR Medium</vt:lpstr>
      <vt:lpstr>Samsung SS Head KR Regular</vt:lpstr>
      <vt:lpstr>SamsungOneKorean 400</vt:lpstr>
      <vt:lpstr>SamsungOneKorean 500</vt:lpstr>
      <vt:lpstr>SamsungOneKorean 700</vt:lpstr>
      <vt:lpstr>맑은 고딕</vt:lpstr>
      <vt:lpstr>Arial</vt:lpstr>
      <vt:lpstr>Samsung Sharp Sans Bold</vt:lpstr>
      <vt:lpstr>Samsung Sharp Sans Medium</vt:lpstr>
      <vt:lpstr>Samsung Sharp Sans Regular</vt:lpstr>
      <vt:lpstr>Samsung SS Body Regular</vt:lpstr>
      <vt:lpstr>SamsungOne 400</vt:lpstr>
      <vt:lpstr>SamsungOne 400C</vt:lpstr>
      <vt:lpstr>SamsungOne 700C</vt:lpstr>
      <vt:lpstr>SamsungOne-400</vt:lpstr>
      <vt:lpstr>SamsungOne-400C</vt:lpstr>
      <vt:lpstr>SamsungOne-700</vt:lpstr>
      <vt:lpstr>SamsungOne-700C</vt:lpstr>
      <vt:lpstr>Wingdings</vt:lpstr>
      <vt:lpstr>Digital Marketing Group</vt:lpstr>
      <vt:lpstr>7_Digital Marketing Group</vt:lpstr>
      <vt:lpstr>3_Digital Marketing Group</vt:lpstr>
      <vt:lpstr>5_Digital Marketing Group</vt:lpstr>
      <vt:lpstr>20_Office 테마</vt:lpstr>
      <vt:lpstr>think-cell Slide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MX GEO</dc:creator>
  <cp:lastModifiedBy>Seunga An</cp:lastModifiedBy>
  <cp:revision>4409</cp:revision>
  <dcterms:created xsi:type="dcterms:W3CDTF">2025-09-04T09:36:55Z</dcterms:created>
  <dcterms:modified xsi:type="dcterms:W3CDTF">2026-06-25T00:46:44Z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25C7C70E3DBCD8280A0EF9027FF04F6636E322C6FCE57181B74B5E17C0E7D5D59988EB6C0771215CAEC9A296E6E923D1C6883EA4EA6BBF1CBACFB037DC5CC258</vt:lpwstr>
  </property>
  <property fmtid="{D5CDD505-2E9C-101B-9397-08002B2CF9AE}" pid="4" name="ContentTypeId">
    <vt:lpwstr>0x0101001C594B8807846B4F8C9EDCED300D51B6</vt:lpwstr>
  </property>
</Properties>
</file>